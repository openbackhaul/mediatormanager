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8" r:id="rId2"/>
  </p:sldIdLst>
  <p:sldSz cx="180006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20" autoAdjust="0"/>
    <p:restoredTop sz="94660"/>
  </p:normalViewPr>
  <p:slideViewPr>
    <p:cSldViewPr snapToGrid="0">
      <p:cViewPr>
        <p:scale>
          <a:sx n="125" d="100"/>
          <a:sy n="125" d="100"/>
        </p:scale>
        <p:origin x="420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122363"/>
            <a:ext cx="135004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3602038"/>
            <a:ext cx="135004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28.02.2025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976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28.02.2025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687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09739"/>
            <a:ext cx="1552557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589464"/>
            <a:ext cx="1552557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28.02.2025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985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825625"/>
            <a:ext cx="7650282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825625"/>
            <a:ext cx="7650282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28.02.2025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4613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65126"/>
            <a:ext cx="15525572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681163"/>
            <a:ext cx="76151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505075"/>
            <a:ext cx="7615123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681163"/>
            <a:ext cx="76526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505075"/>
            <a:ext cx="7652626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28.02.2025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9068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28.02.2025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3396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28.02.2025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802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987426"/>
            <a:ext cx="911283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28.02.2025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9194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987426"/>
            <a:ext cx="911283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28.02.2025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684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28.02.2025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3306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365125"/>
            <a:ext cx="3881393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365125"/>
            <a:ext cx="11419171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28.02.2025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1815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65126"/>
            <a:ext cx="155255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825625"/>
            <a:ext cx="155255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764DB-E7DF-4EA7-A1AF-05A77C280FCA}" type="datetimeFigureOut">
              <a:rPr lang="de-DE" smtClean="0"/>
              <a:t>28.02.2025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356351"/>
            <a:ext cx="6075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605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39CD3B09-ACE8-D124-4C41-FE15C00157BB}"/>
              </a:ext>
            </a:extLst>
          </p:cNvPr>
          <p:cNvSpPr/>
          <p:nvPr/>
        </p:nvSpPr>
        <p:spPr>
          <a:xfrm>
            <a:off x="400050" y="352426"/>
            <a:ext cx="447675" cy="328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MO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224D1142-030C-8BDE-C62A-6955AC6F6853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847725" y="516732"/>
            <a:ext cx="3872862" cy="29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88739EAC-0944-7C72-1B36-B74F6A68BFA5}"/>
              </a:ext>
            </a:extLst>
          </p:cNvPr>
          <p:cNvSpPr txBox="1"/>
          <p:nvPr/>
        </p:nvSpPr>
        <p:spPr>
          <a:xfrm>
            <a:off x="2033860" y="289086"/>
            <a:ext cx="26404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/v1/notify-me-about-new-netconf-interfaces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29884F1-1C12-104D-C37A-E8F9AAC43620}"/>
              </a:ext>
            </a:extLst>
          </p:cNvPr>
          <p:cNvSpPr/>
          <p:nvPr/>
        </p:nvSpPr>
        <p:spPr>
          <a:xfrm>
            <a:off x="4720590" y="412196"/>
            <a:ext cx="1571625" cy="764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CONFIGfile: add MO address to forwarding of type subscription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C82E5833-4438-2189-74F2-6F0A00400E55}"/>
              </a:ext>
            </a:extLst>
          </p:cNvPr>
          <p:cNvSpPr/>
          <p:nvPr/>
        </p:nvSpPr>
        <p:spPr>
          <a:xfrm>
            <a:off x="400050" y="1736165"/>
            <a:ext cx="447675" cy="7641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MO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1A69868-6103-625F-02C0-18B79D5F8321}"/>
              </a:ext>
            </a:extLst>
          </p:cNvPr>
          <p:cNvCxnSpPr>
            <a:cxnSpLocks/>
          </p:cNvCxnSpPr>
          <p:nvPr/>
        </p:nvCxnSpPr>
        <p:spPr>
          <a:xfrm>
            <a:off x="847724" y="1840707"/>
            <a:ext cx="3872863" cy="20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B532003B-47C2-54BB-664F-E6480C2F5F29}"/>
              </a:ext>
            </a:extLst>
          </p:cNvPr>
          <p:cNvSpPr txBox="1"/>
          <p:nvPr/>
        </p:nvSpPr>
        <p:spPr>
          <a:xfrm>
            <a:off x="2900861" y="1633061"/>
            <a:ext cx="18197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/v1/provide-netconf-interface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870663B-C73A-4771-A211-4239452F5C6F}"/>
              </a:ext>
            </a:extLst>
          </p:cNvPr>
          <p:cNvSpPr/>
          <p:nvPr/>
        </p:nvSpPr>
        <p:spPr>
          <a:xfrm>
            <a:off x="4720590" y="1736171"/>
            <a:ext cx="1571625" cy="1083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Potentially do some tests to validate the request</a:t>
            </a:r>
          </a:p>
          <a:p>
            <a:endParaRPr lang="de-DE" sz="800"/>
          </a:p>
          <a:p>
            <a:r>
              <a:rPr lang="de-DE" sz="800"/>
              <a:t>Add to queue</a:t>
            </a:r>
          </a:p>
        </p:txBody>
      </p:sp>
      <p:sp>
        <p:nvSpPr>
          <p:cNvPr id="15" name="Scrollen: vertikal 14">
            <a:extLst>
              <a:ext uri="{FF2B5EF4-FFF2-40B4-BE49-F238E27FC236}">
                <a16:creationId xmlns:a16="http://schemas.microsoft.com/office/drawing/2014/main" id="{E0D6D35F-81FE-6F08-CAD9-CEFA629499EC}"/>
              </a:ext>
            </a:extLst>
          </p:cNvPr>
          <p:cNvSpPr/>
          <p:nvPr/>
        </p:nvSpPr>
        <p:spPr>
          <a:xfrm>
            <a:off x="7036593" y="4755106"/>
            <a:ext cx="1724025" cy="1416604"/>
          </a:xfrm>
          <a:prstGeom prst="verticalScroll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Queue of </a:t>
            </a:r>
            <a:r>
              <a:rPr lang="de-DE" sz="800">
                <a:solidFill>
                  <a:srgbClr val="FF0000"/>
                </a:solidFill>
              </a:rPr>
              <a:t>netconf</a:t>
            </a:r>
            <a:r>
              <a:rPr lang="de-DE" sz="800"/>
              <a:t> </a:t>
            </a:r>
            <a:r>
              <a:rPr lang="de-DE" sz="800">
                <a:solidFill>
                  <a:srgbClr val="FF0000"/>
                </a:solidFill>
              </a:rPr>
              <a:t>interfaces</a:t>
            </a:r>
            <a:r>
              <a:rPr lang="de-DE" sz="800"/>
              <a:t> to be provided</a:t>
            </a:r>
          </a:p>
        </p:txBody>
      </p:sp>
      <p:cxnSp>
        <p:nvCxnSpPr>
          <p:cNvPr id="17" name="Verbinder: gekrümmt 16">
            <a:extLst>
              <a:ext uri="{FF2B5EF4-FFF2-40B4-BE49-F238E27FC236}">
                <a16:creationId xmlns:a16="http://schemas.microsoft.com/office/drawing/2014/main" id="{2864ED64-2EE7-65DC-593B-667C0BE96ED5}"/>
              </a:ext>
            </a:extLst>
          </p:cNvPr>
          <p:cNvCxnSpPr>
            <a:cxnSpLocks/>
            <a:stCxn id="13" idx="3"/>
            <a:endCxn id="15" idx="0"/>
          </p:cNvCxnSpPr>
          <p:nvPr/>
        </p:nvCxnSpPr>
        <p:spPr>
          <a:xfrm>
            <a:off x="6292215" y="2277785"/>
            <a:ext cx="1606391" cy="2477321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FDF7E4D6-68B6-0355-CB3A-A2A0E28C931E}"/>
              </a:ext>
            </a:extLst>
          </p:cNvPr>
          <p:cNvCxnSpPr>
            <a:cxnSpLocks/>
          </p:cNvCxnSpPr>
          <p:nvPr/>
        </p:nvCxnSpPr>
        <p:spPr>
          <a:xfrm flipH="1" flipV="1">
            <a:off x="847722" y="2058112"/>
            <a:ext cx="3872865" cy="1762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51621379-E05A-7624-5E2B-9E656D5A037C}"/>
              </a:ext>
            </a:extLst>
          </p:cNvPr>
          <p:cNvSpPr txBox="1"/>
          <p:nvPr/>
        </p:nvSpPr>
        <p:spPr>
          <a:xfrm>
            <a:off x="932770" y="756764"/>
            <a:ext cx="17636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/v1/regard-netconf-interface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FDF6CC84-07AE-74AE-D03F-63E4D77F1828}"/>
              </a:ext>
            </a:extLst>
          </p:cNvPr>
          <p:cNvCxnSpPr>
            <a:cxnSpLocks/>
          </p:cNvCxnSpPr>
          <p:nvPr/>
        </p:nvCxnSpPr>
        <p:spPr>
          <a:xfrm flipH="1">
            <a:off x="847725" y="1040606"/>
            <a:ext cx="3872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15AE5EE0-6687-0B72-24E6-3E194CBFE77C}"/>
              </a:ext>
            </a:extLst>
          </p:cNvPr>
          <p:cNvCxnSpPr>
            <a:cxnSpLocks/>
          </p:cNvCxnSpPr>
          <p:nvPr/>
        </p:nvCxnSpPr>
        <p:spPr>
          <a:xfrm flipH="1" flipV="1">
            <a:off x="847725" y="1116806"/>
            <a:ext cx="3872862" cy="16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843E828F-6860-C4FF-62B1-5CF8EB977F11}"/>
              </a:ext>
            </a:extLst>
          </p:cNvPr>
          <p:cNvSpPr txBox="1"/>
          <p:nvPr/>
        </p:nvSpPr>
        <p:spPr>
          <a:xfrm>
            <a:off x="866120" y="2014843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C9280F8D-5783-26FF-2B26-854D0A7991FA}"/>
              </a:ext>
            </a:extLst>
          </p:cNvPr>
          <p:cNvCxnSpPr>
            <a:cxnSpLocks/>
          </p:cNvCxnSpPr>
          <p:nvPr/>
        </p:nvCxnSpPr>
        <p:spPr>
          <a:xfrm flipH="1" flipV="1">
            <a:off x="847724" y="959643"/>
            <a:ext cx="3872863" cy="4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hteck 38">
            <a:extLst>
              <a:ext uri="{FF2B5EF4-FFF2-40B4-BE49-F238E27FC236}">
                <a16:creationId xmlns:a16="http://schemas.microsoft.com/office/drawing/2014/main" id="{0A919349-A95E-3FB9-AA37-0D6D48B0754E}"/>
              </a:ext>
            </a:extLst>
          </p:cNvPr>
          <p:cNvSpPr/>
          <p:nvPr/>
        </p:nvSpPr>
        <p:spPr>
          <a:xfrm>
            <a:off x="4720589" y="2957512"/>
            <a:ext cx="1571625" cy="2213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Calculate average number of mediatorVmProcesses at mediatorVms of same mediatorVmTemplate</a:t>
            </a:r>
          </a:p>
          <a:p>
            <a:endParaRPr lang="de-DE" sz="800"/>
          </a:p>
          <a:p>
            <a:r>
              <a:rPr lang="de-DE" sz="800"/>
              <a:t>IF some mediatorVm exceeds average by more than a </a:t>
            </a:r>
            <a:r>
              <a:rPr lang="de-DE" sz="800" i="1"/>
              <a:t>[threshold]</a:t>
            </a:r>
          </a:p>
          <a:p>
            <a:r>
              <a:rPr lang="de-DE" sz="800"/>
              <a:t>THEN </a:t>
            </a:r>
          </a:p>
          <a:p>
            <a:pPr marL="171450" indent="-171450">
              <a:buFontTx/>
              <a:buChar char="-"/>
            </a:pPr>
            <a:r>
              <a:rPr lang="de-DE" sz="800"/>
              <a:t>calculate number of mediatorVmProcesses to be re-allocated</a:t>
            </a:r>
          </a:p>
          <a:p>
            <a:pPr marL="171450" indent="-171450">
              <a:buFontTx/>
              <a:buChar char="-"/>
            </a:pPr>
            <a:r>
              <a:rPr lang="de-DE" sz="800"/>
              <a:t>add to createQueue</a:t>
            </a:r>
          </a:p>
          <a:p>
            <a:pPr marL="171450" indent="-171450">
              <a:buFontTx/>
              <a:buChar char="-"/>
            </a:pPr>
            <a:r>
              <a:rPr lang="de-DE" sz="800"/>
              <a:t>add to dismantleQueue</a:t>
            </a:r>
          </a:p>
          <a:p>
            <a:pPr marL="171450" indent="-171450">
              <a:buFontTx/>
              <a:buChar char="-"/>
            </a:pPr>
            <a:endParaRPr lang="de-DE" sz="800"/>
          </a:p>
          <a:p>
            <a:endParaRPr lang="de-DE" sz="800"/>
          </a:p>
        </p:txBody>
      </p:sp>
      <p:pic>
        <p:nvPicPr>
          <p:cNvPr id="41" name="Grafik 40">
            <a:extLst>
              <a:ext uri="{FF2B5EF4-FFF2-40B4-BE49-F238E27FC236}">
                <a16:creationId xmlns:a16="http://schemas.microsoft.com/office/drawing/2014/main" id="{06E9B889-5E01-4664-FE1F-8B1AA87DF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088" y="3040311"/>
            <a:ext cx="260088" cy="251271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870BE84E-95ED-1877-E390-75BBD1352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18447" y="5378061"/>
            <a:ext cx="447675" cy="439333"/>
          </a:xfrm>
          <a:prstGeom prst="rect">
            <a:avLst/>
          </a:prstGeom>
        </p:spPr>
      </p:pic>
      <p:sp>
        <p:nvSpPr>
          <p:cNvPr id="56" name="Rechteck 55">
            <a:extLst>
              <a:ext uri="{FF2B5EF4-FFF2-40B4-BE49-F238E27FC236}">
                <a16:creationId xmlns:a16="http://schemas.microsoft.com/office/drawing/2014/main" id="{9EBFEA2E-B45C-8A04-7DFE-5C0D54E2AEC3}"/>
              </a:ext>
            </a:extLst>
          </p:cNvPr>
          <p:cNvSpPr/>
          <p:nvPr/>
        </p:nvSpPr>
        <p:spPr>
          <a:xfrm>
            <a:off x="4720587" y="5324475"/>
            <a:ext cx="1571625" cy="13201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Potentially do some tests to validate the request and its feasibility</a:t>
            </a:r>
          </a:p>
          <a:p>
            <a:endParaRPr lang="de-DE" sz="800"/>
          </a:p>
          <a:p>
            <a:r>
              <a:rPr lang="de-DE" sz="800"/>
              <a:t>Mark affected mediatorVm to be deprecated</a:t>
            </a:r>
          </a:p>
          <a:p>
            <a:endParaRPr lang="de-DE" sz="800"/>
          </a:p>
          <a:p>
            <a:r>
              <a:rPr lang="de-DE" sz="800"/>
              <a:t>Add all mediatorVmProcesses</a:t>
            </a:r>
          </a:p>
          <a:p>
            <a:pPr marL="171450" indent="-171450">
              <a:buFontTx/>
              <a:buChar char="-"/>
            </a:pPr>
            <a:r>
              <a:rPr lang="de-DE" sz="800"/>
              <a:t>to createQueue</a:t>
            </a:r>
          </a:p>
          <a:p>
            <a:pPr marL="171450" indent="-171450">
              <a:buFontTx/>
              <a:buChar char="-"/>
            </a:pPr>
            <a:r>
              <a:rPr lang="de-DE" sz="800"/>
              <a:t>to dismantleQueue</a:t>
            </a:r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BF5A7625-9054-B71D-DE10-2CFC15E00439}"/>
              </a:ext>
            </a:extLst>
          </p:cNvPr>
          <p:cNvCxnSpPr>
            <a:cxnSpLocks/>
          </p:cNvCxnSpPr>
          <p:nvPr/>
        </p:nvCxnSpPr>
        <p:spPr>
          <a:xfrm>
            <a:off x="781050" y="5515454"/>
            <a:ext cx="3939537" cy="16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DAF95710-04FD-5EBF-1EFF-2E7A8CC0D559}"/>
              </a:ext>
            </a:extLst>
          </p:cNvPr>
          <p:cNvSpPr txBox="1"/>
          <p:nvPr/>
        </p:nvSpPr>
        <p:spPr>
          <a:xfrm>
            <a:off x="2277301" y="5285901"/>
            <a:ext cx="2548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/>
              <a:t>/v1/disregard-mediator-instance-manager</a:t>
            </a:r>
          </a:p>
        </p:txBody>
      </p:sp>
      <p:cxnSp>
        <p:nvCxnSpPr>
          <p:cNvPr id="61" name="Verbinder: gekrümmt 60">
            <a:extLst>
              <a:ext uri="{FF2B5EF4-FFF2-40B4-BE49-F238E27FC236}">
                <a16:creationId xmlns:a16="http://schemas.microsoft.com/office/drawing/2014/main" id="{BB2D77CC-429A-4157-5B5F-8EF25F79FEC7}"/>
              </a:ext>
            </a:extLst>
          </p:cNvPr>
          <p:cNvCxnSpPr>
            <a:cxnSpLocks/>
            <a:stCxn id="39" idx="3"/>
            <a:endCxn id="15" idx="0"/>
          </p:cNvCxnSpPr>
          <p:nvPr/>
        </p:nvCxnSpPr>
        <p:spPr>
          <a:xfrm>
            <a:off x="6292214" y="4064137"/>
            <a:ext cx="1606392" cy="690969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4595AACB-AD7E-2212-5243-6ADB2967E746}"/>
              </a:ext>
            </a:extLst>
          </p:cNvPr>
          <p:cNvCxnSpPr>
            <a:cxnSpLocks/>
          </p:cNvCxnSpPr>
          <p:nvPr/>
        </p:nvCxnSpPr>
        <p:spPr>
          <a:xfrm flipH="1">
            <a:off x="829324" y="5741194"/>
            <a:ext cx="389126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feld 66">
            <a:extLst>
              <a:ext uri="{FF2B5EF4-FFF2-40B4-BE49-F238E27FC236}">
                <a16:creationId xmlns:a16="http://schemas.microsoft.com/office/drawing/2014/main" id="{9138EED8-4D6E-B6D0-0EEC-4B1A51F97215}"/>
              </a:ext>
            </a:extLst>
          </p:cNvPr>
          <p:cNvSpPr txBox="1"/>
          <p:nvPr/>
        </p:nvSpPr>
        <p:spPr>
          <a:xfrm>
            <a:off x="847722" y="5697925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cxnSp>
        <p:nvCxnSpPr>
          <p:cNvPr id="71" name="Verbinder: gekrümmt 70">
            <a:extLst>
              <a:ext uri="{FF2B5EF4-FFF2-40B4-BE49-F238E27FC236}">
                <a16:creationId xmlns:a16="http://schemas.microsoft.com/office/drawing/2014/main" id="{7A46D94E-44A3-06EB-80F4-E03CA33A63EF}"/>
              </a:ext>
            </a:extLst>
          </p:cNvPr>
          <p:cNvCxnSpPr>
            <a:cxnSpLocks/>
            <a:stCxn id="56" idx="3"/>
            <a:endCxn id="15" idx="0"/>
          </p:cNvCxnSpPr>
          <p:nvPr/>
        </p:nvCxnSpPr>
        <p:spPr>
          <a:xfrm flipV="1">
            <a:off x="6292212" y="4755106"/>
            <a:ext cx="1606394" cy="1229452"/>
          </a:xfrm>
          <a:prstGeom prst="curvedConnector4">
            <a:avLst>
              <a:gd name="adj1" fmla="val 23169"/>
              <a:gd name="adj2" fmla="val 118594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hteck 74">
            <a:extLst>
              <a:ext uri="{FF2B5EF4-FFF2-40B4-BE49-F238E27FC236}">
                <a16:creationId xmlns:a16="http://schemas.microsoft.com/office/drawing/2014/main" id="{20FFD60F-206D-CB5E-071D-9AF309A2C14D}"/>
              </a:ext>
            </a:extLst>
          </p:cNvPr>
          <p:cNvSpPr/>
          <p:nvPr/>
        </p:nvSpPr>
        <p:spPr>
          <a:xfrm>
            <a:off x="7036593" y="412196"/>
            <a:ext cx="1571625" cy="1083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Prepare device</a:t>
            </a:r>
          </a:p>
          <a:p>
            <a:endParaRPr lang="de-DE" sz="800"/>
          </a:p>
          <a:p>
            <a:r>
              <a:rPr lang="de-DE" sz="800"/>
              <a:t>Pick mediatorVm with lowest number of mediatorVmProcess</a:t>
            </a:r>
          </a:p>
          <a:p>
            <a:endParaRPr lang="de-DE" sz="800"/>
          </a:p>
          <a:p>
            <a:r>
              <a:rPr lang="de-DE" sz="800"/>
              <a:t>Create mediatorVmProcess</a:t>
            </a:r>
          </a:p>
          <a:p>
            <a:endParaRPr lang="de-DE" sz="800"/>
          </a:p>
          <a:p>
            <a:r>
              <a:rPr lang="de-DE" sz="800"/>
              <a:t>Notify</a:t>
            </a:r>
          </a:p>
        </p:txBody>
      </p:sp>
      <p:sp>
        <p:nvSpPr>
          <p:cNvPr id="77" name="Rechteck: abgerundete Ecken 76">
            <a:extLst>
              <a:ext uri="{FF2B5EF4-FFF2-40B4-BE49-F238E27FC236}">
                <a16:creationId xmlns:a16="http://schemas.microsoft.com/office/drawing/2014/main" id="{8DFFF67D-D75C-32F2-8280-CB92247117F7}"/>
              </a:ext>
            </a:extLst>
          </p:cNvPr>
          <p:cNvSpPr/>
          <p:nvPr/>
        </p:nvSpPr>
        <p:spPr>
          <a:xfrm>
            <a:off x="10069755" y="386469"/>
            <a:ext cx="447675" cy="328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CP</a:t>
            </a:r>
          </a:p>
        </p:txBody>
      </p: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2ED7CAC9-19BB-BA4D-CE9B-21D483F5CB41}"/>
              </a:ext>
            </a:extLst>
          </p:cNvPr>
          <p:cNvCxnSpPr>
            <a:cxnSpLocks/>
          </p:cNvCxnSpPr>
          <p:nvPr/>
        </p:nvCxnSpPr>
        <p:spPr>
          <a:xfrm>
            <a:off x="8608217" y="546242"/>
            <a:ext cx="1461538" cy="36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hteck: abgerundete Ecken 83">
            <a:extLst>
              <a:ext uri="{FF2B5EF4-FFF2-40B4-BE49-F238E27FC236}">
                <a16:creationId xmlns:a16="http://schemas.microsoft.com/office/drawing/2014/main" id="{7AB70A29-DF37-2F1A-F8F8-82ECADC63218}"/>
              </a:ext>
            </a:extLst>
          </p:cNvPr>
          <p:cNvSpPr/>
          <p:nvPr/>
        </p:nvSpPr>
        <p:spPr>
          <a:xfrm>
            <a:off x="10069755" y="1133449"/>
            <a:ext cx="447675" cy="328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/>
              <a:t>MIM</a:t>
            </a:r>
          </a:p>
        </p:txBody>
      </p: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FB5D5C82-594D-A137-B7E0-C5EC59652ECE}"/>
              </a:ext>
            </a:extLst>
          </p:cNvPr>
          <p:cNvCxnSpPr>
            <a:cxnSpLocks/>
            <a:endCxn id="84" idx="1"/>
          </p:cNvCxnSpPr>
          <p:nvPr/>
        </p:nvCxnSpPr>
        <p:spPr>
          <a:xfrm>
            <a:off x="8608217" y="1186696"/>
            <a:ext cx="1461538" cy="1110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Verbinder: gekrümmt 89">
            <a:extLst>
              <a:ext uri="{FF2B5EF4-FFF2-40B4-BE49-F238E27FC236}">
                <a16:creationId xmlns:a16="http://schemas.microsoft.com/office/drawing/2014/main" id="{4D6640C8-1C91-CE56-09D4-B2581D76A95E}"/>
              </a:ext>
            </a:extLst>
          </p:cNvPr>
          <p:cNvCxnSpPr>
            <a:cxnSpLocks/>
            <a:stCxn id="15" idx="2"/>
            <a:endCxn id="75" idx="1"/>
          </p:cNvCxnSpPr>
          <p:nvPr/>
        </p:nvCxnSpPr>
        <p:spPr>
          <a:xfrm rot="5400000" flipH="1">
            <a:off x="4858650" y="3131754"/>
            <a:ext cx="5217900" cy="862013"/>
          </a:xfrm>
          <a:prstGeom prst="curvedConnector4">
            <a:avLst>
              <a:gd name="adj1" fmla="val -4381"/>
              <a:gd name="adj2" fmla="val 126519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Verbinder: gekrümmt 92">
            <a:extLst>
              <a:ext uri="{FF2B5EF4-FFF2-40B4-BE49-F238E27FC236}">
                <a16:creationId xmlns:a16="http://schemas.microsoft.com/office/drawing/2014/main" id="{A330ADED-BEE4-6C5F-0774-5C15994C0CA8}"/>
              </a:ext>
            </a:extLst>
          </p:cNvPr>
          <p:cNvCxnSpPr>
            <a:cxnSpLocks/>
            <a:stCxn id="75" idx="2"/>
            <a:endCxn id="9" idx="3"/>
          </p:cNvCxnSpPr>
          <p:nvPr/>
        </p:nvCxnSpPr>
        <p:spPr>
          <a:xfrm rot="5400000" flipH="1">
            <a:off x="6706732" y="379751"/>
            <a:ext cx="701157" cy="1530191"/>
          </a:xfrm>
          <a:prstGeom prst="curvedConnector4">
            <a:avLst>
              <a:gd name="adj1" fmla="val -32603"/>
              <a:gd name="adj2" fmla="val 75677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E0527AFB-8D5C-9E49-00E4-B5E45F638F08}"/>
              </a:ext>
            </a:extLst>
          </p:cNvPr>
          <p:cNvSpPr txBox="1"/>
          <p:nvPr/>
        </p:nvSpPr>
        <p:spPr>
          <a:xfrm rot="16425882">
            <a:off x="5408167" y="2696289"/>
            <a:ext cx="25539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(private) /p1/create-new-netconf-interface</a:t>
            </a:r>
          </a:p>
        </p:txBody>
      </p:sp>
      <p:sp>
        <p:nvSpPr>
          <p:cNvPr id="103" name="Scrollen: vertikal 102">
            <a:extLst>
              <a:ext uri="{FF2B5EF4-FFF2-40B4-BE49-F238E27FC236}">
                <a16:creationId xmlns:a16="http://schemas.microsoft.com/office/drawing/2014/main" id="{CC6A1FEE-2FD5-A0BD-9923-2B7D18953F4E}"/>
              </a:ext>
            </a:extLst>
          </p:cNvPr>
          <p:cNvSpPr/>
          <p:nvPr/>
        </p:nvSpPr>
        <p:spPr>
          <a:xfrm>
            <a:off x="9299231" y="2500308"/>
            <a:ext cx="1724025" cy="1416604"/>
          </a:xfrm>
          <a:prstGeom prst="verticalScroll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Queue of </a:t>
            </a:r>
            <a:r>
              <a:rPr lang="de-DE" sz="800">
                <a:solidFill>
                  <a:schemeClr val="accent5"/>
                </a:solidFill>
              </a:rPr>
              <a:t>mediatorProcesses</a:t>
            </a:r>
            <a:r>
              <a:rPr lang="de-DE" sz="800"/>
              <a:t> to be deleted</a:t>
            </a:r>
          </a:p>
        </p:txBody>
      </p:sp>
      <p:sp>
        <p:nvSpPr>
          <p:cNvPr id="104" name="Flussdiagramm: Zusammenstellen 103">
            <a:extLst>
              <a:ext uri="{FF2B5EF4-FFF2-40B4-BE49-F238E27FC236}">
                <a16:creationId xmlns:a16="http://schemas.microsoft.com/office/drawing/2014/main" id="{6181BD8D-E00F-C65B-E014-B40604A43C3E}"/>
              </a:ext>
            </a:extLst>
          </p:cNvPr>
          <p:cNvSpPr/>
          <p:nvPr/>
        </p:nvSpPr>
        <p:spPr>
          <a:xfrm>
            <a:off x="8084821" y="2694587"/>
            <a:ext cx="369117" cy="525849"/>
          </a:xfrm>
          <a:prstGeom prst="flowChartCol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06" name="Verbinder: gekrümmt 105">
            <a:extLst>
              <a:ext uri="{FF2B5EF4-FFF2-40B4-BE49-F238E27FC236}">
                <a16:creationId xmlns:a16="http://schemas.microsoft.com/office/drawing/2014/main" id="{D52FD071-631C-02F8-0686-931FA6B13A38}"/>
              </a:ext>
            </a:extLst>
          </p:cNvPr>
          <p:cNvCxnSpPr>
            <a:cxnSpLocks/>
            <a:stCxn id="104" idx="0"/>
            <a:endCxn id="103" idx="0"/>
          </p:cNvCxnSpPr>
          <p:nvPr/>
        </p:nvCxnSpPr>
        <p:spPr>
          <a:xfrm rot="5400000" flipH="1" flipV="1">
            <a:off x="9118173" y="1651516"/>
            <a:ext cx="194279" cy="1891864"/>
          </a:xfrm>
          <a:prstGeom prst="curvedConnector3">
            <a:avLst>
              <a:gd name="adj1" fmla="val 217666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Verbinder: gekrümmt 106">
            <a:extLst>
              <a:ext uri="{FF2B5EF4-FFF2-40B4-BE49-F238E27FC236}">
                <a16:creationId xmlns:a16="http://schemas.microsoft.com/office/drawing/2014/main" id="{D5EE6150-51F0-0E75-4A56-1F02BD0E5818}"/>
              </a:ext>
            </a:extLst>
          </p:cNvPr>
          <p:cNvCxnSpPr>
            <a:cxnSpLocks/>
            <a:stCxn id="39" idx="3"/>
            <a:endCxn id="104" idx="2"/>
          </p:cNvCxnSpPr>
          <p:nvPr/>
        </p:nvCxnSpPr>
        <p:spPr>
          <a:xfrm flipV="1">
            <a:off x="6292214" y="3220436"/>
            <a:ext cx="1977166" cy="843701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Verbinder: gekrümmt 110">
            <a:extLst>
              <a:ext uri="{FF2B5EF4-FFF2-40B4-BE49-F238E27FC236}">
                <a16:creationId xmlns:a16="http://schemas.microsoft.com/office/drawing/2014/main" id="{BF8CEEB0-27E7-67FE-9CD2-F7BC154D1FF5}"/>
              </a:ext>
            </a:extLst>
          </p:cNvPr>
          <p:cNvCxnSpPr>
            <a:cxnSpLocks/>
            <a:stCxn id="56" idx="3"/>
            <a:endCxn id="104" idx="2"/>
          </p:cNvCxnSpPr>
          <p:nvPr/>
        </p:nvCxnSpPr>
        <p:spPr>
          <a:xfrm flipV="1">
            <a:off x="6292212" y="3220436"/>
            <a:ext cx="1977168" cy="2764122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feld 104">
            <a:extLst>
              <a:ext uri="{FF2B5EF4-FFF2-40B4-BE49-F238E27FC236}">
                <a16:creationId xmlns:a16="http://schemas.microsoft.com/office/drawing/2014/main" id="{CAA8C806-679B-A077-8EA7-09C210CD301E}"/>
              </a:ext>
            </a:extLst>
          </p:cNvPr>
          <p:cNvSpPr txBox="1"/>
          <p:nvPr/>
        </p:nvSpPr>
        <p:spPr>
          <a:xfrm>
            <a:off x="7863839" y="2816648"/>
            <a:ext cx="960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DelayElement</a:t>
            </a: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1FE31B48-04FF-C298-6453-7225A40DA40D}"/>
              </a:ext>
            </a:extLst>
          </p:cNvPr>
          <p:cNvSpPr/>
          <p:nvPr/>
        </p:nvSpPr>
        <p:spPr>
          <a:xfrm>
            <a:off x="9375432" y="4617604"/>
            <a:ext cx="1571625" cy="1694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IF there is </a:t>
            </a:r>
            <a:r>
              <a:rPr lang="de-DE" sz="800" u="sng"/>
              <a:t>no</a:t>
            </a:r>
            <a:r>
              <a:rPr lang="de-DE" sz="800"/>
              <a:t> mountPoint with same deviceName in MO</a:t>
            </a:r>
          </a:p>
          <a:p>
            <a:r>
              <a:rPr lang="de-DE" sz="800"/>
              <a:t>THEN dismantle mediatorProc.</a:t>
            </a:r>
          </a:p>
          <a:p>
            <a:r>
              <a:rPr lang="de-DE" sz="800"/>
              <a:t>ELSE check its TCP/IP address</a:t>
            </a:r>
          </a:p>
          <a:p>
            <a:endParaRPr lang="de-DE" sz="800"/>
          </a:p>
          <a:p>
            <a:r>
              <a:rPr lang="de-DE" sz="800"/>
              <a:t>IF different TCP/IP address</a:t>
            </a:r>
          </a:p>
          <a:p>
            <a:r>
              <a:rPr lang="de-DE" sz="800"/>
              <a:t>THEN dismantle mediatorProc.</a:t>
            </a:r>
          </a:p>
          <a:p>
            <a:r>
              <a:rPr lang="de-DE" sz="800"/>
              <a:t>ELSE check connected state</a:t>
            </a:r>
          </a:p>
          <a:p>
            <a:endParaRPr lang="de-DE" sz="800"/>
          </a:p>
          <a:p>
            <a:r>
              <a:rPr lang="de-DE" sz="800"/>
              <a:t>IF </a:t>
            </a:r>
            <a:r>
              <a:rPr lang="de-DE" sz="800" u="sng"/>
              <a:t>not</a:t>
            </a:r>
            <a:r>
              <a:rPr lang="de-DE" sz="800"/>
              <a:t> in connected state</a:t>
            </a:r>
          </a:p>
          <a:p>
            <a:r>
              <a:rPr lang="de-DE" sz="800"/>
              <a:t>THEN dismantle mediatorProc.</a:t>
            </a:r>
          </a:p>
          <a:p>
            <a:r>
              <a:rPr lang="de-DE" sz="800"/>
              <a:t>ELSE terminate without change</a:t>
            </a:r>
          </a:p>
        </p:txBody>
      </p:sp>
      <p:cxnSp>
        <p:nvCxnSpPr>
          <p:cNvPr id="134" name="Verbinder: gekrümmt 133">
            <a:extLst>
              <a:ext uri="{FF2B5EF4-FFF2-40B4-BE49-F238E27FC236}">
                <a16:creationId xmlns:a16="http://schemas.microsoft.com/office/drawing/2014/main" id="{5D7864F1-1ED2-2D1B-8095-C111EA57113A}"/>
              </a:ext>
            </a:extLst>
          </p:cNvPr>
          <p:cNvCxnSpPr>
            <a:cxnSpLocks/>
            <a:stCxn id="103" idx="2"/>
            <a:endCxn id="125" idx="0"/>
          </p:cNvCxnSpPr>
          <p:nvPr/>
        </p:nvCxnSpPr>
        <p:spPr>
          <a:xfrm rot="16200000" flipH="1">
            <a:off x="9810898" y="4267257"/>
            <a:ext cx="700692" cy="1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feld 137">
            <a:extLst>
              <a:ext uri="{FF2B5EF4-FFF2-40B4-BE49-F238E27FC236}">
                <a16:creationId xmlns:a16="http://schemas.microsoft.com/office/drawing/2014/main" id="{5F39A88C-C8DD-8585-E481-7CA9215CE4E7}"/>
              </a:ext>
            </a:extLst>
          </p:cNvPr>
          <p:cNvSpPr txBox="1"/>
          <p:nvPr/>
        </p:nvSpPr>
        <p:spPr>
          <a:xfrm>
            <a:off x="8994856" y="4124669"/>
            <a:ext cx="24849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(private) /p1/dismantle-mediator-process</a:t>
            </a:r>
          </a:p>
        </p:txBody>
      </p:sp>
      <p:sp>
        <p:nvSpPr>
          <p:cNvPr id="139" name="Rechteck: abgerundete Ecken 138">
            <a:extLst>
              <a:ext uri="{FF2B5EF4-FFF2-40B4-BE49-F238E27FC236}">
                <a16:creationId xmlns:a16="http://schemas.microsoft.com/office/drawing/2014/main" id="{285D310C-B755-6D1C-64A1-00BEA6F9B3C3}"/>
              </a:ext>
            </a:extLst>
          </p:cNvPr>
          <p:cNvSpPr/>
          <p:nvPr/>
        </p:nvSpPr>
        <p:spPr>
          <a:xfrm>
            <a:off x="12408595" y="4824315"/>
            <a:ext cx="447675" cy="328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MO</a:t>
            </a:r>
          </a:p>
        </p:txBody>
      </p:sp>
      <p:cxnSp>
        <p:nvCxnSpPr>
          <p:cNvPr id="140" name="Gerade Verbindung mit Pfeil 139">
            <a:extLst>
              <a:ext uri="{FF2B5EF4-FFF2-40B4-BE49-F238E27FC236}">
                <a16:creationId xmlns:a16="http://schemas.microsoft.com/office/drawing/2014/main" id="{271364D9-7F9E-79AA-C893-2822AA00732D}"/>
              </a:ext>
            </a:extLst>
          </p:cNvPr>
          <p:cNvCxnSpPr>
            <a:cxnSpLocks/>
          </p:cNvCxnSpPr>
          <p:nvPr/>
        </p:nvCxnSpPr>
        <p:spPr>
          <a:xfrm>
            <a:off x="10947057" y="4984088"/>
            <a:ext cx="1461538" cy="36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echteck: abgerundete Ecken 141">
            <a:extLst>
              <a:ext uri="{FF2B5EF4-FFF2-40B4-BE49-F238E27FC236}">
                <a16:creationId xmlns:a16="http://schemas.microsoft.com/office/drawing/2014/main" id="{9374E8B7-24B6-FC85-A77A-EEE5D605F984}"/>
              </a:ext>
            </a:extLst>
          </p:cNvPr>
          <p:cNvSpPr/>
          <p:nvPr/>
        </p:nvSpPr>
        <p:spPr>
          <a:xfrm>
            <a:off x="12432753" y="5444403"/>
            <a:ext cx="447675" cy="328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/>
              <a:t>MIM</a:t>
            </a:r>
          </a:p>
        </p:txBody>
      </p:sp>
      <p:cxnSp>
        <p:nvCxnSpPr>
          <p:cNvPr id="143" name="Gerade Verbindung mit Pfeil 142">
            <a:extLst>
              <a:ext uri="{FF2B5EF4-FFF2-40B4-BE49-F238E27FC236}">
                <a16:creationId xmlns:a16="http://schemas.microsoft.com/office/drawing/2014/main" id="{F2C294CF-C45A-D742-3870-3237D39F0838}"/>
              </a:ext>
            </a:extLst>
          </p:cNvPr>
          <p:cNvCxnSpPr>
            <a:cxnSpLocks/>
            <a:endCxn id="142" idx="1"/>
          </p:cNvCxnSpPr>
          <p:nvPr/>
        </p:nvCxnSpPr>
        <p:spPr>
          <a:xfrm>
            <a:off x="10971215" y="5497650"/>
            <a:ext cx="1461538" cy="1110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feld 143">
            <a:extLst>
              <a:ext uri="{FF2B5EF4-FFF2-40B4-BE49-F238E27FC236}">
                <a16:creationId xmlns:a16="http://schemas.microsoft.com/office/drawing/2014/main" id="{29D2BC74-3BE7-174C-D371-53D0640E1A05}"/>
              </a:ext>
            </a:extLst>
          </p:cNvPr>
          <p:cNvSpPr txBox="1"/>
          <p:nvPr/>
        </p:nvSpPr>
        <p:spPr>
          <a:xfrm>
            <a:off x="13525320" y="571612"/>
            <a:ext cx="2548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/>
              <a:t>/v1/dismantle-netconf-interface</a:t>
            </a:r>
          </a:p>
        </p:txBody>
      </p: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76527FFD-A27D-C191-D636-0418D2347CF0}"/>
              </a:ext>
            </a:extLst>
          </p:cNvPr>
          <p:cNvCxnSpPr>
            <a:cxnSpLocks/>
          </p:cNvCxnSpPr>
          <p:nvPr/>
        </p:nvCxnSpPr>
        <p:spPr>
          <a:xfrm flipH="1">
            <a:off x="13537658" y="755345"/>
            <a:ext cx="33886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D5350EC3-81F5-928A-7AB1-C83683A18AC5}"/>
              </a:ext>
            </a:extLst>
          </p:cNvPr>
          <p:cNvCxnSpPr>
            <a:cxnSpLocks/>
          </p:cNvCxnSpPr>
          <p:nvPr/>
        </p:nvCxnSpPr>
        <p:spPr>
          <a:xfrm>
            <a:off x="13534823" y="879874"/>
            <a:ext cx="3381577" cy="1166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feld 148">
            <a:extLst>
              <a:ext uri="{FF2B5EF4-FFF2-40B4-BE49-F238E27FC236}">
                <a16:creationId xmlns:a16="http://schemas.microsoft.com/office/drawing/2014/main" id="{B4C32C75-C175-6476-37BE-A82F695B7FF2}"/>
              </a:ext>
            </a:extLst>
          </p:cNvPr>
          <p:cNvSpPr txBox="1"/>
          <p:nvPr/>
        </p:nvSpPr>
        <p:spPr>
          <a:xfrm flipH="1">
            <a:off x="16163217" y="868258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204 / 500 …</a:t>
            </a:r>
          </a:p>
        </p:txBody>
      </p:sp>
      <p:sp>
        <p:nvSpPr>
          <p:cNvPr id="210" name="Rechteck: abgerundete Ecken 209">
            <a:extLst>
              <a:ext uri="{FF2B5EF4-FFF2-40B4-BE49-F238E27FC236}">
                <a16:creationId xmlns:a16="http://schemas.microsoft.com/office/drawing/2014/main" id="{44B2B777-E588-B36C-E091-FFDB6E04A573}"/>
              </a:ext>
            </a:extLst>
          </p:cNvPr>
          <p:cNvSpPr/>
          <p:nvPr/>
        </p:nvSpPr>
        <p:spPr>
          <a:xfrm>
            <a:off x="16929101" y="690079"/>
            <a:ext cx="447675" cy="3046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/>
              <a:t>MO</a:t>
            </a:r>
          </a:p>
        </p:txBody>
      </p:sp>
      <p:sp>
        <p:nvSpPr>
          <p:cNvPr id="213" name="Rechteck 212">
            <a:extLst>
              <a:ext uri="{FF2B5EF4-FFF2-40B4-BE49-F238E27FC236}">
                <a16:creationId xmlns:a16="http://schemas.microsoft.com/office/drawing/2014/main" id="{65B05C39-22C7-3BDA-ABC8-0E08C367F8F4}"/>
              </a:ext>
            </a:extLst>
          </p:cNvPr>
          <p:cNvSpPr/>
          <p:nvPr/>
        </p:nvSpPr>
        <p:spPr>
          <a:xfrm>
            <a:off x="11963198" y="410392"/>
            <a:ext cx="1571625" cy="13201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800"/>
              <a:t>Search all mediatorVms for mediatorVmProcesses for the defined deviceName</a:t>
            </a:r>
          </a:p>
          <a:p>
            <a:endParaRPr lang="de-DE" sz="800"/>
          </a:p>
          <a:p>
            <a:r>
              <a:rPr lang="de-DE" sz="800"/>
              <a:t>Add all mediatorVmProcesses</a:t>
            </a:r>
          </a:p>
          <a:p>
            <a:pPr marL="171450" indent="-171450">
              <a:buFontTx/>
              <a:buChar char="-"/>
            </a:pPr>
            <a:r>
              <a:rPr lang="de-DE" sz="800"/>
              <a:t>to dismantleQueue</a:t>
            </a:r>
          </a:p>
        </p:txBody>
      </p:sp>
      <p:cxnSp>
        <p:nvCxnSpPr>
          <p:cNvPr id="220" name="Verbinder: gekrümmt 219">
            <a:extLst>
              <a:ext uri="{FF2B5EF4-FFF2-40B4-BE49-F238E27FC236}">
                <a16:creationId xmlns:a16="http://schemas.microsoft.com/office/drawing/2014/main" id="{561F252A-8C14-74DE-20EB-D490C3D6B7B2}"/>
              </a:ext>
            </a:extLst>
          </p:cNvPr>
          <p:cNvCxnSpPr>
            <a:cxnSpLocks/>
            <a:stCxn id="213" idx="2"/>
            <a:endCxn id="103" idx="0"/>
          </p:cNvCxnSpPr>
          <p:nvPr/>
        </p:nvCxnSpPr>
        <p:spPr>
          <a:xfrm rot="5400000">
            <a:off x="11070253" y="821550"/>
            <a:ext cx="769750" cy="2587767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Rechteck 224">
            <a:extLst>
              <a:ext uri="{FF2B5EF4-FFF2-40B4-BE49-F238E27FC236}">
                <a16:creationId xmlns:a16="http://schemas.microsoft.com/office/drawing/2014/main" id="{8778D23D-E927-DABD-0332-D93807833FA4}"/>
              </a:ext>
            </a:extLst>
          </p:cNvPr>
          <p:cNvSpPr/>
          <p:nvPr/>
        </p:nvSpPr>
        <p:spPr>
          <a:xfrm>
            <a:off x="11944027" y="2182541"/>
            <a:ext cx="1666994" cy="2309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800"/>
          </a:p>
          <a:p>
            <a:endParaRPr lang="de-DE" sz="800"/>
          </a:p>
          <a:p>
            <a:endParaRPr lang="de-DE" sz="800"/>
          </a:p>
          <a:p>
            <a:r>
              <a:rPr lang="de-DE" sz="800"/>
              <a:t>Go slowly through all mediatorVmProcesses at all mediatorVms</a:t>
            </a:r>
          </a:p>
          <a:p>
            <a:endParaRPr lang="de-DE" sz="800"/>
          </a:p>
          <a:p>
            <a:r>
              <a:rPr lang="de-DE" sz="800"/>
              <a:t>IF mediatorVmProcess is responsive on netconf</a:t>
            </a:r>
          </a:p>
          <a:p>
            <a:r>
              <a:rPr lang="de-DE" sz="800"/>
              <a:t>THEN set firstSilenceDate=‚‘</a:t>
            </a:r>
          </a:p>
          <a:p>
            <a:r>
              <a:rPr lang="de-DE" sz="800"/>
              <a:t>ELSE check firstSilenceDate</a:t>
            </a:r>
          </a:p>
          <a:p>
            <a:endParaRPr lang="de-DE" sz="800"/>
          </a:p>
          <a:p>
            <a:r>
              <a:rPr lang="de-DE" sz="800"/>
              <a:t>IF</a:t>
            </a:r>
            <a:br>
              <a:rPr lang="de-DE" sz="800"/>
            </a:br>
            <a:r>
              <a:rPr lang="de-DE" sz="800"/>
              <a:t>currentDate – firstSilenceDate &lt;= [keepMediatorProcessPeriode]</a:t>
            </a:r>
          </a:p>
          <a:p>
            <a:r>
              <a:rPr lang="de-DE" sz="800"/>
              <a:t>THEN no change</a:t>
            </a:r>
          </a:p>
          <a:p>
            <a:r>
              <a:rPr lang="de-DE" sz="800"/>
              <a:t>ELSE add to dismantleQueue</a:t>
            </a:r>
          </a:p>
          <a:p>
            <a:endParaRPr lang="de-DE" sz="800"/>
          </a:p>
        </p:txBody>
      </p:sp>
      <p:pic>
        <p:nvPicPr>
          <p:cNvPr id="226" name="Grafik 225">
            <a:extLst>
              <a:ext uri="{FF2B5EF4-FFF2-40B4-BE49-F238E27FC236}">
                <a16:creationId xmlns:a16="http://schemas.microsoft.com/office/drawing/2014/main" id="{E590A6FC-6F27-1F52-01B4-64301CA59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3832" y="2224233"/>
            <a:ext cx="260088" cy="251271"/>
          </a:xfrm>
          <a:prstGeom prst="rect">
            <a:avLst/>
          </a:prstGeom>
        </p:spPr>
      </p:pic>
      <p:cxnSp>
        <p:nvCxnSpPr>
          <p:cNvPr id="227" name="Verbinder: gekrümmt 226">
            <a:extLst>
              <a:ext uri="{FF2B5EF4-FFF2-40B4-BE49-F238E27FC236}">
                <a16:creationId xmlns:a16="http://schemas.microsoft.com/office/drawing/2014/main" id="{2DB9CE1C-063B-8F4A-85EB-0564067865B1}"/>
              </a:ext>
            </a:extLst>
          </p:cNvPr>
          <p:cNvCxnSpPr>
            <a:cxnSpLocks/>
            <a:stCxn id="225" idx="2"/>
            <a:endCxn id="103" idx="0"/>
          </p:cNvCxnSpPr>
          <p:nvPr/>
        </p:nvCxnSpPr>
        <p:spPr>
          <a:xfrm rot="5400000" flipH="1">
            <a:off x="10473353" y="2188199"/>
            <a:ext cx="1992061" cy="2616280"/>
          </a:xfrm>
          <a:prstGeom prst="curvedConnector5">
            <a:avLst>
              <a:gd name="adj1" fmla="val -11476"/>
              <a:gd name="adj2" fmla="val 49455"/>
              <a:gd name="adj3" fmla="val 111476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671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44600e-3e04-492e-baa1-25ec245c6f10}" enabled="0" method="" siteId="{9744600e-3e04-492e-baa1-25ec245c6f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259</Words>
  <Application>Microsoft Office PowerPoint</Application>
  <PresentationFormat>Benutzerdefiniert</PresentationFormat>
  <Paragraphs>75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Thorsten Heinze</cp:lastModifiedBy>
  <cp:revision>5</cp:revision>
  <dcterms:created xsi:type="dcterms:W3CDTF">2025-01-24T13:53:29Z</dcterms:created>
  <dcterms:modified xsi:type="dcterms:W3CDTF">2025-03-04T16:07:59Z</dcterms:modified>
</cp:coreProperties>
</file>