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78" r:id="rId2"/>
  </p:sldIdLst>
  <p:sldSz cx="21599525" cy="125999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34" autoAdjust="0"/>
    <p:restoredTop sz="90178" autoAdjust="0"/>
  </p:normalViewPr>
  <p:slideViewPr>
    <p:cSldViewPr snapToGrid="0">
      <p:cViewPr varScale="1">
        <p:scale>
          <a:sx n="85" d="100"/>
          <a:sy n="85" d="100"/>
        </p:scale>
        <p:origin x="2202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41" y="2062083"/>
            <a:ext cx="16199644" cy="4386662"/>
          </a:xfrm>
        </p:spPr>
        <p:txBody>
          <a:bodyPr anchor="b"/>
          <a:lstStyle>
            <a:lvl1pPr algn="ctr">
              <a:defRPr sz="1063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6617911"/>
            <a:ext cx="16199644" cy="3042080"/>
          </a:xfrm>
        </p:spPr>
        <p:txBody>
          <a:bodyPr/>
          <a:lstStyle>
            <a:lvl1pPr marL="0" indent="0" algn="ctr">
              <a:buNone/>
              <a:defRPr sz="4252"/>
            </a:lvl1pPr>
            <a:lvl2pPr marL="809976" indent="0" algn="ctr">
              <a:buNone/>
              <a:defRPr sz="3543"/>
            </a:lvl2pPr>
            <a:lvl3pPr marL="1619951" indent="0" algn="ctr">
              <a:buNone/>
              <a:defRPr sz="3189"/>
            </a:lvl3pPr>
            <a:lvl4pPr marL="2429927" indent="0" algn="ctr">
              <a:buNone/>
              <a:defRPr sz="2835"/>
            </a:lvl4pPr>
            <a:lvl5pPr marL="3239902" indent="0" algn="ctr">
              <a:buNone/>
              <a:defRPr sz="2835"/>
            </a:lvl5pPr>
            <a:lvl6pPr marL="4049878" indent="0" algn="ctr">
              <a:buNone/>
              <a:defRPr sz="2835"/>
            </a:lvl6pPr>
            <a:lvl7pPr marL="4859853" indent="0" algn="ctr">
              <a:buNone/>
              <a:defRPr sz="2835"/>
            </a:lvl7pPr>
            <a:lvl8pPr marL="5669829" indent="0" algn="ctr">
              <a:buNone/>
              <a:defRPr sz="2835"/>
            </a:lvl8pPr>
            <a:lvl9pPr marL="6479804" indent="0" algn="ctr">
              <a:buNone/>
              <a:defRPr sz="2835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04981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0171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8" y="3141249"/>
            <a:ext cx="18629590" cy="5241244"/>
          </a:xfrm>
        </p:spPr>
        <p:txBody>
          <a:bodyPr anchor="b"/>
          <a:lstStyle>
            <a:lvl1pPr>
              <a:defRPr sz="1063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8" y="8432077"/>
            <a:ext cx="18629590" cy="2756246"/>
          </a:xfrm>
        </p:spPr>
        <p:txBody>
          <a:bodyPr/>
          <a:lstStyle>
            <a:lvl1pPr marL="0" indent="0">
              <a:buNone/>
              <a:defRPr sz="4252">
                <a:solidFill>
                  <a:schemeClr val="tx1">
                    <a:tint val="82000"/>
                  </a:schemeClr>
                </a:solidFill>
              </a:defRPr>
            </a:lvl1pPr>
            <a:lvl2pPr marL="809976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2pPr>
            <a:lvl3pPr marL="1619951" indent="0">
              <a:buNone/>
              <a:defRPr sz="3189">
                <a:solidFill>
                  <a:schemeClr val="tx1">
                    <a:tint val="82000"/>
                  </a:schemeClr>
                </a:solidFill>
              </a:defRPr>
            </a:lvl3pPr>
            <a:lvl4pPr marL="2429927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4pPr>
            <a:lvl5pPr marL="3239902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5pPr>
            <a:lvl6pPr marL="4049878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6pPr>
            <a:lvl7pPr marL="4859853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7pPr>
            <a:lvl8pPr marL="5669829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8pPr>
            <a:lvl9pPr marL="6479804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0159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3354163"/>
            <a:ext cx="9179798" cy="799457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3354163"/>
            <a:ext cx="9179798" cy="799457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094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670834"/>
            <a:ext cx="18629590" cy="243541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1" y="3088748"/>
            <a:ext cx="9137611" cy="1513748"/>
          </a:xfrm>
        </p:spPr>
        <p:txBody>
          <a:bodyPr anchor="b"/>
          <a:lstStyle>
            <a:lvl1pPr marL="0" indent="0">
              <a:buNone/>
              <a:defRPr sz="4252" b="1"/>
            </a:lvl1pPr>
            <a:lvl2pPr marL="809976" indent="0">
              <a:buNone/>
              <a:defRPr sz="3543" b="1"/>
            </a:lvl2pPr>
            <a:lvl3pPr marL="1619951" indent="0">
              <a:buNone/>
              <a:defRPr sz="3189" b="1"/>
            </a:lvl3pPr>
            <a:lvl4pPr marL="2429927" indent="0">
              <a:buNone/>
              <a:defRPr sz="2835" b="1"/>
            </a:lvl4pPr>
            <a:lvl5pPr marL="3239902" indent="0">
              <a:buNone/>
              <a:defRPr sz="2835" b="1"/>
            </a:lvl5pPr>
            <a:lvl6pPr marL="4049878" indent="0">
              <a:buNone/>
              <a:defRPr sz="2835" b="1"/>
            </a:lvl6pPr>
            <a:lvl7pPr marL="4859853" indent="0">
              <a:buNone/>
              <a:defRPr sz="2835" b="1"/>
            </a:lvl7pPr>
            <a:lvl8pPr marL="5669829" indent="0">
              <a:buNone/>
              <a:defRPr sz="2835" b="1"/>
            </a:lvl8pPr>
            <a:lvl9pPr marL="6479804" indent="0">
              <a:buNone/>
              <a:defRPr sz="2835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1" y="4602496"/>
            <a:ext cx="9137611" cy="676957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0" y="3088748"/>
            <a:ext cx="9182611" cy="1513748"/>
          </a:xfrm>
        </p:spPr>
        <p:txBody>
          <a:bodyPr anchor="b"/>
          <a:lstStyle>
            <a:lvl1pPr marL="0" indent="0">
              <a:buNone/>
              <a:defRPr sz="4252" b="1"/>
            </a:lvl1pPr>
            <a:lvl2pPr marL="809976" indent="0">
              <a:buNone/>
              <a:defRPr sz="3543" b="1"/>
            </a:lvl2pPr>
            <a:lvl3pPr marL="1619951" indent="0">
              <a:buNone/>
              <a:defRPr sz="3189" b="1"/>
            </a:lvl3pPr>
            <a:lvl4pPr marL="2429927" indent="0">
              <a:buNone/>
              <a:defRPr sz="2835" b="1"/>
            </a:lvl4pPr>
            <a:lvl5pPr marL="3239902" indent="0">
              <a:buNone/>
              <a:defRPr sz="2835" b="1"/>
            </a:lvl5pPr>
            <a:lvl6pPr marL="4049878" indent="0">
              <a:buNone/>
              <a:defRPr sz="2835" b="1"/>
            </a:lvl6pPr>
            <a:lvl7pPr marL="4859853" indent="0">
              <a:buNone/>
              <a:defRPr sz="2835" b="1"/>
            </a:lvl7pPr>
            <a:lvl8pPr marL="5669829" indent="0">
              <a:buNone/>
              <a:defRPr sz="2835" b="1"/>
            </a:lvl8pPr>
            <a:lvl9pPr marL="6479804" indent="0">
              <a:buNone/>
              <a:defRPr sz="2835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0" y="4602496"/>
            <a:ext cx="9182611" cy="676957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4799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0988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4988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839999"/>
            <a:ext cx="6966408" cy="2939997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1814166"/>
            <a:ext cx="10934760" cy="8954158"/>
          </a:xfrm>
        </p:spPr>
        <p:txBody>
          <a:bodyPr/>
          <a:lstStyle>
            <a:lvl1pPr>
              <a:defRPr sz="5669"/>
            </a:lvl1pPr>
            <a:lvl2pPr>
              <a:defRPr sz="4960"/>
            </a:lvl2pPr>
            <a:lvl3pPr>
              <a:defRPr sz="4252"/>
            </a:lvl3pPr>
            <a:lvl4pPr>
              <a:defRPr sz="3543"/>
            </a:lvl4pPr>
            <a:lvl5pPr>
              <a:defRPr sz="3543"/>
            </a:lvl5pPr>
            <a:lvl6pPr>
              <a:defRPr sz="3543"/>
            </a:lvl6pPr>
            <a:lvl7pPr>
              <a:defRPr sz="3543"/>
            </a:lvl7pPr>
            <a:lvl8pPr>
              <a:defRPr sz="3543"/>
            </a:lvl8pPr>
            <a:lvl9pPr>
              <a:defRPr sz="3543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3779996"/>
            <a:ext cx="6966408" cy="7002911"/>
          </a:xfrm>
        </p:spPr>
        <p:txBody>
          <a:bodyPr/>
          <a:lstStyle>
            <a:lvl1pPr marL="0" indent="0">
              <a:buNone/>
              <a:defRPr sz="2835"/>
            </a:lvl1pPr>
            <a:lvl2pPr marL="809976" indent="0">
              <a:buNone/>
              <a:defRPr sz="2480"/>
            </a:lvl2pPr>
            <a:lvl3pPr marL="1619951" indent="0">
              <a:buNone/>
              <a:defRPr sz="2126"/>
            </a:lvl3pPr>
            <a:lvl4pPr marL="2429927" indent="0">
              <a:buNone/>
              <a:defRPr sz="1772"/>
            </a:lvl4pPr>
            <a:lvl5pPr marL="3239902" indent="0">
              <a:buNone/>
              <a:defRPr sz="1772"/>
            </a:lvl5pPr>
            <a:lvl6pPr marL="4049878" indent="0">
              <a:buNone/>
              <a:defRPr sz="1772"/>
            </a:lvl6pPr>
            <a:lvl7pPr marL="4859853" indent="0">
              <a:buNone/>
              <a:defRPr sz="1772"/>
            </a:lvl7pPr>
            <a:lvl8pPr marL="5669829" indent="0">
              <a:buNone/>
              <a:defRPr sz="1772"/>
            </a:lvl8pPr>
            <a:lvl9pPr marL="6479804" indent="0">
              <a:buNone/>
              <a:defRPr sz="177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35625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839999"/>
            <a:ext cx="6966408" cy="2939997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1814166"/>
            <a:ext cx="10934760" cy="8954158"/>
          </a:xfrm>
        </p:spPr>
        <p:txBody>
          <a:bodyPr anchor="t"/>
          <a:lstStyle>
            <a:lvl1pPr marL="0" indent="0">
              <a:buNone/>
              <a:defRPr sz="5669"/>
            </a:lvl1pPr>
            <a:lvl2pPr marL="809976" indent="0">
              <a:buNone/>
              <a:defRPr sz="4960"/>
            </a:lvl2pPr>
            <a:lvl3pPr marL="1619951" indent="0">
              <a:buNone/>
              <a:defRPr sz="4252"/>
            </a:lvl3pPr>
            <a:lvl4pPr marL="2429927" indent="0">
              <a:buNone/>
              <a:defRPr sz="3543"/>
            </a:lvl4pPr>
            <a:lvl5pPr marL="3239902" indent="0">
              <a:buNone/>
              <a:defRPr sz="3543"/>
            </a:lvl5pPr>
            <a:lvl6pPr marL="4049878" indent="0">
              <a:buNone/>
              <a:defRPr sz="3543"/>
            </a:lvl6pPr>
            <a:lvl7pPr marL="4859853" indent="0">
              <a:buNone/>
              <a:defRPr sz="3543"/>
            </a:lvl7pPr>
            <a:lvl8pPr marL="5669829" indent="0">
              <a:buNone/>
              <a:defRPr sz="3543"/>
            </a:lvl8pPr>
            <a:lvl9pPr marL="6479804" indent="0">
              <a:buNone/>
              <a:defRPr sz="3543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3779996"/>
            <a:ext cx="6966408" cy="7002911"/>
          </a:xfrm>
        </p:spPr>
        <p:txBody>
          <a:bodyPr/>
          <a:lstStyle>
            <a:lvl1pPr marL="0" indent="0">
              <a:buNone/>
              <a:defRPr sz="2835"/>
            </a:lvl1pPr>
            <a:lvl2pPr marL="809976" indent="0">
              <a:buNone/>
              <a:defRPr sz="2480"/>
            </a:lvl2pPr>
            <a:lvl3pPr marL="1619951" indent="0">
              <a:buNone/>
              <a:defRPr sz="2126"/>
            </a:lvl3pPr>
            <a:lvl4pPr marL="2429927" indent="0">
              <a:buNone/>
              <a:defRPr sz="1772"/>
            </a:lvl4pPr>
            <a:lvl5pPr marL="3239902" indent="0">
              <a:buNone/>
              <a:defRPr sz="1772"/>
            </a:lvl5pPr>
            <a:lvl6pPr marL="4049878" indent="0">
              <a:buNone/>
              <a:defRPr sz="1772"/>
            </a:lvl6pPr>
            <a:lvl7pPr marL="4859853" indent="0">
              <a:buNone/>
              <a:defRPr sz="1772"/>
            </a:lvl7pPr>
            <a:lvl8pPr marL="5669829" indent="0">
              <a:buNone/>
              <a:defRPr sz="1772"/>
            </a:lvl8pPr>
            <a:lvl9pPr marL="6479804" indent="0">
              <a:buNone/>
              <a:defRPr sz="177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3937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3628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0" y="670833"/>
            <a:ext cx="4657398" cy="10677907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7" y="670833"/>
            <a:ext cx="13702199" cy="1067790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7801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670834"/>
            <a:ext cx="18629590" cy="2435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3354163"/>
            <a:ext cx="18629590" cy="79945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11678323"/>
            <a:ext cx="4859893" cy="67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05.03.2025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11678323"/>
            <a:ext cx="7289840" cy="67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11678323"/>
            <a:ext cx="4859893" cy="67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7092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619951" rtl="0" eaLnBrk="1" latinLnBrk="0" hangingPunct="1">
        <a:lnSpc>
          <a:spcPct val="90000"/>
        </a:lnSpc>
        <a:spcBef>
          <a:spcPct val="0"/>
        </a:spcBef>
        <a:buNone/>
        <a:defRPr sz="77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4988" indent="-404988" algn="l" defTabSz="1619951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4960" kern="1200">
          <a:solidFill>
            <a:schemeClr val="tx1"/>
          </a:solidFill>
          <a:latin typeface="+mn-lt"/>
          <a:ea typeface="+mn-ea"/>
          <a:cs typeface="+mn-cs"/>
        </a:defRPr>
      </a:lvl1pPr>
      <a:lvl2pPr marL="1214963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2pPr>
      <a:lvl3pPr marL="2024939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834914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4pPr>
      <a:lvl5pPr marL="3644890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5pPr>
      <a:lvl6pPr marL="4454865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6pPr>
      <a:lvl7pPr marL="5264841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7pPr>
      <a:lvl8pPr marL="6074816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8pPr>
      <a:lvl9pPr marL="6884792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1pPr>
      <a:lvl2pPr marL="809976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2pPr>
      <a:lvl3pPr marL="1619951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3pPr>
      <a:lvl4pPr marL="2429927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4pPr>
      <a:lvl5pPr marL="3239902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5pPr>
      <a:lvl6pPr marL="4049878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6pPr>
      <a:lvl7pPr marL="4859853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7pPr>
      <a:lvl8pPr marL="5669829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8pPr>
      <a:lvl9pPr marL="6479804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39CD3B09-ACE8-D124-4C41-FE15C00157BB}"/>
              </a:ext>
            </a:extLst>
          </p:cNvPr>
          <p:cNvSpPr/>
          <p:nvPr/>
        </p:nvSpPr>
        <p:spPr>
          <a:xfrm>
            <a:off x="379325" y="432170"/>
            <a:ext cx="447675" cy="8374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224D1142-030C-8BDE-C62A-6955AC6F6853}"/>
              </a:ext>
            </a:extLst>
          </p:cNvPr>
          <p:cNvCxnSpPr>
            <a:cxnSpLocks/>
          </p:cNvCxnSpPr>
          <p:nvPr/>
        </p:nvCxnSpPr>
        <p:spPr>
          <a:xfrm>
            <a:off x="808595" y="588357"/>
            <a:ext cx="3891264" cy="37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88739EAC-0944-7C72-1B36-B74F6A68BFA5}"/>
              </a:ext>
            </a:extLst>
          </p:cNvPr>
          <p:cNvSpPr txBox="1"/>
          <p:nvPr/>
        </p:nvSpPr>
        <p:spPr>
          <a:xfrm>
            <a:off x="2013132" y="368833"/>
            <a:ext cx="264046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/v1/notify-me-about-new-netconf-interfaces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29884F1-1C12-104D-C37A-E8F9AAC43620}"/>
              </a:ext>
            </a:extLst>
          </p:cNvPr>
          <p:cNvSpPr/>
          <p:nvPr/>
        </p:nvSpPr>
        <p:spPr>
          <a:xfrm>
            <a:off x="4699865" y="491940"/>
            <a:ext cx="1571625" cy="77768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Add MO address to forwarding in CONFIGfile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365755" y="1721848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813429" y="1826393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2866566" y="1618747"/>
            <a:ext cx="18197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000"/>
              <a:t>/v1/provide-netconf-interface</a:t>
            </a:r>
          </a:p>
        </p:txBody>
      </p:sp>
      <p:sp>
        <p:nvSpPr>
          <p:cNvPr id="15" name="Scrollen: vertikal 14">
            <a:extLst>
              <a:ext uri="{FF2B5EF4-FFF2-40B4-BE49-F238E27FC236}">
                <a16:creationId xmlns:a16="http://schemas.microsoft.com/office/drawing/2014/main" id="{E0D6D35F-81FE-6F08-CAD9-CEFA629499EC}"/>
              </a:ext>
            </a:extLst>
          </p:cNvPr>
          <p:cNvSpPr/>
          <p:nvPr/>
        </p:nvSpPr>
        <p:spPr>
          <a:xfrm>
            <a:off x="8064096" y="6384864"/>
            <a:ext cx="1476137" cy="92392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rgbClr val="FF0000"/>
                </a:solidFill>
              </a:rPr>
              <a:t>netconf</a:t>
            </a:r>
            <a:r>
              <a:rPr lang="de-DE" sz="800"/>
              <a:t> </a:t>
            </a:r>
            <a:r>
              <a:rPr lang="de-DE" sz="800">
                <a:solidFill>
                  <a:srgbClr val="FF0000"/>
                </a:solidFill>
              </a:rPr>
              <a:t>interfaces</a:t>
            </a:r>
            <a:r>
              <a:rPr lang="de-DE" sz="800"/>
              <a:t> that need to be provided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15" idx="0"/>
          </p:cNvCxnSpPr>
          <p:nvPr/>
        </p:nvCxnSpPr>
        <p:spPr>
          <a:xfrm>
            <a:off x="6236436" y="2233862"/>
            <a:ext cx="2565729" cy="4151002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813427" y="2043798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51621379-E05A-7624-5E2B-9E656D5A037C}"/>
              </a:ext>
            </a:extLst>
          </p:cNvPr>
          <p:cNvSpPr txBox="1"/>
          <p:nvPr/>
        </p:nvSpPr>
        <p:spPr>
          <a:xfrm>
            <a:off x="897495" y="670756"/>
            <a:ext cx="18069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/v1/regard-netconf-interface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C9280F8D-5783-26FF-2B26-854D0A7991FA}"/>
              </a:ext>
            </a:extLst>
          </p:cNvPr>
          <p:cNvCxnSpPr>
            <a:cxnSpLocks/>
          </p:cNvCxnSpPr>
          <p:nvPr/>
        </p:nvCxnSpPr>
        <p:spPr>
          <a:xfrm flipH="1" flipV="1">
            <a:off x="812452" y="873632"/>
            <a:ext cx="3872863" cy="4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4691698" y="8009753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15" idx="0"/>
          </p:cNvCxnSpPr>
          <p:nvPr/>
        </p:nvCxnSpPr>
        <p:spPr>
          <a:xfrm>
            <a:off x="6247955" y="5888085"/>
            <a:ext cx="2554210" cy="496779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15" idx="0"/>
          </p:cNvCxnSpPr>
          <p:nvPr/>
        </p:nvCxnSpPr>
        <p:spPr>
          <a:xfrm flipV="1">
            <a:off x="6254057" y="6384864"/>
            <a:ext cx="2548108" cy="2920568"/>
          </a:xfrm>
          <a:prstGeom prst="curvedConnector4">
            <a:avLst>
              <a:gd name="adj1" fmla="val 35517"/>
              <a:gd name="adj2" fmla="val 107827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2151784" y="9489618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15" idx="2"/>
            <a:endCxn id="75" idx="0"/>
          </p:cNvCxnSpPr>
          <p:nvPr/>
        </p:nvCxnSpPr>
        <p:spPr>
          <a:xfrm rot="5400000">
            <a:off x="8152435" y="7806723"/>
            <a:ext cx="1147663" cy="151799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4348316" y="2580052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064096" y="2774334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1591355" y="-762648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6247955" y="3300183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6254057" y="3300183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7843114" y="2896395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4250371" y="7164412"/>
            <a:ext cx="1571625" cy="147393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there is </a:t>
            </a:r>
            <a:r>
              <a:rPr lang="de-DE" sz="800" u="sng"/>
              <a:t>no</a:t>
            </a:r>
            <a:r>
              <a:rPr lang="de-DE" sz="800"/>
              <a:t> mountPoint with same deviceName in ODL (ask MO)</a:t>
            </a:r>
          </a:p>
          <a:p>
            <a:r>
              <a:rPr lang="de-DE" sz="800"/>
              <a:t>THEN dismantle mediatorProc.</a:t>
            </a:r>
          </a:p>
          <a:p>
            <a:r>
              <a:rPr lang="de-DE" sz="800"/>
              <a:t>ELSE check for mediatorProc. used by mountPoint</a:t>
            </a:r>
          </a:p>
          <a:p>
            <a:endParaRPr lang="de-DE" sz="800"/>
          </a:p>
          <a:p>
            <a:r>
              <a:rPr lang="de-DE" sz="800"/>
              <a:t>IF different mediatorProcess used by mountPoint</a:t>
            </a:r>
          </a:p>
          <a:p>
            <a:r>
              <a:rPr lang="de-DE" sz="800"/>
              <a:t>THEN dismantle mediatorProc.</a:t>
            </a:r>
          </a:p>
          <a:p>
            <a:r>
              <a:rPr lang="de-DE" sz="800"/>
              <a:t>ELSE terminate without change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3289055" y="5325129"/>
            <a:ext cx="3586413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feld 137">
            <a:extLst>
              <a:ext uri="{FF2B5EF4-FFF2-40B4-BE49-F238E27FC236}">
                <a16:creationId xmlns:a16="http://schemas.microsoft.com/office/drawing/2014/main" id="{5F39A88C-C8DD-8585-E481-7CA9215CE4E7}"/>
              </a:ext>
            </a:extLst>
          </p:cNvPr>
          <p:cNvSpPr txBox="1"/>
          <p:nvPr/>
        </p:nvSpPr>
        <p:spPr>
          <a:xfrm>
            <a:off x="14296269" y="6971584"/>
            <a:ext cx="156004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/p1/dismantle-mediator-process</a:t>
            </a:r>
          </a:p>
        </p:txBody>
      </p: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8448076" y="596056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/v1/dismantle-netconf-interface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8419924" y="836510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8419924" y="959618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19927563" y="938962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0693447" y="760783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6847351" y="490136"/>
            <a:ext cx="1571625" cy="1320166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5995876" y="942764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6829126" y="2262287"/>
            <a:ext cx="1798430" cy="25725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tabLst>
                <a:tab pos="36000" algn="l"/>
              </a:tabLst>
            </a:pP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8931" y="2330350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5300939" y="2407450"/>
            <a:ext cx="2254800" cy="2600004"/>
          </a:xfrm>
          <a:prstGeom prst="curvedConnector5">
            <a:avLst>
              <a:gd name="adj1" fmla="val -10138"/>
              <a:gd name="adj2" fmla="val 52292"/>
              <a:gd name="adj3" fmla="val 110138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1" y="6391604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4691698" y="6339594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760324" y="6528994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2256572" y="6299444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808595" y="6754734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826996" y="671146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975" y="8092952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1" y="3258135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4699861" y="2918802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760324" y="3395525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2294672" y="3165975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808595" y="3621265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826996" y="3577999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6829126" y="515374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tabLst>
                <a:tab pos="36000" algn="l"/>
              </a:tabLst>
            </a:pP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8931" y="5229262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9428513" y="8565691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0851196" y="3804673"/>
            <a:ext cx="1461538" cy="541614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AppDATA</a:t>
            </a:r>
            <a:br>
              <a:rPr lang="de-DE" sz="1050"/>
            </a:br>
            <a:r>
              <a:rPr lang="de-DE" sz="1050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9429852" y="3804673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7864553" y="8456454"/>
            <a:ext cx="1571625" cy="1818234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Prepare device</a:t>
            </a:r>
          </a:p>
          <a:p>
            <a:endParaRPr lang="de-DE" sz="800"/>
          </a:p>
          <a:p>
            <a:r>
              <a:rPr lang="de-DE" sz="800"/>
              <a:t>Pick operational but not depre-cated mediatorVm with lowest number of mediatorProcesses</a:t>
            </a:r>
          </a:p>
          <a:p>
            <a:endParaRPr lang="de-DE" sz="800"/>
          </a:p>
          <a:p>
            <a:r>
              <a:rPr lang="de-DE" sz="800"/>
              <a:t>Check whether engineering Limit will not be exceeded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Assure netconfInterfa. to work</a:t>
            </a:r>
          </a:p>
          <a:p>
            <a:endParaRPr lang="de-DE" sz="800"/>
          </a:p>
          <a:p>
            <a:r>
              <a:rPr lang="de-DE" sz="800"/>
              <a:t>Notify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9382794" y="854148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9384133" y="886194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9384133" y="9192370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9357108" y="9639494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9357107" y="1014233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0803997" y="4595645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841" y="4657234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2152951">
            <a:off x="9758319" y="10446249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8931600" y="8181944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048009" y="9602762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1461209" y="4467043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5775655" y="734826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9343211" y="988637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6233976" y="846545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5777188" y="770064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6215192" y="693418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6856071" y="64703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6207980" y="649457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423" name="Gruppieren 422">
            <a:extLst>
              <a:ext uri="{FF2B5EF4-FFF2-40B4-BE49-F238E27FC236}">
                <a16:creationId xmlns:a16="http://schemas.microsoft.com/office/drawing/2014/main" id="{0F663714-91C7-DA05-C1F4-38D2183BCC92}"/>
              </a:ext>
            </a:extLst>
          </p:cNvPr>
          <p:cNvGrpSpPr/>
          <p:nvPr/>
        </p:nvGrpSpPr>
        <p:grpSpPr>
          <a:xfrm>
            <a:off x="4691698" y="1656057"/>
            <a:ext cx="1571625" cy="1083228"/>
            <a:chOff x="4705268" y="1628351"/>
            <a:chExt cx="1571625" cy="1083228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0870663B-C73A-4771-A211-4239452F5C6F}"/>
                </a:ext>
              </a:extLst>
            </p:cNvPr>
            <p:cNvSpPr/>
            <p:nvPr/>
          </p:nvSpPr>
          <p:spPr>
            <a:xfrm>
              <a:off x="4705268" y="1628351"/>
              <a:ext cx="1571625" cy="1083228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800"/>
                <a:t>IF an additional interface can be provided without exceeding the engineering limit</a:t>
              </a:r>
            </a:p>
            <a:p>
              <a:r>
                <a:rPr lang="de-DE" sz="800"/>
                <a:t>THEN add to createQueue</a:t>
              </a:r>
            </a:p>
            <a:p>
              <a:r>
                <a:rPr lang="de-DE" sz="800"/>
                <a:t>ELSE respond error code</a:t>
              </a:r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A692FBE6-EE2E-AF3B-EC93-8B8A9207898A}"/>
                </a:ext>
              </a:extLst>
            </p:cNvPr>
            <p:cNvSpPr/>
            <p:nvPr/>
          </p:nvSpPr>
          <p:spPr>
            <a:xfrm>
              <a:off x="6205170" y="2338553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2" name="Ellipse 251">
              <a:extLst>
                <a:ext uri="{FF2B5EF4-FFF2-40B4-BE49-F238E27FC236}">
                  <a16:creationId xmlns:a16="http://schemas.microsoft.com/office/drawing/2014/main" id="{913FE3AE-A440-CC21-792C-79FD25782F18}"/>
                </a:ext>
              </a:extLst>
            </p:cNvPr>
            <p:cNvSpPr/>
            <p:nvPr/>
          </p:nvSpPr>
          <p:spPr>
            <a:xfrm>
              <a:off x="6204287" y="2183296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3" name="Ellipse 252">
              <a:extLst>
                <a:ext uri="{FF2B5EF4-FFF2-40B4-BE49-F238E27FC236}">
                  <a16:creationId xmlns:a16="http://schemas.microsoft.com/office/drawing/2014/main" id="{C6D8E57B-9A7E-DB25-D05B-D55D542817D4}"/>
                </a:ext>
              </a:extLst>
            </p:cNvPr>
            <p:cNvSpPr/>
            <p:nvPr/>
          </p:nvSpPr>
          <p:spPr>
            <a:xfrm>
              <a:off x="6211746" y="1765252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99" idx="1"/>
          </p:cNvCxnSpPr>
          <p:nvPr/>
        </p:nvCxnSpPr>
        <p:spPr>
          <a:xfrm>
            <a:off x="6243895" y="1815818"/>
            <a:ext cx="5338070" cy="1988855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6271486" y="3333658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8616164" y="1431821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4699866" y="3933749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de-DE" sz="800"/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80" name="Textfeld 279">
            <a:extLst>
              <a:ext uri="{FF2B5EF4-FFF2-40B4-BE49-F238E27FC236}">
                <a16:creationId xmlns:a16="http://schemas.microsoft.com/office/drawing/2014/main" id="{1E1F3E1D-DAB8-2998-CCF8-5D48E203CFE7}"/>
              </a:ext>
            </a:extLst>
          </p:cNvPr>
          <p:cNvSpPr txBox="1"/>
          <p:nvPr/>
        </p:nvSpPr>
        <p:spPr>
          <a:xfrm rot="19801717">
            <a:off x="7491823" y="8072500"/>
            <a:ext cx="1423788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/p1/create-netconf-interface</a:t>
            </a:r>
          </a:p>
        </p:txBody>
      </p: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1581965" y="669889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6253699" y="3804673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6260911" y="4346287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6593742" y="3483931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6208338" y="928257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6208338" y="944779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5821374" y="1065472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1342427" y="7723501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2551086" y="4595645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8930" y="4657234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2334753" y="3593499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9629275" y="7816772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063946" y="3322692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1335628" y="10715187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9971235" y="10696231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6829126" y="7093166"/>
            <a:ext cx="1798430" cy="1556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tabLst>
                <a:tab pos="36000" algn="l"/>
              </a:tabLst>
            </a:pP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1790" y="7164412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846565" y="2061423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200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9388930" y="9909239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Verbinder: gekrümmt 92">
            <a:extLst>
              <a:ext uri="{FF2B5EF4-FFF2-40B4-BE49-F238E27FC236}">
                <a16:creationId xmlns:a16="http://schemas.microsoft.com/office/drawing/2014/main" id="{A330ADED-BEE4-6C5F-0774-5C15994C0CA8}"/>
              </a:ext>
            </a:extLst>
          </p:cNvPr>
          <p:cNvCxnSpPr>
            <a:cxnSpLocks/>
            <a:stCxn id="186" idx="6"/>
            <a:endCxn id="9" idx="3"/>
          </p:cNvCxnSpPr>
          <p:nvPr/>
        </p:nvCxnSpPr>
        <p:spPr>
          <a:xfrm flipH="1" flipV="1">
            <a:off x="6271490" y="880780"/>
            <a:ext cx="3131336" cy="9285760"/>
          </a:xfrm>
          <a:prstGeom prst="curvedConnector3">
            <a:avLst>
              <a:gd name="adj1" fmla="val -73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9402827" y="9663698"/>
            <a:ext cx="1197058" cy="1032533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2" name="Textfeld 441">
            <a:extLst>
              <a:ext uri="{FF2B5EF4-FFF2-40B4-BE49-F238E27FC236}">
                <a16:creationId xmlns:a16="http://schemas.microsoft.com/office/drawing/2014/main" id="{5A04B117-5929-473A-ACC9-BC8BA60464EB}"/>
              </a:ext>
            </a:extLst>
          </p:cNvPr>
          <p:cNvSpPr txBox="1"/>
          <p:nvPr/>
        </p:nvSpPr>
        <p:spPr>
          <a:xfrm>
            <a:off x="912042" y="960542"/>
            <a:ext cx="21563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/v1/regard-netconf-interface-status</a:t>
            </a:r>
          </a:p>
        </p:txBody>
      </p:sp>
      <p:cxnSp>
        <p:nvCxnSpPr>
          <p:cNvPr id="443" name="Gerade Verbindung mit Pfeil 442">
            <a:extLst>
              <a:ext uri="{FF2B5EF4-FFF2-40B4-BE49-F238E27FC236}">
                <a16:creationId xmlns:a16="http://schemas.microsoft.com/office/drawing/2014/main" id="{C9D82909-E2FB-B4AD-C9AD-F5215CD12E14}"/>
              </a:ext>
            </a:extLst>
          </p:cNvPr>
          <p:cNvCxnSpPr>
            <a:cxnSpLocks/>
          </p:cNvCxnSpPr>
          <p:nvPr/>
        </p:nvCxnSpPr>
        <p:spPr>
          <a:xfrm flipH="1" flipV="1">
            <a:off x="826999" y="1163418"/>
            <a:ext cx="3872863" cy="4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6" name="Textfeld 445">
            <a:extLst>
              <a:ext uri="{FF2B5EF4-FFF2-40B4-BE49-F238E27FC236}">
                <a16:creationId xmlns:a16="http://schemas.microsoft.com/office/drawing/2014/main" id="{88002897-09E2-B1C6-7448-2355FDE4DB1C}"/>
              </a:ext>
            </a:extLst>
          </p:cNvPr>
          <p:cNvSpPr txBox="1"/>
          <p:nvPr/>
        </p:nvSpPr>
        <p:spPr>
          <a:xfrm>
            <a:off x="1800947" y="2072066"/>
            <a:ext cx="80983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{requestID}</a:t>
            </a:r>
          </a:p>
        </p:txBody>
      </p:sp>
      <p:sp>
        <p:nvSpPr>
          <p:cNvPr id="447" name="Sprechblase: rechteckig 446">
            <a:extLst>
              <a:ext uri="{FF2B5EF4-FFF2-40B4-BE49-F238E27FC236}">
                <a16:creationId xmlns:a16="http://schemas.microsoft.com/office/drawing/2014/main" id="{746C2D44-9530-5919-66B6-38D42A90D690}"/>
              </a:ext>
            </a:extLst>
          </p:cNvPr>
          <p:cNvSpPr/>
          <p:nvPr/>
        </p:nvSpPr>
        <p:spPr>
          <a:xfrm>
            <a:off x="873267" y="1248574"/>
            <a:ext cx="4308333" cy="293971"/>
          </a:xfrm>
          <a:prstGeom prst="wedgeRectCallout">
            <a:avLst>
              <a:gd name="adj1" fmla="val -22169"/>
              <a:gd name="adj2" fmla="val 239955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chemeClr val="tx1"/>
                </a:solidFill>
              </a:rPr>
              <a:t>/v1/regard-netconf-interface-status exor</a:t>
            </a:r>
          </a:p>
          <a:p>
            <a:pPr algn="ctr"/>
            <a:r>
              <a:rPr lang="de-DE" sz="800">
                <a:solidFill>
                  <a:schemeClr val="tx1"/>
                </a:solidFill>
              </a:rPr>
              <a:t>RequestID + additional responseBody definition in /v1/regard-netconf-interface</a:t>
            </a:r>
          </a:p>
        </p:txBody>
      </p: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3393596" y="4314793"/>
            <a:ext cx="6069485" cy="2600004"/>
          </a:xfrm>
          <a:prstGeom prst="curvedConnector5">
            <a:avLst>
              <a:gd name="adj1" fmla="val -3766"/>
              <a:gd name="adj2" fmla="val 52292"/>
              <a:gd name="adj3" fmla="val 103766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66714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00"/>
        </a:solidFill>
        <a:ln>
          <a:noFill/>
        </a:ln>
      </a:spPr>
      <a:bodyPr rtlCol="0" anchor="ctr"/>
      <a:lstStyle>
        <a:defPPr algn="ctr">
          <a:defRPr sz="80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517</Words>
  <Application>Microsoft Office PowerPoint</Application>
  <PresentationFormat>Benutzerdefiniert</PresentationFormat>
  <Paragraphs>141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14</cp:revision>
  <dcterms:created xsi:type="dcterms:W3CDTF">2025-01-24T13:53:29Z</dcterms:created>
  <dcterms:modified xsi:type="dcterms:W3CDTF">2025-03-07T16:31:13Z</dcterms:modified>
</cp:coreProperties>
</file>