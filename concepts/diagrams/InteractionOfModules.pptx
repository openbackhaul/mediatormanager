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9"/>
  </p:notesMasterIdLst>
  <p:sldIdLst>
    <p:sldId id="289" r:id="rId2"/>
    <p:sldId id="258" r:id="rId3"/>
    <p:sldId id="284" r:id="rId4"/>
    <p:sldId id="290" r:id="rId5"/>
    <p:sldId id="291" r:id="rId6"/>
    <p:sldId id="292" r:id="rId7"/>
    <p:sldId id="293" r:id="rId8"/>
    <p:sldId id="295" r:id="rId9"/>
    <p:sldId id="296" r:id="rId10"/>
    <p:sldId id="294" r:id="rId11"/>
    <p:sldId id="297" r:id="rId12"/>
    <p:sldId id="287" r:id="rId13"/>
    <p:sldId id="280" r:id="rId14"/>
    <p:sldId id="286" r:id="rId15"/>
    <p:sldId id="282" r:id="rId16"/>
    <p:sldId id="285" r:id="rId17"/>
    <p:sldId id="288" r:id="rId18"/>
  </p:sldIdLst>
  <p:sldSz cx="21599525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11" autoAdjust="0"/>
    <p:restoredTop sz="96370" autoAdjust="0"/>
  </p:normalViewPr>
  <p:slideViewPr>
    <p:cSldViewPr snapToGrid="0">
      <p:cViewPr>
        <p:scale>
          <a:sx n="66" d="100"/>
          <a:sy n="66" d="100"/>
        </p:scale>
        <p:origin x="468" y="-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577975" y="1143000"/>
            <a:ext cx="3702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577975" y="1143000"/>
            <a:ext cx="370205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12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577975" y="1143000"/>
            <a:ext cx="370205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219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2945943"/>
            <a:ext cx="18359596" cy="6266897"/>
          </a:xfrm>
        </p:spPr>
        <p:txBody>
          <a:bodyPr anchor="b"/>
          <a:lstStyle>
            <a:lvl1pPr algn="ctr">
              <a:defRPr sz="1417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9454516"/>
            <a:ext cx="16199644" cy="4345992"/>
          </a:xfrm>
        </p:spPr>
        <p:txBody>
          <a:bodyPr/>
          <a:lstStyle>
            <a:lvl1pPr marL="0" indent="0" algn="ctr">
              <a:buNone/>
              <a:defRPr sz="5669"/>
            </a:lvl1pPr>
            <a:lvl2pPr marL="1079998" indent="0" algn="ctr">
              <a:buNone/>
              <a:defRPr sz="4724"/>
            </a:lvl2pPr>
            <a:lvl3pPr marL="2159996" indent="0" algn="ctr">
              <a:buNone/>
              <a:defRPr sz="4252"/>
            </a:lvl3pPr>
            <a:lvl4pPr marL="3239994" indent="0" algn="ctr">
              <a:buNone/>
              <a:defRPr sz="3780"/>
            </a:lvl4pPr>
            <a:lvl5pPr marL="4319991" indent="0" algn="ctr">
              <a:buNone/>
              <a:defRPr sz="3780"/>
            </a:lvl5pPr>
            <a:lvl6pPr marL="5399989" indent="0" algn="ctr">
              <a:buNone/>
              <a:defRPr sz="3780"/>
            </a:lvl6pPr>
            <a:lvl7pPr marL="6479987" indent="0" algn="ctr">
              <a:buNone/>
              <a:defRPr sz="3780"/>
            </a:lvl7pPr>
            <a:lvl8pPr marL="7559985" indent="0" algn="ctr">
              <a:buNone/>
              <a:defRPr sz="3780"/>
            </a:lvl8pPr>
            <a:lvl9pPr marL="8639983" indent="0" algn="ctr">
              <a:buNone/>
              <a:defRPr sz="378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1015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68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4487671"/>
            <a:ext cx="18629590" cy="7487774"/>
          </a:xfrm>
        </p:spPr>
        <p:txBody>
          <a:bodyPr anchor="b"/>
          <a:lstStyle>
            <a:lvl1pPr>
              <a:defRPr sz="1417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12046282"/>
            <a:ext cx="18629590" cy="3937644"/>
          </a:xfrm>
        </p:spPr>
        <p:txBody>
          <a:bodyPr/>
          <a:lstStyle>
            <a:lvl1pPr marL="0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1pPr>
            <a:lvl2pPr marL="1079998" indent="0">
              <a:buNone/>
              <a:defRPr sz="4724">
                <a:solidFill>
                  <a:schemeClr val="tx1">
                    <a:tint val="82000"/>
                  </a:schemeClr>
                </a:solidFill>
              </a:defRPr>
            </a:lvl2pPr>
            <a:lvl3pPr marL="2159996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3pPr>
            <a:lvl4pPr marL="3239994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4pPr>
            <a:lvl5pPr marL="4319991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5pPr>
            <a:lvl6pPr marL="5399989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6pPr>
            <a:lvl7pPr marL="647998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7pPr>
            <a:lvl8pPr marL="7559985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8pPr>
            <a:lvl9pPr marL="8639983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6233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4791843"/>
            <a:ext cx="9179798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4791843"/>
            <a:ext cx="9179798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101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58373"/>
            <a:ext cx="18629590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4412664"/>
            <a:ext cx="9137610" cy="2162578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79998" indent="0">
              <a:buNone/>
              <a:defRPr sz="4724" b="1"/>
            </a:lvl2pPr>
            <a:lvl3pPr marL="2159996" indent="0">
              <a:buNone/>
              <a:defRPr sz="4252" b="1"/>
            </a:lvl3pPr>
            <a:lvl4pPr marL="3239994" indent="0">
              <a:buNone/>
              <a:defRPr sz="3780" b="1"/>
            </a:lvl4pPr>
            <a:lvl5pPr marL="4319991" indent="0">
              <a:buNone/>
              <a:defRPr sz="3780" b="1"/>
            </a:lvl5pPr>
            <a:lvl6pPr marL="5399989" indent="0">
              <a:buNone/>
              <a:defRPr sz="3780" b="1"/>
            </a:lvl6pPr>
            <a:lvl7pPr marL="6479987" indent="0">
              <a:buNone/>
              <a:defRPr sz="3780" b="1"/>
            </a:lvl7pPr>
            <a:lvl8pPr marL="7559985" indent="0">
              <a:buNone/>
              <a:defRPr sz="3780" b="1"/>
            </a:lvl8pPr>
            <a:lvl9pPr marL="8639983" indent="0">
              <a:buNone/>
              <a:defRPr sz="37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6575242"/>
            <a:ext cx="913761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1" y="4412664"/>
            <a:ext cx="9182611" cy="2162578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79998" indent="0">
              <a:buNone/>
              <a:defRPr sz="4724" b="1"/>
            </a:lvl2pPr>
            <a:lvl3pPr marL="2159996" indent="0">
              <a:buNone/>
              <a:defRPr sz="4252" b="1"/>
            </a:lvl3pPr>
            <a:lvl4pPr marL="3239994" indent="0">
              <a:buNone/>
              <a:defRPr sz="3780" b="1"/>
            </a:lvl4pPr>
            <a:lvl5pPr marL="4319991" indent="0">
              <a:buNone/>
              <a:defRPr sz="3780" b="1"/>
            </a:lvl5pPr>
            <a:lvl6pPr marL="5399989" indent="0">
              <a:buNone/>
              <a:defRPr sz="3780" b="1"/>
            </a:lvl6pPr>
            <a:lvl7pPr marL="6479987" indent="0">
              <a:buNone/>
              <a:defRPr sz="3780" b="1"/>
            </a:lvl7pPr>
            <a:lvl8pPr marL="7559985" indent="0">
              <a:buNone/>
              <a:defRPr sz="3780" b="1"/>
            </a:lvl8pPr>
            <a:lvl9pPr marL="8639983" indent="0">
              <a:buNone/>
              <a:defRPr sz="37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1" y="6575242"/>
            <a:ext cx="9182611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260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407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8254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200044"/>
            <a:ext cx="6966409" cy="4200155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2591766"/>
            <a:ext cx="10934760" cy="12792138"/>
          </a:xfrm>
        </p:spPr>
        <p:txBody>
          <a:bodyPr/>
          <a:lstStyle>
            <a:lvl1pPr>
              <a:defRPr sz="7559"/>
            </a:lvl1pPr>
            <a:lvl2pPr>
              <a:defRPr sz="6614"/>
            </a:lvl2pPr>
            <a:lvl3pPr>
              <a:defRPr sz="5669"/>
            </a:lvl3pPr>
            <a:lvl4pPr>
              <a:defRPr sz="4724"/>
            </a:lvl4pPr>
            <a:lvl5pPr>
              <a:defRPr sz="4724"/>
            </a:lvl5pPr>
            <a:lvl6pPr>
              <a:defRPr sz="4724"/>
            </a:lvl6pPr>
            <a:lvl7pPr>
              <a:defRPr sz="4724"/>
            </a:lvl7pPr>
            <a:lvl8pPr>
              <a:defRPr sz="4724"/>
            </a:lvl8pPr>
            <a:lvl9pPr>
              <a:defRPr sz="4724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5400199"/>
            <a:ext cx="6966409" cy="10004536"/>
          </a:xfrm>
        </p:spPr>
        <p:txBody>
          <a:bodyPr/>
          <a:lstStyle>
            <a:lvl1pPr marL="0" indent="0">
              <a:buNone/>
              <a:defRPr sz="3780"/>
            </a:lvl1pPr>
            <a:lvl2pPr marL="1079998" indent="0">
              <a:buNone/>
              <a:defRPr sz="3307"/>
            </a:lvl2pPr>
            <a:lvl3pPr marL="2159996" indent="0">
              <a:buNone/>
              <a:defRPr sz="2835"/>
            </a:lvl3pPr>
            <a:lvl4pPr marL="3239994" indent="0">
              <a:buNone/>
              <a:defRPr sz="2362"/>
            </a:lvl4pPr>
            <a:lvl5pPr marL="4319991" indent="0">
              <a:buNone/>
              <a:defRPr sz="2362"/>
            </a:lvl5pPr>
            <a:lvl6pPr marL="5399989" indent="0">
              <a:buNone/>
              <a:defRPr sz="2362"/>
            </a:lvl6pPr>
            <a:lvl7pPr marL="6479987" indent="0">
              <a:buNone/>
              <a:defRPr sz="2362"/>
            </a:lvl7pPr>
            <a:lvl8pPr marL="7559985" indent="0">
              <a:buNone/>
              <a:defRPr sz="2362"/>
            </a:lvl8pPr>
            <a:lvl9pPr marL="8639983" indent="0">
              <a:buNone/>
              <a:defRPr sz="236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3724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200044"/>
            <a:ext cx="6966409" cy="4200155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2591766"/>
            <a:ext cx="10934760" cy="12792138"/>
          </a:xfrm>
        </p:spPr>
        <p:txBody>
          <a:bodyPr anchor="t"/>
          <a:lstStyle>
            <a:lvl1pPr marL="0" indent="0">
              <a:buNone/>
              <a:defRPr sz="7559"/>
            </a:lvl1pPr>
            <a:lvl2pPr marL="1079998" indent="0">
              <a:buNone/>
              <a:defRPr sz="6614"/>
            </a:lvl2pPr>
            <a:lvl3pPr marL="2159996" indent="0">
              <a:buNone/>
              <a:defRPr sz="5669"/>
            </a:lvl3pPr>
            <a:lvl4pPr marL="3239994" indent="0">
              <a:buNone/>
              <a:defRPr sz="4724"/>
            </a:lvl4pPr>
            <a:lvl5pPr marL="4319991" indent="0">
              <a:buNone/>
              <a:defRPr sz="4724"/>
            </a:lvl5pPr>
            <a:lvl6pPr marL="5399989" indent="0">
              <a:buNone/>
              <a:defRPr sz="4724"/>
            </a:lvl6pPr>
            <a:lvl7pPr marL="6479987" indent="0">
              <a:buNone/>
              <a:defRPr sz="4724"/>
            </a:lvl7pPr>
            <a:lvl8pPr marL="7559985" indent="0">
              <a:buNone/>
              <a:defRPr sz="4724"/>
            </a:lvl8pPr>
            <a:lvl9pPr marL="8639983" indent="0">
              <a:buNone/>
              <a:defRPr sz="4724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5400199"/>
            <a:ext cx="6966409" cy="10004536"/>
          </a:xfrm>
        </p:spPr>
        <p:txBody>
          <a:bodyPr/>
          <a:lstStyle>
            <a:lvl1pPr marL="0" indent="0">
              <a:buNone/>
              <a:defRPr sz="3780"/>
            </a:lvl1pPr>
            <a:lvl2pPr marL="1079998" indent="0">
              <a:buNone/>
              <a:defRPr sz="3307"/>
            </a:lvl2pPr>
            <a:lvl3pPr marL="2159996" indent="0">
              <a:buNone/>
              <a:defRPr sz="2835"/>
            </a:lvl3pPr>
            <a:lvl4pPr marL="3239994" indent="0">
              <a:buNone/>
              <a:defRPr sz="2362"/>
            </a:lvl4pPr>
            <a:lvl5pPr marL="4319991" indent="0">
              <a:buNone/>
              <a:defRPr sz="2362"/>
            </a:lvl5pPr>
            <a:lvl6pPr marL="5399989" indent="0">
              <a:buNone/>
              <a:defRPr sz="2362"/>
            </a:lvl6pPr>
            <a:lvl7pPr marL="6479987" indent="0">
              <a:buNone/>
              <a:defRPr sz="2362"/>
            </a:lvl7pPr>
            <a:lvl8pPr marL="7559985" indent="0">
              <a:buNone/>
              <a:defRPr sz="2362"/>
            </a:lvl8pPr>
            <a:lvl9pPr marL="8639983" indent="0">
              <a:buNone/>
              <a:defRPr sz="236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884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258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958369"/>
            <a:ext cx="4657398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8" y="958369"/>
            <a:ext cx="13702199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376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958373"/>
            <a:ext cx="1862959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4791843"/>
            <a:ext cx="18629590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6683952"/>
            <a:ext cx="4859893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06.04.2025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6683952"/>
            <a:ext cx="7289840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6683952"/>
            <a:ext cx="4859893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9355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159996" rtl="0" eaLnBrk="1" latinLnBrk="0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999" indent="-539999" algn="l" defTabSz="2159996" rtl="0" eaLnBrk="1" latinLnBrk="0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19997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699995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59990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39988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19986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099984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79982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59996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39994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19991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399989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79987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59985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39983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78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4075D25-CDA8-F234-39C9-86E1C2A49D1B}"/>
              </a:ext>
            </a:extLst>
          </p:cNvPr>
          <p:cNvSpPr/>
          <p:nvPr/>
        </p:nvSpPr>
        <p:spPr>
          <a:xfrm>
            <a:off x="5410063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349C4-9D91-1431-A139-33AEE673A522}"/>
              </a:ext>
            </a:extLst>
          </p:cNvPr>
          <p:cNvSpPr/>
          <p:nvPr/>
        </p:nvSpPr>
        <p:spPr>
          <a:xfrm>
            <a:off x="1519009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F6D26E3-0A36-6BB9-CF33-F53D492067FF}"/>
              </a:ext>
            </a:extLst>
          </p:cNvPr>
          <p:cNvSpPr/>
          <p:nvPr/>
        </p:nvSpPr>
        <p:spPr>
          <a:xfrm>
            <a:off x="2937276" y="8032640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3278D7-67C4-F0B3-F6BF-FFCCB4978F19}"/>
              </a:ext>
            </a:extLst>
          </p:cNvPr>
          <p:cNvSpPr/>
          <p:nvPr/>
        </p:nvSpPr>
        <p:spPr>
          <a:xfrm>
            <a:off x="1519009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B2D5C2F-E116-89BE-29E4-4B519C2CF449}"/>
              </a:ext>
            </a:extLst>
          </p:cNvPr>
          <p:cNvSpPr/>
          <p:nvPr/>
        </p:nvSpPr>
        <p:spPr>
          <a:xfrm>
            <a:off x="2839730" y="6490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D161311A-2E17-E871-FE81-80AA99818B20}"/>
              </a:ext>
            </a:extLst>
          </p:cNvPr>
          <p:cNvSpPr/>
          <p:nvPr/>
        </p:nvSpPr>
        <p:spPr>
          <a:xfrm>
            <a:off x="1610441" y="8995244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E96537-E936-312C-60B5-FE43AD1A2FC6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2981962" y="6755090"/>
            <a:ext cx="97546" cy="127754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1800BDA-43AD-0104-65C4-D6CFC3B1562D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2357159" y="8302540"/>
            <a:ext cx="761787" cy="69270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3A05DC17-DAE3-78F9-5748-64AE45B31731}"/>
              </a:ext>
            </a:extLst>
          </p:cNvPr>
          <p:cNvSpPr/>
          <p:nvPr/>
        </p:nvSpPr>
        <p:spPr>
          <a:xfrm>
            <a:off x="3434059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EF28868-5936-866F-7C3F-0E410A50F686}"/>
              </a:ext>
            </a:extLst>
          </p:cNvPr>
          <p:cNvSpPr/>
          <p:nvPr/>
        </p:nvSpPr>
        <p:spPr>
          <a:xfrm>
            <a:off x="4864442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224F990-E855-9514-65F0-543CB1D3B36A}"/>
              </a:ext>
            </a:extLst>
          </p:cNvPr>
          <p:cNvSpPr/>
          <p:nvPr/>
        </p:nvSpPr>
        <p:spPr>
          <a:xfrm>
            <a:off x="3434059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52F294C-EC06-861E-F435-8E1EEF0B5924}"/>
              </a:ext>
            </a:extLst>
          </p:cNvPr>
          <p:cNvSpPr/>
          <p:nvPr/>
        </p:nvSpPr>
        <p:spPr>
          <a:xfrm>
            <a:off x="4775100" y="6559819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Zylinder 19">
            <a:extLst>
              <a:ext uri="{FF2B5EF4-FFF2-40B4-BE49-F238E27FC236}">
                <a16:creationId xmlns:a16="http://schemas.microsoft.com/office/drawing/2014/main" id="{19AA76ED-7D66-4FA0-0A22-04EE5B4EB5E7}"/>
              </a:ext>
            </a:extLst>
          </p:cNvPr>
          <p:cNvSpPr/>
          <p:nvPr/>
        </p:nvSpPr>
        <p:spPr>
          <a:xfrm>
            <a:off x="4075126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28C82D3-6157-62FF-5BC4-2C8D8C11AD9F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4917332" y="6823965"/>
            <a:ext cx="89342" cy="1167499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5706053-3CA9-33BC-F1AF-03A1A31229D2}"/>
              </a:ext>
            </a:extLst>
          </p:cNvPr>
          <p:cNvCxnSpPr>
            <a:cxnSpLocks/>
            <a:stCxn id="17" idx="4"/>
            <a:endCxn id="20" idx="1"/>
          </p:cNvCxnSpPr>
          <p:nvPr/>
        </p:nvCxnSpPr>
        <p:spPr>
          <a:xfrm flipH="1">
            <a:off x="4821842" y="8255604"/>
            <a:ext cx="184830" cy="78535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B87B4BB5-AC70-B25B-DDF9-EF790103BC1F}"/>
              </a:ext>
            </a:extLst>
          </p:cNvPr>
          <p:cNvSpPr/>
          <p:nvPr/>
        </p:nvSpPr>
        <p:spPr>
          <a:xfrm>
            <a:off x="6816660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042BB0D-49EF-61D5-8DCF-4632CF1E0EC2}"/>
              </a:ext>
            </a:extLst>
          </p:cNvPr>
          <p:cNvCxnSpPr>
            <a:cxnSpLocks/>
            <a:stCxn id="26" idx="4"/>
            <a:endCxn id="20" idx="1"/>
          </p:cNvCxnSpPr>
          <p:nvPr/>
        </p:nvCxnSpPr>
        <p:spPr>
          <a:xfrm flipH="1">
            <a:off x="4821842" y="8255606"/>
            <a:ext cx="2137050" cy="78535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E93C0B71-E0BF-D97B-B0EE-B313C364AC2E}"/>
              </a:ext>
            </a:extLst>
          </p:cNvPr>
          <p:cNvSpPr/>
          <p:nvPr/>
        </p:nvSpPr>
        <p:spPr>
          <a:xfrm>
            <a:off x="7330194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A18DF9C9-1030-8F4C-1A21-64AC0FFBDCD5}"/>
              </a:ext>
            </a:extLst>
          </p:cNvPr>
          <p:cNvSpPr/>
          <p:nvPr/>
        </p:nvSpPr>
        <p:spPr>
          <a:xfrm>
            <a:off x="8724057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EE19B6F-403D-1598-718B-9BBA177643B9}"/>
              </a:ext>
            </a:extLst>
          </p:cNvPr>
          <p:cNvSpPr/>
          <p:nvPr/>
        </p:nvSpPr>
        <p:spPr>
          <a:xfrm>
            <a:off x="7330194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7C64477-9CE2-C926-A0C1-67AB78210D07}"/>
              </a:ext>
            </a:extLst>
          </p:cNvPr>
          <p:cNvSpPr/>
          <p:nvPr/>
        </p:nvSpPr>
        <p:spPr>
          <a:xfrm>
            <a:off x="8671434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7CFD1A68-A4B8-1784-05D5-10C1CB2E49DD}"/>
              </a:ext>
            </a:extLst>
          </p:cNvPr>
          <p:cNvSpPr/>
          <p:nvPr/>
        </p:nvSpPr>
        <p:spPr>
          <a:xfrm>
            <a:off x="8038363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13A8BC9-CE02-780A-C1DA-91D909D2FA52}"/>
              </a:ext>
            </a:extLst>
          </p:cNvPr>
          <p:cNvCxnSpPr>
            <a:cxnSpLocks/>
            <a:stCxn id="39" idx="4"/>
            <a:endCxn id="42" idx="1"/>
          </p:cNvCxnSpPr>
          <p:nvPr/>
        </p:nvCxnSpPr>
        <p:spPr>
          <a:xfrm flipH="1">
            <a:off x="8785080" y="8216856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DC9D3973-C0FB-B4D9-78CA-126B6555F912}"/>
              </a:ext>
            </a:extLst>
          </p:cNvPr>
          <p:cNvSpPr/>
          <p:nvPr/>
        </p:nvSpPr>
        <p:spPr>
          <a:xfrm>
            <a:off x="930619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46DFFB4E-977E-9DC9-A3B7-B6EC25621D5A}"/>
              </a:ext>
            </a:extLst>
          </p:cNvPr>
          <p:cNvSpPr/>
          <p:nvPr/>
        </p:nvSpPr>
        <p:spPr>
          <a:xfrm>
            <a:off x="10718890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062F8D0-B3DD-E184-09B4-16CC109D8EB0}"/>
              </a:ext>
            </a:extLst>
          </p:cNvPr>
          <p:cNvCxnSpPr>
            <a:cxnSpLocks/>
            <a:stCxn id="46" idx="2"/>
            <a:endCxn id="42" idx="1"/>
          </p:cNvCxnSpPr>
          <p:nvPr/>
        </p:nvCxnSpPr>
        <p:spPr>
          <a:xfrm flipH="1">
            <a:off x="8785081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F506CE4-9050-3E1A-7709-FA037DC2D9BA}"/>
              </a:ext>
            </a:extLst>
          </p:cNvPr>
          <p:cNvCxnSpPr>
            <a:cxnSpLocks/>
            <a:stCxn id="41" idx="4"/>
          </p:cNvCxnSpPr>
          <p:nvPr/>
        </p:nvCxnSpPr>
        <p:spPr>
          <a:xfrm>
            <a:off x="8813668" y="6843568"/>
            <a:ext cx="1055917" cy="114789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8189E7C-C9B6-7EC8-C814-44E1E84D7C4E}"/>
              </a:ext>
            </a:extLst>
          </p:cNvPr>
          <p:cNvCxnSpPr/>
          <p:nvPr/>
        </p:nvCxnSpPr>
        <p:spPr>
          <a:xfrm>
            <a:off x="3322301" y="5097843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6985AFB-6F05-C92E-F1A7-C2E049F6C3D0}"/>
              </a:ext>
            </a:extLst>
          </p:cNvPr>
          <p:cNvCxnSpPr/>
          <p:nvPr/>
        </p:nvCxnSpPr>
        <p:spPr>
          <a:xfrm>
            <a:off x="7213359" y="5102926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189D6A6E-DA6D-0D05-8121-CD49CA608112}"/>
              </a:ext>
            </a:extLst>
          </p:cNvPr>
          <p:cNvSpPr txBox="1"/>
          <p:nvPr/>
        </p:nvSpPr>
        <p:spPr>
          <a:xfrm>
            <a:off x="1519010" y="5080092"/>
            <a:ext cx="868571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Sate1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7B2C5807-4978-BFC4-0C9B-52EB3A1BD31F}"/>
              </a:ext>
            </a:extLst>
          </p:cNvPr>
          <p:cNvSpPr txBox="1"/>
          <p:nvPr/>
        </p:nvSpPr>
        <p:spPr>
          <a:xfrm>
            <a:off x="3622008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2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9BC017A0-BBF2-3218-075F-C49555D27F7C}"/>
              </a:ext>
            </a:extLst>
          </p:cNvPr>
          <p:cNvSpPr txBox="1"/>
          <p:nvPr/>
        </p:nvSpPr>
        <p:spPr>
          <a:xfrm>
            <a:off x="7462271" y="5082631"/>
            <a:ext cx="42030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CFA04D4-8464-CFF4-EF11-00806DD1F0E6}"/>
              </a:ext>
            </a:extLst>
          </p:cNvPr>
          <p:cNvSpPr/>
          <p:nvPr/>
        </p:nvSpPr>
        <p:spPr>
          <a:xfrm>
            <a:off x="11241794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A8063DB-0350-14BA-00A7-1A33D8DD68D1}"/>
              </a:ext>
            </a:extLst>
          </p:cNvPr>
          <p:cNvSpPr/>
          <p:nvPr/>
        </p:nvSpPr>
        <p:spPr>
          <a:xfrm>
            <a:off x="12635657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86B998D-D668-245F-D642-BF661032B272}"/>
              </a:ext>
            </a:extLst>
          </p:cNvPr>
          <p:cNvSpPr/>
          <p:nvPr/>
        </p:nvSpPr>
        <p:spPr>
          <a:xfrm>
            <a:off x="11241794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98E40CAA-E109-688B-D101-83643A48623F}"/>
              </a:ext>
            </a:extLst>
          </p:cNvPr>
          <p:cNvSpPr/>
          <p:nvPr/>
        </p:nvSpPr>
        <p:spPr>
          <a:xfrm>
            <a:off x="12583034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Zylinder 31">
            <a:extLst>
              <a:ext uri="{FF2B5EF4-FFF2-40B4-BE49-F238E27FC236}">
                <a16:creationId xmlns:a16="http://schemas.microsoft.com/office/drawing/2014/main" id="{08C5657F-733F-CF27-87B6-B4CD926E6DBA}"/>
              </a:ext>
            </a:extLst>
          </p:cNvPr>
          <p:cNvSpPr/>
          <p:nvPr/>
        </p:nvSpPr>
        <p:spPr>
          <a:xfrm>
            <a:off x="11949963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18F2D3E-B85D-85A7-6F69-4DEE2599B3F0}"/>
              </a:ext>
            </a:extLst>
          </p:cNvPr>
          <p:cNvCxnSpPr>
            <a:cxnSpLocks/>
            <a:stCxn id="29" idx="4"/>
            <a:endCxn id="32" idx="1"/>
          </p:cNvCxnSpPr>
          <p:nvPr/>
        </p:nvCxnSpPr>
        <p:spPr>
          <a:xfrm flipH="1">
            <a:off x="12696680" y="8216856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65927F4D-6693-3B1A-72AA-47667F1B3C6D}"/>
              </a:ext>
            </a:extLst>
          </p:cNvPr>
          <p:cNvSpPr/>
          <p:nvPr/>
        </p:nvSpPr>
        <p:spPr>
          <a:xfrm>
            <a:off x="1321779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D45C68A-5907-B2C9-7E47-D80D1AF79BA0}"/>
              </a:ext>
            </a:extLst>
          </p:cNvPr>
          <p:cNvSpPr/>
          <p:nvPr/>
        </p:nvSpPr>
        <p:spPr>
          <a:xfrm>
            <a:off x="14630490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AC32AE9-C35E-662B-CE04-AF25FE7E44AF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 flipH="1">
            <a:off x="12696681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7F51B4D-B23E-98A7-A78C-E7FE1E615931}"/>
              </a:ext>
            </a:extLst>
          </p:cNvPr>
          <p:cNvCxnSpPr>
            <a:cxnSpLocks/>
            <a:stCxn id="31" idx="4"/>
            <a:endCxn id="35" idx="1"/>
          </p:cNvCxnSpPr>
          <p:nvPr/>
        </p:nvCxnSpPr>
        <p:spPr>
          <a:xfrm>
            <a:off x="12725268" y="6843568"/>
            <a:ext cx="1946883" cy="12861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3FB701FB-6985-6C08-2EF4-B83C5A03B45F}"/>
              </a:ext>
            </a:extLst>
          </p:cNvPr>
          <p:cNvSpPr/>
          <p:nvPr/>
        </p:nvSpPr>
        <p:spPr>
          <a:xfrm>
            <a:off x="15087133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endParaRPr lang="de-DE" sz="132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571F3-7F52-8FC2-83B8-7F3582351EFE}"/>
              </a:ext>
            </a:extLst>
          </p:cNvPr>
          <p:cNvSpPr/>
          <p:nvPr/>
        </p:nvSpPr>
        <p:spPr>
          <a:xfrm>
            <a:off x="15087133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4F67C50-22D3-3DD0-1B70-E21AA58E383E}"/>
              </a:ext>
            </a:extLst>
          </p:cNvPr>
          <p:cNvSpPr/>
          <p:nvPr/>
        </p:nvSpPr>
        <p:spPr>
          <a:xfrm>
            <a:off x="16397696" y="653158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9" name="Zylinder 58">
            <a:extLst>
              <a:ext uri="{FF2B5EF4-FFF2-40B4-BE49-F238E27FC236}">
                <a16:creationId xmlns:a16="http://schemas.microsoft.com/office/drawing/2014/main" id="{296D4B84-45FB-F326-0011-A9722BE5F162}"/>
              </a:ext>
            </a:extLst>
          </p:cNvPr>
          <p:cNvSpPr/>
          <p:nvPr/>
        </p:nvSpPr>
        <p:spPr>
          <a:xfrm>
            <a:off x="15762734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B8D4334-24BE-63F6-0351-BBC1E4026722}"/>
              </a:ext>
            </a:extLst>
          </p:cNvPr>
          <p:cNvSpPr/>
          <p:nvPr/>
        </p:nvSpPr>
        <p:spPr>
          <a:xfrm>
            <a:off x="1706313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75412C-609D-E06C-40F6-04AAE4BABA67}"/>
              </a:ext>
            </a:extLst>
          </p:cNvPr>
          <p:cNvSpPr/>
          <p:nvPr/>
        </p:nvSpPr>
        <p:spPr>
          <a:xfrm>
            <a:off x="18427495" y="8061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FA22D83-E249-D68C-C407-44DE9F9DEDB5}"/>
              </a:ext>
            </a:extLst>
          </p:cNvPr>
          <p:cNvCxnSpPr>
            <a:cxnSpLocks/>
            <a:stCxn id="61" idx="2"/>
            <a:endCxn id="59" idx="1"/>
          </p:cNvCxnSpPr>
          <p:nvPr/>
        </p:nvCxnSpPr>
        <p:spPr>
          <a:xfrm flipH="1">
            <a:off x="16509452" y="8194020"/>
            <a:ext cx="1918045" cy="84694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9B3D795-1BD8-E0FC-B7B9-0E6BAC54303F}"/>
              </a:ext>
            </a:extLst>
          </p:cNvPr>
          <p:cNvCxnSpPr>
            <a:cxnSpLocks/>
            <a:stCxn id="54" idx="4"/>
            <a:endCxn id="61" idx="1"/>
          </p:cNvCxnSpPr>
          <p:nvPr/>
        </p:nvCxnSpPr>
        <p:spPr>
          <a:xfrm>
            <a:off x="16539928" y="6795730"/>
            <a:ext cx="1929226" cy="130490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BE4409-667C-9E2E-3880-75471AAEDFE4}"/>
              </a:ext>
            </a:extLst>
          </p:cNvPr>
          <p:cNvCxnSpPr/>
          <p:nvPr/>
        </p:nvCxnSpPr>
        <p:spPr>
          <a:xfrm>
            <a:off x="11124959" y="5102926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7870ED2E-2366-F9BF-70EC-96AA5E0DCEF9}"/>
              </a:ext>
            </a:extLst>
          </p:cNvPr>
          <p:cNvCxnSpPr/>
          <p:nvPr/>
        </p:nvCxnSpPr>
        <p:spPr>
          <a:xfrm>
            <a:off x="14985532" y="5108001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B760A0B0-C77F-4115-9648-6048E0863E44}"/>
              </a:ext>
            </a:extLst>
          </p:cNvPr>
          <p:cNvSpPr txBox="1"/>
          <p:nvPr/>
        </p:nvSpPr>
        <p:spPr>
          <a:xfrm>
            <a:off x="11373871" y="5082631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3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048E22-0A2D-74E6-3D21-0181016AD3B6}"/>
              </a:ext>
            </a:extLst>
          </p:cNvPr>
          <p:cNvSpPr txBox="1"/>
          <p:nvPr/>
        </p:nvSpPr>
        <p:spPr>
          <a:xfrm>
            <a:off x="15261348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4</a:t>
            </a:r>
          </a:p>
        </p:txBody>
      </p:sp>
      <p:sp>
        <p:nvSpPr>
          <p:cNvPr id="69" name="Pfeil: nach oben 68">
            <a:extLst>
              <a:ext uri="{FF2B5EF4-FFF2-40B4-BE49-F238E27FC236}">
                <a16:creationId xmlns:a16="http://schemas.microsoft.com/office/drawing/2014/main" id="{8E659198-4832-FABD-6FC4-4C5B4FCBADCD}"/>
              </a:ext>
            </a:extLst>
          </p:cNvPr>
          <p:cNvSpPr/>
          <p:nvPr/>
        </p:nvSpPr>
        <p:spPr>
          <a:xfrm>
            <a:off x="8480229" y="5142286"/>
            <a:ext cx="326297" cy="695503"/>
          </a:xfrm>
          <a:prstGeom prst="upArrow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B18D3D7-84D4-4E6E-CA57-BA4CC28D4132}"/>
              </a:ext>
            </a:extLst>
          </p:cNvPr>
          <p:cNvSpPr txBox="1"/>
          <p:nvPr/>
        </p:nvSpPr>
        <p:spPr>
          <a:xfrm>
            <a:off x="8742098" y="5277669"/>
            <a:ext cx="1586460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Notification</a:t>
            </a:r>
          </a:p>
        </p:txBody>
      </p:sp>
      <p:sp>
        <p:nvSpPr>
          <p:cNvPr id="71" name="Gewitterblitz 70">
            <a:extLst>
              <a:ext uri="{FF2B5EF4-FFF2-40B4-BE49-F238E27FC236}">
                <a16:creationId xmlns:a16="http://schemas.microsoft.com/office/drawing/2014/main" id="{A357F203-11EC-F0F7-7992-A76C6B4D1C1F}"/>
              </a:ext>
            </a:extLst>
          </p:cNvPr>
          <p:cNvSpPr/>
          <p:nvPr/>
        </p:nvSpPr>
        <p:spPr>
          <a:xfrm>
            <a:off x="7967824" y="5417477"/>
            <a:ext cx="585738" cy="778431"/>
          </a:xfrm>
          <a:prstGeom prst="lightningBol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83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1867250" y="743719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RCM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1DB8D6E-402C-EB8D-8333-321294923059}"/>
              </a:ext>
            </a:extLst>
          </p:cNvPr>
          <p:cNvSpPr/>
          <p:nvPr/>
        </p:nvSpPr>
        <p:spPr>
          <a:xfrm>
            <a:off x="5770154" y="7437200"/>
            <a:ext cx="4388644" cy="138000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NCM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3291865" y="5887531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8903223" y="5887531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4514580" y="5887531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4C9DB80-0CD6-A6AD-430E-B7FE5BE7CF10}"/>
              </a:ext>
            </a:extLst>
          </p:cNvPr>
          <p:cNvSpPr/>
          <p:nvPr/>
        </p:nvSpPr>
        <p:spPr>
          <a:xfrm>
            <a:off x="10158798" y="7437205"/>
            <a:ext cx="4388644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SCM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5770156" y="6113761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0158798" y="6113761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611675" y="5887531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1867253" y="611376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3360697" y="4962817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ALT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1867251" y="4592361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611674" y="4366131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3291865" y="4366131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3827547">
            <a:off x="2416758" y="4950819"/>
            <a:ext cx="271476" cy="1289509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7559866">
            <a:off x="4891723" y="5388268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185524">
            <a:off x="7859693" y="4997413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50" name="Pfeil: nach unten 49">
            <a:extLst>
              <a:ext uri="{FF2B5EF4-FFF2-40B4-BE49-F238E27FC236}">
                <a16:creationId xmlns:a16="http://schemas.microsoft.com/office/drawing/2014/main" id="{F021EF66-4508-1535-7488-E4DA1386F000}"/>
              </a:ext>
            </a:extLst>
          </p:cNvPr>
          <p:cNvSpPr/>
          <p:nvPr/>
        </p:nvSpPr>
        <p:spPr>
          <a:xfrm rot="5816212">
            <a:off x="12307930" y="5067643"/>
            <a:ext cx="271476" cy="12895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</p:spTree>
    <p:extLst>
      <p:ext uri="{BB962C8B-B14F-4D97-AF65-F5344CB8AC3E}">
        <p14:creationId xmlns:p14="http://schemas.microsoft.com/office/powerpoint/2010/main" val="2708397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2050543" y="5633624"/>
            <a:ext cx="12680190" cy="2307546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RCM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1DB8D6E-402C-EB8D-8333-321294923059}"/>
              </a:ext>
            </a:extLst>
          </p:cNvPr>
          <p:cNvSpPr/>
          <p:nvPr/>
        </p:nvSpPr>
        <p:spPr>
          <a:xfrm>
            <a:off x="5953450" y="5871167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NCM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3475156" y="4581656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9086514" y="4581656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4697872" y="4581656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4C9DB80-0CD6-A6AD-430E-B7FE5BE7CF10}"/>
              </a:ext>
            </a:extLst>
          </p:cNvPr>
          <p:cNvSpPr/>
          <p:nvPr/>
        </p:nvSpPr>
        <p:spPr>
          <a:xfrm>
            <a:off x="10342090" y="6097395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SCM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5953447" y="4807886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28F21F5-25F3-46E8-72DF-B86253890F6D}"/>
              </a:ext>
            </a:extLst>
          </p:cNvPr>
          <p:cNvCxnSpPr>
            <a:cxnSpLocks/>
          </p:cNvCxnSpPr>
          <p:nvPr/>
        </p:nvCxnSpPr>
        <p:spPr>
          <a:xfrm>
            <a:off x="5953450" y="4445917"/>
            <a:ext cx="7521709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0342090" y="4807886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794967" y="4581656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2050545" y="4807886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47BF424-02D0-BE40-B2F0-3B7D48CA8BE1}"/>
              </a:ext>
            </a:extLst>
          </p:cNvPr>
          <p:cNvCxnSpPr>
            <a:cxnSpLocks/>
          </p:cNvCxnSpPr>
          <p:nvPr/>
        </p:nvCxnSpPr>
        <p:spPr>
          <a:xfrm>
            <a:off x="2050545" y="4148991"/>
            <a:ext cx="11424613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" name="Pfeil: nach unten 1">
            <a:extLst>
              <a:ext uri="{FF2B5EF4-FFF2-40B4-BE49-F238E27FC236}">
                <a16:creationId xmlns:a16="http://schemas.microsoft.com/office/drawing/2014/main" id="{26F7696D-1511-D4FA-1BB0-E519AF1163D3}"/>
              </a:ext>
            </a:extLst>
          </p:cNvPr>
          <p:cNvSpPr/>
          <p:nvPr/>
        </p:nvSpPr>
        <p:spPr>
          <a:xfrm rot="5018347">
            <a:off x="2939530" y="3843684"/>
            <a:ext cx="271476" cy="12895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</p:spTree>
    <p:extLst>
      <p:ext uri="{BB962C8B-B14F-4D97-AF65-F5344CB8AC3E}">
        <p14:creationId xmlns:p14="http://schemas.microsoft.com/office/powerpoint/2010/main" val="2597126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5317270" y="691306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ControllerDomainManager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6741885" y="8778630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2353243" y="8778630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7964600" y="8778630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9220176" y="9004860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3608818" y="9004860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4061695" y="8778630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5317273" y="9004860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9772240" y="4868689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LiveDomainManager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5317272" y="3920575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4061694" y="3694345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6741885" y="3694345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11161196">
            <a:off x="10264289" y="4200135"/>
            <a:ext cx="271476" cy="408147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13604950">
            <a:off x="7397769" y="5695574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592321">
            <a:off x="12820576" y="5176374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ED5A9BD-057D-5BD6-D147-09920CB2582A}"/>
              </a:ext>
            </a:extLst>
          </p:cNvPr>
          <p:cNvSpPr/>
          <p:nvPr/>
        </p:nvSpPr>
        <p:spPr>
          <a:xfrm>
            <a:off x="9220176" y="6691462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DeviceDomainManager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54E655E-2B34-B04D-3363-A302E7369520}"/>
              </a:ext>
            </a:extLst>
          </p:cNvPr>
          <p:cNvSpPr/>
          <p:nvPr/>
        </p:nvSpPr>
        <p:spPr>
          <a:xfrm>
            <a:off x="13608816" y="6917690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MIM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630BD30-CC38-FB1F-F6DE-5513D494C452}"/>
              </a:ext>
            </a:extLst>
          </p:cNvPr>
          <p:cNvCxnSpPr>
            <a:cxnSpLocks/>
          </p:cNvCxnSpPr>
          <p:nvPr/>
        </p:nvCxnSpPr>
        <p:spPr>
          <a:xfrm>
            <a:off x="5317273" y="63953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843FC30-AB65-AA48-C611-856241EA0340}"/>
              </a:ext>
            </a:extLst>
          </p:cNvPr>
          <p:cNvCxnSpPr>
            <a:cxnSpLocks/>
          </p:cNvCxnSpPr>
          <p:nvPr/>
        </p:nvCxnSpPr>
        <p:spPr>
          <a:xfrm>
            <a:off x="7964600" y="64842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DB98520-FB80-D721-EFDC-E78AEAA20F2D}"/>
              </a:ext>
            </a:extLst>
          </p:cNvPr>
          <p:cNvCxnSpPr>
            <a:cxnSpLocks/>
          </p:cNvCxnSpPr>
          <p:nvPr/>
        </p:nvCxnSpPr>
        <p:spPr>
          <a:xfrm>
            <a:off x="9228873" y="63572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E99FEE-C895-7B80-6777-65CF92E93E2D}"/>
              </a:ext>
            </a:extLst>
          </p:cNvPr>
          <p:cNvCxnSpPr>
            <a:cxnSpLocks/>
          </p:cNvCxnSpPr>
          <p:nvPr/>
        </p:nvCxnSpPr>
        <p:spPr>
          <a:xfrm>
            <a:off x="12353242" y="64271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5F5A1B8-2C7E-E1CC-CB12-952679A680F9}"/>
              </a:ext>
            </a:extLst>
          </p:cNvPr>
          <p:cNvCxnSpPr>
            <a:cxnSpLocks/>
          </p:cNvCxnSpPr>
          <p:nvPr/>
        </p:nvCxnSpPr>
        <p:spPr>
          <a:xfrm>
            <a:off x="13617515" y="63509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466EF11B-29FD-7A77-EA0E-BEDFB2BD0DC6}"/>
              </a:ext>
            </a:extLst>
          </p:cNvPr>
          <p:cNvSpPr/>
          <p:nvPr/>
        </p:nvSpPr>
        <p:spPr>
          <a:xfrm rot="16200000">
            <a:off x="13551620" y="1781193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CA5F0B8-F8DB-F7F2-6934-CC36BE107716}"/>
              </a:ext>
            </a:extLst>
          </p:cNvPr>
          <p:cNvSpPr txBox="1"/>
          <p:nvPr/>
        </p:nvSpPr>
        <p:spPr>
          <a:xfrm>
            <a:off x="6236078" y="6375008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D74D6ED-A6F6-5A0A-6F12-F48F51B20136}"/>
              </a:ext>
            </a:extLst>
          </p:cNvPr>
          <p:cNvSpPr txBox="1"/>
          <p:nvPr/>
        </p:nvSpPr>
        <p:spPr>
          <a:xfrm>
            <a:off x="8032830" y="6256833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64BABF6-7539-6951-AFB3-FC1CA3AF26E0}"/>
              </a:ext>
            </a:extLst>
          </p:cNvPr>
          <p:cNvSpPr txBox="1"/>
          <p:nvPr/>
        </p:nvSpPr>
        <p:spPr>
          <a:xfrm>
            <a:off x="12254089" y="6202574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FBDA780-C7A0-2D26-705D-90AF4FB2D538}"/>
              </a:ext>
            </a:extLst>
          </p:cNvPr>
          <p:cNvSpPr txBox="1"/>
          <p:nvPr/>
        </p:nvSpPr>
        <p:spPr>
          <a:xfrm>
            <a:off x="10400028" y="6341073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67830D5-9585-F8F1-C047-028467F57783}"/>
              </a:ext>
            </a:extLst>
          </p:cNvPr>
          <p:cNvSpPr txBox="1"/>
          <p:nvPr/>
        </p:nvSpPr>
        <p:spPr>
          <a:xfrm>
            <a:off x="14723644" y="6338762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5A82855C-6FF6-0C22-BC7A-A3E94E9CD8FA}"/>
              </a:ext>
            </a:extLst>
          </p:cNvPr>
          <p:cNvSpPr/>
          <p:nvPr/>
        </p:nvSpPr>
        <p:spPr>
          <a:xfrm rot="16200000">
            <a:off x="7193527" y="4192989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DC5D979-CBD6-E279-D7FA-93569BEB60DF}"/>
              </a:ext>
            </a:extLst>
          </p:cNvPr>
          <p:cNvSpPr txBox="1"/>
          <p:nvPr/>
        </p:nvSpPr>
        <p:spPr>
          <a:xfrm>
            <a:off x="9945833" y="3918324"/>
            <a:ext cx="2898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Transport of Read from Live – Operation ?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3F67427-C9F9-534A-8E80-5DEB5C266EC6}"/>
              </a:ext>
            </a:extLst>
          </p:cNvPr>
          <p:cNvCxnSpPr>
            <a:cxnSpLocks/>
          </p:cNvCxnSpPr>
          <p:nvPr/>
        </p:nvCxnSpPr>
        <p:spPr>
          <a:xfrm>
            <a:off x="4032630" y="3421911"/>
            <a:ext cx="1268019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F1C87441-A171-4006-4456-3437467DD47E}"/>
              </a:ext>
            </a:extLst>
          </p:cNvPr>
          <p:cNvSpPr txBox="1"/>
          <p:nvPr/>
        </p:nvSpPr>
        <p:spPr>
          <a:xfrm>
            <a:off x="9489989" y="3426630"/>
            <a:ext cx="20747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Read from Live – Operation ?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16922BC-64F9-D223-69A6-7109BF41F9BA}"/>
              </a:ext>
            </a:extLst>
          </p:cNvPr>
          <p:cNvSpPr txBox="1"/>
          <p:nvPr/>
        </p:nvSpPr>
        <p:spPr>
          <a:xfrm>
            <a:off x="9180670" y="6124161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F03B1639-50D8-D533-33CA-648284718463}"/>
              </a:ext>
            </a:extLst>
          </p:cNvPr>
          <p:cNvSpPr txBox="1"/>
          <p:nvPr/>
        </p:nvSpPr>
        <p:spPr>
          <a:xfrm>
            <a:off x="5249043" y="6177567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15F57D7-5599-DFC3-B6E9-DA8E26F58329}"/>
              </a:ext>
            </a:extLst>
          </p:cNvPr>
          <p:cNvCxnSpPr>
            <a:cxnSpLocks/>
          </p:cNvCxnSpPr>
          <p:nvPr/>
        </p:nvCxnSpPr>
        <p:spPr>
          <a:xfrm>
            <a:off x="9199809" y="10141002"/>
            <a:ext cx="751301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EE58D74-87E6-4A14-9122-102D98610CDC}"/>
              </a:ext>
            </a:extLst>
          </p:cNvPr>
          <p:cNvCxnSpPr>
            <a:cxnSpLocks/>
          </p:cNvCxnSpPr>
          <p:nvPr/>
        </p:nvCxnSpPr>
        <p:spPr>
          <a:xfrm>
            <a:off x="12274749" y="10522798"/>
            <a:ext cx="443807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AA52B7F9-F012-88DE-87BF-2C8D2910D710}"/>
              </a:ext>
            </a:extLst>
          </p:cNvPr>
          <p:cNvSpPr txBox="1"/>
          <p:nvPr/>
        </p:nvSpPr>
        <p:spPr>
          <a:xfrm>
            <a:off x="12125216" y="9916404"/>
            <a:ext cx="2028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Connected state at the ODL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1B0018D-7D20-0014-257D-BAF1E45FF92C}"/>
              </a:ext>
            </a:extLst>
          </p:cNvPr>
          <p:cNvSpPr txBox="1"/>
          <p:nvPr/>
        </p:nvSpPr>
        <p:spPr>
          <a:xfrm>
            <a:off x="12467917" y="10304018"/>
            <a:ext cx="41431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Addressing an attribute with an NCM-internal NetconfClient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2CEB087D-6A36-0216-6770-BEDF1124CA9F}"/>
              </a:ext>
            </a:extLst>
          </p:cNvPr>
          <p:cNvSpPr txBox="1"/>
          <p:nvPr/>
        </p:nvSpPr>
        <p:spPr>
          <a:xfrm>
            <a:off x="928630" y="8866362"/>
            <a:ext cx="8140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68C06B6-6A0F-B5CA-F0D2-EEEC1DB4791F}"/>
              </a:ext>
            </a:extLst>
          </p:cNvPr>
          <p:cNvSpPr txBox="1"/>
          <p:nvPr/>
        </p:nvSpPr>
        <p:spPr>
          <a:xfrm>
            <a:off x="928630" y="7336352"/>
            <a:ext cx="785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Domains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C262B0E-D458-CB62-691D-F98F7C5FD237}"/>
              </a:ext>
            </a:extLst>
          </p:cNvPr>
          <p:cNvSpPr txBox="1"/>
          <p:nvPr/>
        </p:nvSpPr>
        <p:spPr>
          <a:xfrm>
            <a:off x="928629" y="6337980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Connections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80E54012-F6A5-2CBA-AF56-9ED147C2C8EB}"/>
              </a:ext>
            </a:extLst>
          </p:cNvPr>
          <p:cNvSpPr txBox="1"/>
          <p:nvPr/>
        </p:nvSpPr>
        <p:spPr>
          <a:xfrm>
            <a:off x="928629" y="4956421"/>
            <a:ext cx="27142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 holding higher layer Domain ?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CBEB432B-CDB6-9FB5-306F-E45DCFE0523F}"/>
              </a:ext>
            </a:extLst>
          </p:cNvPr>
          <p:cNvSpPr txBox="1"/>
          <p:nvPr/>
        </p:nvSpPr>
        <p:spPr>
          <a:xfrm>
            <a:off x="928629" y="3553730"/>
            <a:ext cx="1973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Higher layer Connections ?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F4F316C-ACA9-5A1A-70BB-DE6AB61CB4BC}"/>
              </a:ext>
            </a:extLst>
          </p:cNvPr>
          <p:cNvSpPr txBox="1"/>
          <p:nvPr/>
        </p:nvSpPr>
        <p:spPr>
          <a:xfrm>
            <a:off x="928630" y="10165518"/>
            <a:ext cx="2266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Potential status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19450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Ellipse 125">
            <a:extLst>
              <a:ext uri="{FF2B5EF4-FFF2-40B4-BE49-F238E27FC236}">
                <a16:creationId xmlns:a16="http://schemas.microsoft.com/office/drawing/2014/main" id="{8433F276-58B1-8611-F513-917A26BDA823}"/>
              </a:ext>
            </a:extLst>
          </p:cNvPr>
          <p:cNvSpPr/>
          <p:nvPr/>
        </p:nvSpPr>
        <p:spPr>
          <a:xfrm>
            <a:off x="1383512" y="9153433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7" name="Ellipse 126">
            <a:extLst>
              <a:ext uri="{FF2B5EF4-FFF2-40B4-BE49-F238E27FC236}">
                <a16:creationId xmlns:a16="http://schemas.microsoft.com/office/drawing/2014/main" id="{D1E65784-8FD9-B02F-A1D5-5343CD6554A3}"/>
              </a:ext>
            </a:extLst>
          </p:cNvPr>
          <p:cNvSpPr/>
          <p:nvPr/>
        </p:nvSpPr>
        <p:spPr>
          <a:xfrm>
            <a:off x="6520441" y="9986242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de-DE" sz="2160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B1A2157-6724-A43D-0B35-9160EA316445}"/>
              </a:ext>
            </a:extLst>
          </p:cNvPr>
          <p:cNvSpPr/>
          <p:nvPr/>
        </p:nvSpPr>
        <p:spPr>
          <a:xfrm>
            <a:off x="1383512" y="5420567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B17F57F-53EB-18D9-E3D6-4AFE0C884ADC}"/>
              </a:ext>
            </a:extLst>
          </p:cNvPr>
          <p:cNvSpPr/>
          <p:nvPr/>
        </p:nvSpPr>
        <p:spPr>
          <a:xfrm>
            <a:off x="6520441" y="6253376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Live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6616054" y="3830711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2711257" y="3830711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1430292" y="2874281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5307225" y="2874281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9210130" y="2874281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3596662" y="2874281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7984399" y="2874281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0518961" y="3830711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4905491" y="3830711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6137746" y="360687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1651601" y="360687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7800197" y="360687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3878329" y="360687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6616054" y="3504281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2711257" y="3504281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0518961" y="3504281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4905491" y="3504281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6137746" y="3277961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1651601" y="3277961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7800197" y="327796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3878329" y="327796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A3EBB93-7CD2-AACC-5EBB-7D31CDA4CFA0}"/>
              </a:ext>
            </a:extLst>
          </p:cNvPr>
          <p:cNvCxnSpPr>
            <a:cxnSpLocks/>
            <a:stCxn id="21" idx="6"/>
            <a:endCxn id="31" idx="2"/>
          </p:cNvCxnSpPr>
          <p:nvPr/>
        </p:nvCxnSpPr>
        <p:spPr>
          <a:xfrm>
            <a:off x="6615444" y="3177852"/>
            <a:ext cx="259468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2710647" y="3177852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7CE98A98-9BDB-7C66-5508-98080A443ADD}"/>
              </a:ext>
            </a:extLst>
          </p:cNvPr>
          <p:cNvCxnSpPr>
            <a:cxnSpLocks/>
            <a:stCxn id="34" idx="6"/>
            <a:endCxn id="37" idx="2"/>
          </p:cNvCxnSpPr>
          <p:nvPr/>
        </p:nvCxnSpPr>
        <p:spPr>
          <a:xfrm>
            <a:off x="10518351" y="3177852"/>
            <a:ext cx="307831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6282EA90-F799-C253-8E43-89E00032E84F}"/>
              </a:ext>
            </a:extLst>
          </p:cNvPr>
          <p:cNvCxnSpPr>
            <a:cxnSpLocks/>
            <a:stCxn id="40" idx="6"/>
            <a:endCxn id="43" idx="2"/>
          </p:cNvCxnSpPr>
          <p:nvPr/>
        </p:nvCxnSpPr>
        <p:spPr>
          <a:xfrm>
            <a:off x="14904881" y="3177852"/>
            <a:ext cx="307951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1CE85E13-D3E1-CDE4-FA8A-7B4CB9781801}"/>
              </a:ext>
            </a:extLst>
          </p:cNvPr>
          <p:cNvSpPr txBox="1"/>
          <p:nvPr/>
        </p:nvSpPr>
        <p:spPr>
          <a:xfrm>
            <a:off x="16264577" y="2957861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BBF2B485-0227-7BD9-6033-C4315B506AE6}"/>
              </a:ext>
            </a:extLst>
          </p:cNvPr>
          <p:cNvSpPr txBox="1"/>
          <p:nvPr/>
        </p:nvSpPr>
        <p:spPr>
          <a:xfrm>
            <a:off x="11778432" y="2957861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C815FC97-AD4D-0C80-F066-35BB0B840AC8}"/>
              </a:ext>
            </a:extLst>
          </p:cNvPr>
          <p:cNvSpPr txBox="1"/>
          <p:nvPr/>
        </p:nvSpPr>
        <p:spPr>
          <a:xfrm>
            <a:off x="7483796" y="295786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3455330" y="2957861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5333195" y="4630799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5963195" y="4134281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5963195" y="4254855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A6214C1A-00CB-38C4-E48D-E4041FFB9D28}"/>
              </a:ext>
            </a:extLst>
          </p:cNvPr>
          <p:cNvSpPr/>
          <p:nvPr/>
        </p:nvSpPr>
        <p:spPr>
          <a:xfrm>
            <a:off x="10449322" y="717526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C085F62A-119E-7200-7A6A-22973EC1DAC0}"/>
              </a:ext>
            </a:extLst>
          </p:cNvPr>
          <p:cNvSpPr/>
          <p:nvPr/>
        </p:nvSpPr>
        <p:spPr>
          <a:xfrm>
            <a:off x="10449322" y="706498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501C3D70-C860-9451-D948-575F8C49F169}"/>
              </a:ext>
            </a:extLst>
          </p:cNvPr>
          <p:cNvSpPr/>
          <p:nvPr/>
        </p:nvSpPr>
        <p:spPr>
          <a:xfrm>
            <a:off x="10449322" y="693131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36E1CA6E-4E8C-B872-7092-F763D320DFBC}"/>
              </a:ext>
            </a:extLst>
          </p:cNvPr>
          <p:cNvSpPr/>
          <p:nvPr/>
        </p:nvSpPr>
        <p:spPr>
          <a:xfrm>
            <a:off x="10449322" y="678897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972E8878-090E-BD88-49B5-278906ACB9F8}"/>
              </a:ext>
            </a:extLst>
          </p:cNvPr>
          <p:cNvSpPr/>
          <p:nvPr/>
        </p:nvSpPr>
        <p:spPr>
          <a:xfrm>
            <a:off x="5260441" y="6949033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3A933C6-6F51-820D-1884-D22E261B735C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2" y="7739068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759780D8-753C-B87D-4B60-A1C63064CC00}"/>
              </a:ext>
            </a:extLst>
          </p:cNvPr>
          <p:cNvSpPr/>
          <p:nvPr/>
        </p:nvSpPr>
        <p:spPr>
          <a:xfrm>
            <a:off x="10449322" y="1090812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408DD293-C6B5-A4EB-D7A1-EC8BA573C54A}"/>
              </a:ext>
            </a:extLst>
          </p:cNvPr>
          <p:cNvSpPr/>
          <p:nvPr/>
        </p:nvSpPr>
        <p:spPr>
          <a:xfrm>
            <a:off x="10449322" y="1079784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0" name="Ellipse 129">
            <a:extLst>
              <a:ext uri="{FF2B5EF4-FFF2-40B4-BE49-F238E27FC236}">
                <a16:creationId xmlns:a16="http://schemas.microsoft.com/office/drawing/2014/main" id="{CADEDB5F-2929-CB20-07BC-6A95CEBA98E0}"/>
              </a:ext>
            </a:extLst>
          </p:cNvPr>
          <p:cNvSpPr/>
          <p:nvPr/>
        </p:nvSpPr>
        <p:spPr>
          <a:xfrm>
            <a:off x="10449322" y="1066418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1" name="Ellipse 130">
            <a:extLst>
              <a:ext uri="{FF2B5EF4-FFF2-40B4-BE49-F238E27FC236}">
                <a16:creationId xmlns:a16="http://schemas.microsoft.com/office/drawing/2014/main" id="{9CC590DC-D93B-10DA-730C-23217E4A1688}"/>
              </a:ext>
            </a:extLst>
          </p:cNvPr>
          <p:cNvSpPr/>
          <p:nvPr/>
        </p:nvSpPr>
        <p:spPr>
          <a:xfrm>
            <a:off x="10449322" y="105218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81149D7-2160-45B2-8188-F8ACB853B399}"/>
              </a:ext>
            </a:extLst>
          </p:cNvPr>
          <p:cNvSpPr/>
          <p:nvPr/>
        </p:nvSpPr>
        <p:spPr>
          <a:xfrm>
            <a:off x="5260441" y="10681899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33" name="Ellipse 132">
            <a:extLst>
              <a:ext uri="{FF2B5EF4-FFF2-40B4-BE49-F238E27FC236}">
                <a16:creationId xmlns:a16="http://schemas.microsoft.com/office/drawing/2014/main" id="{C1C48BAA-5BA7-2C9B-F00F-27C0F59C6004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2" y="11471934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36" name="Ellipse 135">
            <a:extLst>
              <a:ext uri="{FF2B5EF4-FFF2-40B4-BE49-F238E27FC236}">
                <a16:creationId xmlns:a16="http://schemas.microsoft.com/office/drawing/2014/main" id="{3F153420-288D-2E18-E137-2B9D78F13334}"/>
              </a:ext>
            </a:extLst>
          </p:cNvPr>
          <p:cNvSpPr/>
          <p:nvPr/>
        </p:nvSpPr>
        <p:spPr>
          <a:xfrm>
            <a:off x="6569726" y="10528797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173FF4D-59E6-382E-1D1F-90DC01878C36}"/>
              </a:ext>
            </a:extLst>
          </p:cNvPr>
          <p:cNvSpPr/>
          <p:nvPr/>
        </p:nvSpPr>
        <p:spPr>
          <a:xfrm>
            <a:off x="9217055" y="695216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1383511" y="13032929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6520440" y="13865738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                  Live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0449321" y="14787625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0449321" y="146773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0449321" y="1454367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0449321" y="14401340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260440" y="1456139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1" y="15351430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6569725" y="14408293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279118" y="14134583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C6CD39DF-AFCF-4284-6807-DCEF77710727}"/>
              </a:ext>
            </a:extLst>
          </p:cNvPr>
          <p:cNvCxnSpPr/>
          <p:nvPr/>
        </p:nvCxnSpPr>
        <p:spPr>
          <a:xfrm>
            <a:off x="1180310" y="5277181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783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hteck 29">
            <a:extLst>
              <a:ext uri="{FF2B5EF4-FFF2-40B4-BE49-F238E27FC236}">
                <a16:creationId xmlns:a16="http://schemas.microsoft.com/office/drawing/2014/main" id="{A759E68E-FC52-CDA9-26E1-2A750D430DDD}"/>
              </a:ext>
            </a:extLst>
          </p:cNvPr>
          <p:cNvSpPr/>
          <p:nvPr/>
        </p:nvSpPr>
        <p:spPr>
          <a:xfrm>
            <a:off x="6290115" y="4957339"/>
            <a:ext cx="12710588" cy="1597494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4464D08-EF53-AD08-F9BE-58657BE6EDF6}"/>
              </a:ext>
            </a:extLst>
          </p:cNvPr>
          <p:cNvSpPr/>
          <p:nvPr/>
        </p:nvSpPr>
        <p:spPr>
          <a:xfrm>
            <a:off x="10246120" y="8424346"/>
            <a:ext cx="8754583" cy="2236396"/>
          </a:xfrm>
          <a:prstGeom prst="rect">
            <a:avLst/>
          </a:prstGeom>
          <a:solidFill>
            <a:schemeClr val="accent5">
              <a:alpha val="2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DeviceDomain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19688F-DE37-08C1-118D-7D350AFE0CD0}"/>
              </a:ext>
            </a:extLst>
          </p:cNvPr>
          <p:cNvSpPr/>
          <p:nvPr/>
        </p:nvSpPr>
        <p:spPr>
          <a:xfrm>
            <a:off x="6290115" y="8424346"/>
            <a:ext cx="3948624" cy="2236396"/>
          </a:xfrm>
          <a:prstGeom prst="rect">
            <a:avLst/>
          </a:prstGeom>
          <a:solidFill>
            <a:schemeClr val="accent6"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ControllerDomain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6343824" y="10134860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2439027" y="10134860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1158062" y="9178430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5034995" y="9178430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8937900" y="9178430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3324432" y="9178430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7712169" y="9178430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0246731" y="10134860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4633261" y="10134860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6033831" y="991102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1547686" y="991102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7527967" y="991102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3606099" y="991102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6343824" y="9808430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2439027" y="9808430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0246731" y="9808430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4633261" y="9808430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6033831" y="958211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1547686" y="958211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7527967" y="958211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3606099" y="958211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2438417" y="9482001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3183100" y="9262010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5060965" y="10934948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5690965" y="10438430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5690965" y="10559004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1180310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6317239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                  Live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0246120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0246120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0246120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0246120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057239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024970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6366524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075917" y="1237410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84CA366-28F1-C25B-757A-C46EC1D4400F}"/>
              </a:ext>
            </a:extLst>
          </p:cNvPr>
          <p:cNvCxnSpPr>
            <a:cxnSpLocks/>
          </p:cNvCxnSpPr>
          <p:nvPr/>
        </p:nvCxnSpPr>
        <p:spPr>
          <a:xfrm flipV="1">
            <a:off x="6290115" y="8806542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4BCD004-1121-6524-C7D5-F21DDF747ABA}"/>
              </a:ext>
            </a:extLst>
          </p:cNvPr>
          <p:cNvSpPr txBox="1"/>
          <p:nvPr/>
        </p:nvSpPr>
        <p:spPr>
          <a:xfrm>
            <a:off x="7941863" y="8590846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4283A065-EFDC-D4DE-E66D-64FF372380E4}"/>
              </a:ext>
            </a:extLst>
          </p:cNvPr>
          <p:cNvCxnSpPr>
            <a:cxnSpLocks/>
          </p:cNvCxnSpPr>
          <p:nvPr/>
        </p:nvCxnSpPr>
        <p:spPr>
          <a:xfrm>
            <a:off x="10253501" y="8878704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BC323A48-6CC7-3B53-AB86-D381F5467C22}"/>
              </a:ext>
            </a:extLst>
          </p:cNvPr>
          <p:cNvSpPr txBox="1"/>
          <p:nvPr/>
        </p:nvSpPr>
        <p:spPr>
          <a:xfrm>
            <a:off x="12647621" y="8643855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8EE26BEE-DA65-743C-4E18-9DBADEDD465A}"/>
              </a:ext>
            </a:extLst>
          </p:cNvPr>
          <p:cNvSpPr txBox="1"/>
          <p:nvPr/>
        </p:nvSpPr>
        <p:spPr>
          <a:xfrm>
            <a:off x="18193627" y="8187656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DE3C1C8-C579-D0F0-92CB-5CCB5318330E}"/>
              </a:ext>
            </a:extLst>
          </p:cNvPr>
          <p:cNvCxnSpPr>
            <a:cxnSpLocks/>
          </p:cNvCxnSpPr>
          <p:nvPr/>
        </p:nvCxnSpPr>
        <p:spPr>
          <a:xfrm>
            <a:off x="6277565" y="5566804"/>
            <a:ext cx="114629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6E63747B-722D-B5B3-C62D-05734C6E8D7E}"/>
              </a:ext>
            </a:extLst>
          </p:cNvPr>
          <p:cNvSpPr txBox="1"/>
          <p:nvPr/>
        </p:nvSpPr>
        <p:spPr>
          <a:xfrm>
            <a:off x="11969871" y="5341133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087717E-97C2-CC8A-86D0-A0AD28F8E8F3}"/>
              </a:ext>
            </a:extLst>
          </p:cNvPr>
          <p:cNvSpPr/>
          <p:nvPr/>
        </p:nvSpPr>
        <p:spPr>
          <a:xfrm>
            <a:off x="5060357" y="5341134"/>
            <a:ext cx="1260000" cy="1065692"/>
          </a:xfrm>
          <a:prstGeom prst="rect">
            <a:avLst/>
          </a:prstGeom>
          <a:solidFill>
            <a:schemeClr val="bg1">
              <a:lumMod val="50000"/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1BB23D9F-6730-9632-59F9-D87C79136B20}"/>
              </a:ext>
            </a:extLst>
          </p:cNvPr>
          <p:cNvSpPr/>
          <p:nvPr/>
        </p:nvSpPr>
        <p:spPr>
          <a:xfrm>
            <a:off x="8963262" y="5942832"/>
            <a:ext cx="1260000" cy="463994"/>
          </a:xfrm>
          <a:prstGeom prst="rect">
            <a:avLst/>
          </a:prstGeom>
          <a:solidFill>
            <a:schemeClr val="accent6"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7A35A77E-C566-F7DD-8261-C4264E949765}"/>
              </a:ext>
            </a:extLst>
          </p:cNvPr>
          <p:cNvSpPr/>
          <p:nvPr/>
        </p:nvSpPr>
        <p:spPr>
          <a:xfrm>
            <a:off x="17740545" y="5341133"/>
            <a:ext cx="1260000" cy="1065693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1E568CB8-CFC1-2854-CA1F-DF16C3ED20D4}"/>
              </a:ext>
            </a:extLst>
          </p:cNvPr>
          <p:cNvCxnSpPr>
            <a:cxnSpLocks/>
            <a:stCxn id="57" idx="2"/>
          </p:cNvCxnSpPr>
          <p:nvPr/>
        </p:nvCxnSpPr>
        <p:spPr>
          <a:xfrm flipH="1">
            <a:off x="5690355" y="6406826"/>
            <a:ext cx="2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6" name="Textfeld 155">
            <a:extLst>
              <a:ext uri="{FF2B5EF4-FFF2-40B4-BE49-F238E27FC236}">
                <a16:creationId xmlns:a16="http://schemas.microsoft.com/office/drawing/2014/main" id="{636D5ACB-A697-732D-CBB5-9E2584C98C70}"/>
              </a:ext>
            </a:extLst>
          </p:cNvPr>
          <p:cNvSpPr txBox="1"/>
          <p:nvPr/>
        </p:nvSpPr>
        <p:spPr>
          <a:xfrm>
            <a:off x="5690355" y="6527400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28938B6D-DD42-C367-3909-01E59FF18F3C}"/>
              </a:ext>
            </a:extLst>
          </p:cNvPr>
          <p:cNvCxnSpPr>
            <a:cxnSpLocks/>
          </p:cNvCxnSpPr>
          <p:nvPr/>
        </p:nvCxnSpPr>
        <p:spPr>
          <a:xfrm>
            <a:off x="10238739" y="6177681"/>
            <a:ext cx="7473430" cy="4214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9F687025-CC2A-C9C1-16D8-E004D6B73C48}"/>
              </a:ext>
            </a:extLst>
          </p:cNvPr>
          <p:cNvSpPr txBox="1"/>
          <p:nvPr/>
        </p:nvSpPr>
        <p:spPr>
          <a:xfrm>
            <a:off x="12632859" y="5942832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4200 x 64</a:t>
            </a:r>
          </a:p>
        </p:txBody>
      </p:sp>
      <p:cxnSp>
        <p:nvCxnSpPr>
          <p:cNvPr id="161" name="Gerader Verbinder 160">
            <a:extLst>
              <a:ext uri="{FF2B5EF4-FFF2-40B4-BE49-F238E27FC236}">
                <a16:creationId xmlns:a16="http://schemas.microsoft.com/office/drawing/2014/main" id="{594E8F19-5099-DCB8-648B-0182E8D4BE18}"/>
              </a:ext>
            </a:extLst>
          </p:cNvPr>
          <p:cNvCxnSpPr>
            <a:cxnSpLocks/>
          </p:cNvCxnSpPr>
          <p:nvPr/>
        </p:nvCxnSpPr>
        <p:spPr>
          <a:xfrm flipV="1">
            <a:off x="6252001" y="6250475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2" name="Textfeld 161">
            <a:extLst>
              <a:ext uri="{FF2B5EF4-FFF2-40B4-BE49-F238E27FC236}">
                <a16:creationId xmlns:a16="http://schemas.microsoft.com/office/drawing/2014/main" id="{B33D63A8-39C3-9AA3-4E80-C654A975A080}"/>
              </a:ext>
            </a:extLst>
          </p:cNvPr>
          <p:cNvSpPr txBox="1"/>
          <p:nvPr/>
        </p:nvSpPr>
        <p:spPr>
          <a:xfrm>
            <a:off x="7756273" y="6034779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217" name="Pfeil: nach unten 216">
            <a:extLst>
              <a:ext uri="{FF2B5EF4-FFF2-40B4-BE49-F238E27FC236}">
                <a16:creationId xmlns:a16="http://schemas.microsoft.com/office/drawing/2014/main" id="{CBDAC551-9C5A-8A6E-FA59-650A19DD3550}"/>
              </a:ext>
            </a:extLst>
          </p:cNvPr>
          <p:cNvSpPr/>
          <p:nvPr/>
        </p:nvSpPr>
        <p:spPr>
          <a:xfrm rot="13604950">
            <a:off x="8491940" y="6682253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218" name="Pfeil: nach unten 217">
            <a:extLst>
              <a:ext uri="{FF2B5EF4-FFF2-40B4-BE49-F238E27FC236}">
                <a16:creationId xmlns:a16="http://schemas.microsoft.com/office/drawing/2014/main" id="{745AACB9-9982-444E-18BB-78CFBD39AB11}"/>
              </a:ext>
            </a:extLst>
          </p:cNvPr>
          <p:cNvSpPr/>
          <p:nvPr/>
        </p:nvSpPr>
        <p:spPr>
          <a:xfrm rot="6592321">
            <a:off x="13914747" y="6163053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16535D00-DA20-9C37-AE31-C34F09051861}"/>
              </a:ext>
            </a:extLst>
          </p:cNvPr>
          <p:cNvCxnSpPr>
            <a:cxnSpLocks/>
          </p:cNvCxnSpPr>
          <p:nvPr/>
        </p:nvCxnSpPr>
        <p:spPr>
          <a:xfrm>
            <a:off x="6411444" y="78610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0" name="Gerader Verbinder 219">
            <a:extLst>
              <a:ext uri="{FF2B5EF4-FFF2-40B4-BE49-F238E27FC236}">
                <a16:creationId xmlns:a16="http://schemas.microsoft.com/office/drawing/2014/main" id="{FA6B79BC-434F-33F7-42CE-14A0AB371B7A}"/>
              </a:ext>
            </a:extLst>
          </p:cNvPr>
          <p:cNvCxnSpPr>
            <a:cxnSpLocks/>
          </p:cNvCxnSpPr>
          <p:nvPr/>
        </p:nvCxnSpPr>
        <p:spPr>
          <a:xfrm>
            <a:off x="9058771" y="79499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4A7BE190-93DC-71F2-3BC6-B1E594A78580}"/>
              </a:ext>
            </a:extLst>
          </p:cNvPr>
          <p:cNvCxnSpPr>
            <a:cxnSpLocks/>
          </p:cNvCxnSpPr>
          <p:nvPr/>
        </p:nvCxnSpPr>
        <p:spPr>
          <a:xfrm>
            <a:off x="10323044" y="78229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89B708AA-D914-44E1-9045-0E0CEC378C96}"/>
              </a:ext>
            </a:extLst>
          </p:cNvPr>
          <p:cNvCxnSpPr>
            <a:cxnSpLocks/>
          </p:cNvCxnSpPr>
          <p:nvPr/>
        </p:nvCxnSpPr>
        <p:spPr>
          <a:xfrm>
            <a:off x="13447413" y="78928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F4D25091-2A9E-7E2C-D029-E4A09E2F23DF}"/>
              </a:ext>
            </a:extLst>
          </p:cNvPr>
          <p:cNvCxnSpPr>
            <a:cxnSpLocks/>
          </p:cNvCxnSpPr>
          <p:nvPr/>
        </p:nvCxnSpPr>
        <p:spPr>
          <a:xfrm>
            <a:off x="14711686" y="78166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Geschweifte Klammer rechts 223">
            <a:extLst>
              <a:ext uri="{FF2B5EF4-FFF2-40B4-BE49-F238E27FC236}">
                <a16:creationId xmlns:a16="http://schemas.microsoft.com/office/drawing/2014/main" id="{8951DA17-AE83-6C5B-221D-C72C44D93739}"/>
              </a:ext>
            </a:extLst>
          </p:cNvPr>
          <p:cNvSpPr/>
          <p:nvPr/>
        </p:nvSpPr>
        <p:spPr>
          <a:xfrm rot="16200000">
            <a:off x="14645791" y="2767872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>
            <a:extLst>
              <a:ext uri="{FF2B5EF4-FFF2-40B4-BE49-F238E27FC236}">
                <a16:creationId xmlns:a16="http://schemas.microsoft.com/office/drawing/2014/main" id="{8BBF860C-986E-4D78-9F87-5F04364EF030}"/>
              </a:ext>
            </a:extLst>
          </p:cNvPr>
          <p:cNvSpPr txBox="1"/>
          <p:nvPr/>
        </p:nvSpPr>
        <p:spPr>
          <a:xfrm>
            <a:off x="7330249" y="7840708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26" name="Textfeld 225">
            <a:extLst>
              <a:ext uri="{FF2B5EF4-FFF2-40B4-BE49-F238E27FC236}">
                <a16:creationId xmlns:a16="http://schemas.microsoft.com/office/drawing/2014/main" id="{8D387E64-4BCA-66B6-70E1-7D45503060B6}"/>
              </a:ext>
            </a:extLst>
          </p:cNvPr>
          <p:cNvSpPr txBox="1"/>
          <p:nvPr/>
        </p:nvSpPr>
        <p:spPr>
          <a:xfrm>
            <a:off x="9127001" y="7722533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8E4CF222-5866-09E4-CEF1-F77A2E582179}"/>
              </a:ext>
            </a:extLst>
          </p:cNvPr>
          <p:cNvSpPr txBox="1"/>
          <p:nvPr/>
        </p:nvSpPr>
        <p:spPr>
          <a:xfrm>
            <a:off x="13348260" y="7668274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41F604F7-3B97-16A0-7639-BAE0AC5FCB99}"/>
              </a:ext>
            </a:extLst>
          </p:cNvPr>
          <p:cNvSpPr txBox="1"/>
          <p:nvPr/>
        </p:nvSpPr>
        <p:spPr>
          <a:xfrm>
            <a:off x="11494199" y="7806773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229" name="Textfeld 228">
            <a:extLst>
              <a:ext uri="{FF2B5EF4-FFF2-40B4-BE49-F238E27FC236}">
                <a16:creationId xmlns:a16="http://schemas.microsoft.com/office/drawing/2014/main" id="{872B2AA5-9684-873A-DAA2-C5063F168B48}"/>
              </a:ext>
            </a:extLst>
          </p:cNvPr>
          <p:cNvSpPr txBox="1"/>
          <p:nvPr/>
        </p:nvSpPr>
        <p:spPr>
          <a:xfrm>
            <a:off x="15817815" y="7804462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230" name="Geschweifte Klammer rechts 229">
            <a:extLst>
              <a:ext uri="{FF2B5EF4-FFF2-40B4-BE49-F238E27FC236}">
                <a16:creationId xmlns:a16="http://schemas.microsoft.com/office/drawing/2014/main" id="{1B2B2BE4-7CF1-023D-7FF4-FF94CA235C90}"/>
              </a:ext>
            </a:extLst>
          </p:cNvPr>
          <p:cNvSpPr/>
          <p:nvPr/>
        </p:nvSpPr>
        <p:spPr>
          <a:xfrm rot="16200000">
            <a:off x="8287698" y="5179668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6637CC3F-39A7-3055-AC71-8B42005C3657}"/>
              </a:ext>
            </a:extLst>
          </p:cNvPr>
          <p:cNvSpPr txBox="1"/>
          <p:nvPr/>
        </p:nvSpPr>
        <p:spPr>
          <a:xfrm>
            <a:off x="10274841" y="7589861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67DAE4BA-5DD0-3D10-73F5-7811C838F76D}"/>
              </a:ext>
            </a:extLst>
          </p:cNvPr>
          <p:cNvSpPr txBox="1"/>
          <p:nvPr/>
        </p:nvSpPr>
        <p:spPr>
          <a:xfrm>
            <a:off x="6343214" y="7643267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0BD0BBE8-B1D8-0794-495D-B0AA36DE01CC}"/>
              </a:ext>
            </a:extLst>
          </p:cNvPr>
          <p:cNvCxnSpPr>
            <a:cxnSpLocks/>
          </p:cNvCxnSpPr>
          <p:nvPr/>
        </p:nvCxnSpPr>
        <p:spPr>
          <a:xfrm flipV="1">
            <a:off x="6387965" y="7485776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4" name="Textfeld 233">
            <a:extLst>
              <a:ext uri="{FF2B5EF4-FFF2-40B4-BE49-F238E27FC236}">
                <a16:creationId xmlns:a16="http://schemas.microsoft.com/office/drawing/2014/main" id="{E192759D-A425-2BC5-ACF9-3D217D790BAF}"/>
              </a:ext>
            </a:extLst>
          </p:cNvPr>
          <p:cNvSpPr txBox="1"/>
          <p:nvPr/>
        </p:nvSpPr>
        <p:spPr>
          <a:xfrm>
            <a:off x="7892237" y="7270080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235" name="Gerader Verbinder 234">
            <a:extLst>
              <a:ext uri="{FF2B5EF4-FFF2-40B4-BE49-F238E27FC236}">
                <a16:creationId xmlns:a16="http://schemas.microsoft.com/office/drawing/2014/main" id="{97BB8CA5-5A7C-ED54-E5E0-9F16DFE5073E}"/>
              </a:ext>
            </a:extLst>
          </p:cNvPr>
          <p:cNvCxnSpPr>
            <a:cxnSpLocks/>
          </p:cNvCxnSpPr>
          <p:nvPr/>
        </p:nvCxnSpPr>
        <p:spPr>
          <a:xfrm>
            <a:off x="10359039" y="7483416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6" name="Textfeld 235">
            <a:extLst>
              <a:ext uri="{FF2B5EF4-FFF2-40B4-BE49-F238E27FC236}">
                <a16:creationId xmlns:a16="http://schemas.microsoft.com/office/drawing/2014/main" id="{98C8E64A-278A-5F82-E33E-6CBCFCCE6705}"/>
              </a:ext>
            </a:extLst>
          </p:cNvPr>
          <p:cNvSpPr txBox="1"/>
          <p:nvPr/>
        </p:nvSpPr>
        <p:spPr>
          <a:xfrm>
            <a:off x="12753159" y="7248567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749DA09-6288-202C-3744-45770460D429}"/>
              </a:ext>
            </a:extLst>
          </p:cNvPr>
          <p:cNvCxnSpPr/>
          <p:nvPr/>
        </p:nvCxnSpPr>
        <p:spPr>
          <a:xfrm flipH="1">
            <a:off x="2641600" y="4013200"/>
            <a:ext cx="15552027" cy="75681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040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B07028-9DDA-7F66-B27B-353CE67D042F}"/>
              </a:ext>
            </a:extLst>
          </p:cNvPr>
          <p:cNvSpPr/>
          <p:nvPr/>
        </p:nvSpPr>
        <p:spPr>
          <a:xfrm>
            <a:off x="8963872" y="4149228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6" idx="2"/>
          </p:cNvCxnSpPr>
          <p:nvPr/>
        </p:nvCxnSpPr>
        <p:spPr>
          <a:xfrm>
            <a:off x="6343826" y="5105658"/>
            <a:ext cx="385718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9ACD396-053F-098F-6E39-579A071B2680}"/>
              </a:ext>
            </a:extLst>
          </p:cNvPr>
          <p:cNvSpPr/>
          <p:nvPr/>
        </p:nvSpPr>
        <p:spPr>
          <a:xfrm>
            <a:off x="5060967" y="4149228"/>
            <a:ext cx="1260000" cy="12600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DE4D244-E117-810E-FE87-3CCDF7FC1B8C}"/>
              </a:ext>
            </a:extLst>
          </p:cNvPr>
          <p:cNvSpPr/>
          <p:nvPr/>
        </p:nvSpPr>
        <p:spPr>
          <a:xfrm>
            <a:off x="6297497" y="4429939"/>
            <a:ext cx="45719" cy="45719"/>
          </a:xfrm>
          <a:prstGeom prst="ellips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12ABAB0-185A-7992-9793-D8DD22CF49D2}"/>
              </a:ext>
            </a:extLst>
          </p:cNvPr>
          <p:cNvSpPr/>
          <p:nvPr/>
        </p:nvSpPr>
        <p:spPr>
          <a:xfrm>
            <a:off x="6298107" y="5082798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20CD0AB2-DE58-BA48-54DE-8FCE795DC626}"/>
              </a:ext>
            </a:extLst>
          </p:cNvPr>
          <p:cNvSpPr/>
          <p:nvPr/>
        </p:nvSpPr>
        <p:spPr>
          <a:xfrm>
            <a:off x="10201012" y="5082798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0D90752-E600-F455-0214-43CAB7E7F87E}"/>
              </a:ext>
            </a:extLst>
          </p:cNvPr>
          <p:cNvSpPr/>
          <p:nvPr/>
        </p:nvSpPr>
        <p:spPr>
          <a:xfrm>
            <a:off x="13352515" y="4149228"/>
            <a:ext cx="1260000" cy="126000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accent5">
                <a:shade val="15000"/>
                <a:alpha val="2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BB5D594-F1DB-B50A-6F3D-508ABF55786F}"/>
              </a:ext>
            </a:extLst>
          </p:cNvPr>
          <p:cNvSpPr/>
          <p:nvPr/>
        </p:nvSpPr>
        <p:spPr>
          <a:xfrm>
            <a:off x="17741155" y="4149228"/>
            <a:ext cx="1260000" cy="12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5787C7D1-BC29-2037-C7E6-1111E88F43A2}"/>
              </a:ext>
            </a:extLst>
          </p:cNvPr>
          <p:cNvSpPr/>
          <p:nvPr/>
        </p:nvSpPr>
        <p:spPr>
          <a:xfrm>
            <a:off x="17712169" y="4429939"/>
            <a:ext cx="45719" cy="45719"/>
          </a:xfrm>
          <a:prstGeom prst="ellips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D4D61CF3-37D7-0039-79B0-B9C56150DD73}"/>
              </a:ext>
            </a:extLst>
          </p:cNvPr>
          <p:cNvSpPr/>
          <p:nvPr/>
        </p:nvSpPr>
        <p:spPr>
          <a:xfrm>
            <a:off x="17712779" y="5082798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45" idx="2"/>
          </p:cNvCxnSpPr>
          <p:nvPr/>
        </p:nvCxnSpPr>
        <p:spPr>
          <a:xfrm>
            <a:off x="10246731" y="5105658"/>
            <a:ext cx="7466048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0617348" y="4866607"/>
            <a:ext cx="2393605" cy="271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de-DE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ManagementPlaneTransportFc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6458846" y="4869225"/>
            <a:ext cx="2393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ManagementPlaneTransportFc</a:t>
            </a:r>
            <a:endParaRPr lang="de-DE" sz="1200"/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1180310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6317239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                  Live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0246120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0246120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0246120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0246120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057239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024970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6366524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075917" y="1237410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467E6A2-317A-7399-239A-7143D344A89A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6297497" y="4452799"/>
            <a:ext cx="11414672" cy="2285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F6912587-3ADE-4684-D959-D1BFE18A4095}"/>
              </a:ext>
            </a:extLst>
          </p:cNvPr>
          <p:cNvSpPr txBox="1"/>
          <p:nvPr/>
        </p:nvSpPr>
        <p:spPr>
          <a:xfrm>
            <a:off x="10999664" y="4238066"/>
            <a:ext cx="1628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ManagementPlaneFc</a:t>
            </a:r>
          </a:p>
        </p:txBody>
      </p:sp>
    </p:spTree>
    <p:extLst>
      <p:ext uri="{BB962C8B-B14F-4D97-AF65-F5344CB8AC3E}">
        <p14:creationId xmlns:p14="http://schemas.microsoft.com/office/powerpoint/2010/main" val="298307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hteck 124">
            <a:extLst>
              <a:ext uri="{FF2B5EF4-FFF2-40B4-BE49-F238E27FC236}">
                <a16:creationId xmlns:a16="http://schemas.microsoft.com/office/drawing/2014/main" id="{A59DC202-6741-C7BF-D94C-506A3CC9AA0D}"/>
              </a:ext>
            </a:extLst>
          </p:cNvPr>
          <p:cNvSpPr/>
          <p:nvPr/>
        </p:nvSpPr>
        <p:spPr>
          <a:xfrm>
            <a:off x="8963261" y="4151619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  <a:p>
            <a:pPr algn="ctr"/>
            <a:endParaRPr lang="de-DE" sz="1440"/>
          </a:p>
          <a:p>
            <a:pPr algn="ctr"/>
            <a:r>
              <a:rPr lang="de-DE" sz="1440"/>
              <a:t>Controller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1180310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6317239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                  Live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0246120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0246120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0246120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0246120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057239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024970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6366524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075917" y="1237410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81F2B893-A78C-DB45-E609-0702CBF01171}"/>
              </a:ext>
            </a:extLst>
          </p:cNvPr>
          <p:cNvSpPr/>
          <p:nvPr/>
        </p:nvSpPr>
        <p:spPr>
          <a:xfrm>
            <a:off x="13352515" y="4157155"/>
            <a:ext cx="1260000" cy="126000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accent5">
                <a:shade val="15000"/>
                <a:alpha val="2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9BE7CFCC-A952-3E88-0CBA-D5EF119C83C1}"/>
              </a:ext>
            </a:extLst>
          </p:cNvPr>
          <p:cNvSpPr/>
          <p:nvPr/>
        </p:nvSpPr>
        <p:spPr>
          <a:xfrm>
            <a:off x="17741155" y="4157155"/>
            <a:ext cx="1260000" cy="1260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942D1C69-C807-1B99-EFB7-540D9D2FEECC}"/>
              </a:ext>
            </a:extLst>
          </p:cNvPr>
          <p:cNvSpPr/>
          <p:nvPr/>
        </p:nvSpPr>
        <p:spPr>
          <a:xfrm>
            <a:off x="6298107" y="4429849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8" name="Ellipse 107">
            <a:extLst>
              <a:ext uri="{FF2B5EF4-FFF2-40B4-BE49-F238E27FC236}">
                <a16:creationId xmlns:a16="http://schemas.microsoft.com/office/drawing/2014/main" id="{0F2EB3F0-F4EB-89DF-1935-ACB650F1A81E}"/>
              </a:ext>
            </a:extLst>
          </p:cNvPr>
          <p:cNvSpPr/>
          <p:nvPr/>
        </p:nvSpPr>
        <p:spPr>
          <a:xfrm>
            <a:off x="10201012" y="4429849"/>
            <a:ext cx="45719" cy="45719"/>
          </a:xfrm>
          <a:prstGeom prst="ellipse">
            <a:avLst/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64635193-B0A3-EA22-1448-07B969191FCE}"/>
              </a:ext>
            </a:extLst>
          </p:cNvPr>
          <p:cNvSpPr txBox="1"/>
          <p:nvPr/>
        </p:nvSpPr>
        <p:spPr>
          <a:xfrm>
            <a:off x="6458846" y="4216276"/>
            <a:ext cx="2393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ManagementPlaneTransportFc</a:t>
            </a:r>
            <a:endParaRPr lang="de-DE" sz="1200"/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92C882CD-80C9-C8C6-9B5B-8CE7CD3FBC3B}"/>
              </a:ext>
            </a:extLst>
          </p:cNvPr>
          <p:cNvSpPr/>
          <p:nvPr/>
        </p:nvSpPr>
        <p:spPr>
          <a:xfrm>
            <a:off x="5060356" y="4151619"/>
            <a:ext cx="1260000" cy="12600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1B9A9A2-1F58-3FDE-2BB4-DEE0581A5CB4}"/>
              </a:ext>
            </a:extLst>
          </p:cNvPr>
          <p:cNvSpPr/>
          <p:nvPr/>
        </p:nvSpPr>
        <p:spPr>
          <a:xfrm>
            <a:off x="6296886" y="4432330"/>
            <a:ext cx="45719" cy="45719"/>
          </a:xfrm>
          <a:prstGeom prst="ellipse">
            <a:avLst/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B7E2370-CA0E-FDD6-8B4C-2E5EF24CF67B}"/>
              </a:ext>
            </a:extLst>
          </p:cNvPr>
          <p:cNvSpPr/>
          <p:nvPr/>
        </p:nvSpPr>
        <p:spPr>
          <a:xfrm>
            <a:off x="6297496" y="4758759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3694F2F5-1F61-A876-9E60-0B4397A3D25F}"/>
              </a:ext>
            </a:extLst>
          </p:cNvPr>
          <p:cNvSpPr/>
          <p:nvPr/>
        </p:nvSpPr>
        <p:spPr>
          <a:xfrm>
            <a:off x="6297496" y="5085189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7" name="Ellipse 126">
            <a:extLst>
              <a:ext uri="{FF2B5EF4-FFF2-40B4-BE49-F238E27FC236}">
                <a16:creationId xmlns:a16="http://schemas.microsoft.com/office/drawing/2014/main" id="{DB56E6C7-57D9-ACBD-45CC-166EC31AA374}"/>
              </a:ext>
            </a:extLst>
          </p:cNvPr>
          <p:cNvSpPr/>
          <p:nvPr/>
        </p:nvSpPr>
        <p:spPr>
          <a:xfrm>
            <a:off x="8937899" y="4758759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4E6EEC50-A828-9D2E-8817-70AA2B9DBF47}"/>
              </a:ext>
            </a:extLst>
          </p:cNvPr>
          <p:cNvSpPr/>
          <p:nvPr/>
        </p:nvSpPr>
        <p:spPr>
          <a:xfrm>
            <a:off x="8937899" y="5085189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5AAA43F5-9A60-A04F-CF26-95AF9931685F}"/>
              </a:ext>
            </a:extLst>
          </p:cNvPr>
          <p:cNvCxnSpPr>
            <a:cxnSpLocks/>
            <a:stCxn id="122" idx="6"/>
            <a:endCxn id="127" idx="2"/>
          </p:cNvCxnSpPr>
          <p:nvPr/>
        </p:nvCxnSpPr>
        <p:spPr>
          <a:xfrm>
            <a:off x="6343213" y="4781619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10249A19-10F8-4F42-1E5C-9AEA67855AFA}"/>
              </a:ext>
            </a:extLst>
          </p:cNvPr>
          <p:cNvSpPr txBox="1"/>
          <p:nvPr/>
        </p:nvSpPr>
        <p:spPr>
          <a:xfrm>
            <a:off x="7053559" y="4555300"/>
            <a:ext cx="12041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RestconfLink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88AB854-6938-CE0E-0D93-28C3C3E890F6}"/>
              </a:ext>
            </a:extLst>
          </p:cNvPr>
          <p:cNvCxnSpPr>
            <a:cxnSpLocks/>
            <a:stCxn id="107" idx="6"/>
            <a:endCxn id="108" idx="2"/>
          </p:cNvCxnSpPr>
          <p:nvPr/>
        </p:nvCxnSpPr>
        <p:spPr>
          <a:xfrm>
            <a:off x="6343826" y="4452709"/>
            <a:ext cx="385718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40" name="Ellipse 139">
            <a:extLst>
              <a:ext uri="{FF2B5EF4-FFF2-40B4-BE49-F238E27FC236}">
                <a16:creationId xmlns:a16="http://schemas.microsoft.com/office/drawing/2014/main" id="{51DF8E0D-A121-D608-7049-04A3A8A9ECCF}"/>
              </a:ext>
            </a:extLst>
          </p:cNvPr>
          <p:cNvSpPr/>
          <p:nvPr/>
        </p:nvSpPr>
        <p:spPr>
          <a:xfrm>
            <a:off x="10200041" y="4764295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41" name="Gerader Verbinder 140">
            <a:extLst>
              <a:ext uri="{FF2B5EF4-FFF2-40B4-BE49-F238E27FC236}">
                <a16:creationId xmlns:a16="http://schemas.microsoft.com/office/drawing/2014/main" id="{6FA9C982-7EFD-2B9C-FF9D-E84F387D5D7A}"/>
              </a:ext>
            </a:extLst>
          </p:cNvPr>
          <p:cNvCxnSpPr>
            <a:cxnSpLocks/>
            <a:stCxn id="127" idx="6"/>
            <a:endCxn id="140" idx="2"/>
          </p:cNvCxnSpPr>
          <p:nvPr/>
        </p:nvCxnSpPr>
        <p:spPr>
          <a:xfrm>
            <a:off x="8983618" y="4781619"/>
            <a:ext cx="1216423" cy="5536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4" name="Textfeld 153">
            <a:extLst>
              <a:ext uri="{FF2B5EF4-FFF2-40B4-BE49-F238E27FC236}">
                <a16:creationId xmlns:a16="http://schemas.microsoft.com/office/drawing/2014/main" id="{FE3640AF-16FC-A4ED-873E-3D670696A70A}"/>
              </a:ext>
            </a:extLst>
          </p:cNvPr>
          <p:cNvSpPr txBox="1"/>
          <p:nvPr/>
        </p:nvSpPr>
        <p:spPr>
          <a:xfrm>
            <a:off x="8999285" y="4544486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MountPointFc</a:t>
            </a:r>
          </a:p>
        </p:txBody>
      </p:sp>
    </p:spTree>
    <p:extLst>
      <p:ext uri="{BB962C8B-B14F-4D97-AF65-F5344CB8AC3E}">
        <p14:creationId xmlns:p14="http://schemas.microsoft.com/office/powerpoint/2010/main" val="3103104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1180310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6317239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                  Live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0246120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0246120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0246120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0246120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057239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024970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6366524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075917" y="1237410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3ED78662-2A96-30AA-F3D5-01A49570358E}"/>
              </a:ext>
            </a:extLst>
          </p:cNvPr>
          <p:cNvSpPr/>
          <p:nvPr/>
        </p:nvSpPr>
        <p:spPr>
          <a:xfrm>
            <a:off x="5059746" y="4157519"/>
            <a:ext cx="1260000" cy="12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accent6">
                <a:shade val="15000"/>
                <a:alpha val="2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65F9F537-E439-F6E8-242E-7EF2AB2D1B86}"/>
              </a:ext>
            </a:extLst>
          </p:cNvPr>
          <p:cNvSpPr/>
          <p:nvPr/>
        </p:nvSpPr>
        <p:spPr>
          <a:xfrm>
            <a:off x="8962651" y="4157519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75" name="Ellipse 174">
            <a:extLst>
              <a:ext uri="{FF2B5EF4-FFF2-40B4-BE49-F238E27FC236}">
                <a16:creationId xmlns:a16="http://schemas.microsoft.com/office/drawing/2014/main" id="{DF3DC62A-91C8-ABE5-DE3A-E1C0B6B609ED}"/>
              </a:ext>
            </a:extLst>
          </p:cNvPr>
          <p:cNvSpPr/>
          <p:nvPr/>
        </p:nvSpPr>
        <p:spPr>
          <a:xfrm>
            <a:off x="10199181" y="4438230"/>
            <a:ext cx="45719" cy="45719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76" name="Ellipse 175">
            <a:extLst>
              <a:ext uri="{FF2B5EF4-FFF2-40B4-BE49-F238E27FC236}">
                <a16:creationId xmlns:a16="http://schemas.microsoft.com/office/drawing/2014/main" id="{B9529A50-E98F-5AA2-DD6C-F679F18BB0A9}"/>
              </a:ext>
            </a:extLst>
          </p:cNvPr>
          <p:cNvSpPr/>
          <p:nvPr/>
        </p:nvSpPr>
        <p:spPr>
          <a:xfrm>
            <a:off x="10199791" y="4764659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8404B881-7652-7153-B2F4-444541516FF0}"/>
              </a:ext>
            </a:extLst>
          </p:cNvPr>
          <p:cNvSpPr/>
          <p:nvPr/>
        </p:nvSpPr>
        <p:spPr>
          <a:xfrm>
            <a:off x="13351294" y="4157519"/>
            <a:ext cx="1260000" cy="1260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  <a:p>
            <a:pPr algn="ctr"/>
            <a:endParaRPr lang="de-DE" sz="1440"/>
          </a:p>
          <a:p>
            <a:pPr algn="ctr"/>
            <a:r>
              <a:rPr lang="de-DE" sz="1440"/>
              <a:t>Mediator</a:t>
            </a:r>
          </a:p>
        </p:txBody>
      </p:sp>
      <p:sp>
        <p:nvSpPr>
          <p:cNvPr id="181" name="Ellipse 180">
            <a:extLst>
              <a:ext uri="{FF2B5EF4-FFF2-40B4-BE49-F238E27FC236}">
                <a16:creationId xmlns:a16="http://schemas.microsoft.com/office/drawing/2014/main" id="{AFED8472-FC56-47F3-E032-7109AF27B37B}"/>
              </a:ext>
            </a:extLst>
          </p:cNvPr>
          <p:cNvSpPr/>
          <p:nvPr/>
        </p:nvSpPr>
        <p:spPr>
          <a:xfrm>
            <a:off x="13323821" y="4764659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84" name="Ellipse 183">
            <a:extLst>
              <a:ext uri="{FF2B5EF4-FFF2-40B4-BE49-F238E27FC236}">
                <a16:creationId xmlns:a16="http://schemas.microsoft.com/office/drawing/2014/main" id="{09519AF8-19AC-9DFD-7A69-2AB1F8068688}"/>
              </a:ext>
            </a:extLst>
          </p:cNvPr>
          <p:cNvSpPr/>
          <p:nvPr/>
        </p:nvSpPr>
        <p:spPr>
          <a:xfrm>
            <a:off x="14586323" y="4764659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87" name="Rechteck 186">
            <a:extLst>
              <a:ext uri="{FF2B5EF4-FFF2-40B4-BE49-F238E27FC236}">
                <a16:creationId xmlns:a16="http://schemas.microsoft.com/office/drawing/2014/main" id="{4A367FCB-79B0-120B-7D5E-50786E9568C7}"/>
              </a:ext>
            </a:extLst>
          </p:cNvPr>
          <p:cNvSpPr/>
          <p:nvPr/>
        </p:nvSpPr>
        <p:spPr>
          <a:xfrm>
            <a:off x="17739934" y="4157519"/>
            <a:ext cx="1260000" cy="12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88" name="Ellipse 187">
            <a:extLst>
              <a:ext uri="{FF2B5EF4-FFF2-40B4-BE49-F238E27FC236}">
                <a16:creationId xmlns:a16="http://schemas.microsoft.com/office/drawing/2014/main" id="{5A939DF4-EBBB-9AC6-1140-7A66818D61B3}"/>
              </a:ext>
            </a:extLst>
          </p:cNvPr>
          <p:cNvSpPr/>
          <p:nvPr/>
        </p:nvSpPr>
        <p:spPr>
          <a:xfrm>
            <a:off x="17710948" y="4438230"/>
            <a:ext cx="45719" cy="45719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34D51D38-7B67-569D-4340-87C47014F0AE}"/>
              </a:ext>
            </a:extLst>
          </p:cNvPr>
          <p:cNvSpPr/>
          <p:nvPr/>
        </p:nvSpPr>
        <p:spPr>
          <a:xfrm>
            <a:off x="17711558" y="4764659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B6AC246A-756E-DAB9-3397-0AEEBEFA8769}"/>
              </a:ext>
            </a:extLst>
          </p:cNvPr>
          <p:cNvCxnSpPr>
            <a:cxnSpLocks/>
            <a:stCxn id="176" idx="6"/>
            <a:endCxn id="181" idx="2"/>
          </p:cNvCxnSpPr>
          <p:nvPr/>
        </p:nvCxnSpPr>
        <p:spPr>
          <a:xfrm>
            <a:off x="10245510" y="4787519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4884B5B2-B783-A64A-45EA-13CB7F61E01A}"/>
              </a:ext>
            </a:extLst>
          </p:cNvPr>
          <p:cNvCxnSpPr>
            <a:cxnSpLocks/>
            <a:stCxn id="184" idx="6"/>
            <a:endCxn id="189" idx="2"/>
          </p:cNvCxnSpPr>
          <p:nvPr/>
        </p:nvCxnSpPr>
        <p:spPr>
          <a:xfrm>
            <a:off x="14632040" y="4787519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9" name="Textfeld 198">
            <a:extLst>
              <a:ext uri="{FF2B5EF4-FFF2-40B4-BE49-F238E27FC236}">
                <a16:creationId xmlns:a16="http://schemas.microsoft.com/office/drawing/2014/main" id="{14A77B87-AF25-623C-03D0-F2AEEEA4E27B}"/>
              </a:ext>
            </a:extLst>
          </p:cNvPr>
          <p:cNvSpPr txBox="1"/>
          <p:nvPr/>
        </p:nvSpPr>
        <p:spPr>
          <a:xfrm>
            <a:off x="15741668" y="4561199"/>
            <a:ext cx="848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SnmpLink</a:t>
            </a:r>
          </a:p>
        </p:txBody>
      </p:sp>
      <p:sp>
        <p:nvSpPr>
          <p:cNvPr id="200" name="Textfeld 199">
            <a:extLst>
              <a:ext uri="{FF2B5EF4-FFF2-40B4-BE49-F238E27FC236}">
                <a16:creationId xmlns:a16="http://schemas.microsoft.com/office/drawing/2014/main" id="{D31F9D91-2800-195E-79D7-2067E9849F93}"/>
              </a:ext>
            </a:extLst>
          </p:cNvPr>
          <p:cNvSpPr txBox="1"/>
          <p:nvPr/>
        </p:nvSpPr>
        <p:spPr>
          <a:xfrm>
            <a:off x="11182168" y="4561199"/>
            <a:ext cx="995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NetconfLink</a:t>
            </a:r>
          </a:p>
        </p:txBody>
      </p:sp>
      <p:sp>
        <p:nvSpPr>
          <p:cNvPr id="204" name="Ellipse 203">
            <a:extLst>
              <a:ext uri="{FF2B5EF4-FFF2-40B4-BE49-F238E27FC236}">
                <a16:creationId xmlns:a16="http://schemas.microsoft.com/office/drawing/2014/main" id="{6CD0388D-8F28-C05E-B968-5DD14402F21A}"/>
              </a:ext>
            </a:extLst>
          </p:cNvPr>
          <p:cNvSpPr/>
          <p:nvPr/>
        </p:nvSpPr>
        <p:spPr>
          <a:xfrm>
            <a:off x="10205918" y="4437692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05" name="Ellipse 204">
            <a:extLst>
              <a:ext uri="{FF2B5EF4-FFF2-40B4-BE49-F238E27FC236}">
                <a16:creationId xmlns:a16="http://schemas.microsoft.com/office/drawing/2014/main" id="{70B1D5AF-540D-623A-27DB-59932A6F2ED6}"/>
              </a:ext>
            </a:extLst>
          </p:cNvPr>
          <p:cNvSpPr/>
          <p:nvPr/>
        </p:nvSpPr>
        <p:spPr>
          <a:xfrm>
            <a:off x="17717685" y="4437692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BF57349F-6587-E3C5-84F2-46F65ECC64DD}"/>
              </a:ext>
            </a:extLst>
          </p:cNvPr>
          <p:cNvSpPr txBox="1"/>
          <p:nvPr/>
        </p:nvSpPr>
        <p:spPr>
          <a:xfrm>
            <a:off x="10622254" y="4221501"/>
            <a:ext cx="2393605" cy="271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de-DE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ManagementPlaneTransportFc</a:t>
            </a:r>
          </a:p>
        </p:txBody>
      </p: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5D5EA44F-52DC-DB6C-6E61-F46B72575118}"/>
              </a:ext>
            </a:extLst>
          </p:cNvPr>
          <p:cNvCxnSpPr>
            <a:cxnSpLocks/>
            <a:stCxn id="204" idx="6"/>
            <a:endCxn id="205" idx="2"/>
          </p:cNvCxnSpPr>
          <p:nvPr/>
        </p:nvCxnSpPr>
        <p:spPr>
          <a:xfrm>
            <a:off x="10251637" y="4460552"/>
            <a:ext cx="746604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08" name="Textfeld 207">
            <a:extLst>
              <a:ext uri="{FF2B5EF4-FFF2-40B4-BE49-F238E27FC236}">
                <a16:creationId xmlns:a16="http://schemas.microsoft.com/office/drawing/2014/main" id="{4FF54F1D-DF43-59BE-A712-F459FC01E4D6}"/>
              </a:ext>
            </a:extLst>
          </p:cNvPr>
          <p:cNvSpPr txBox="1"/>
          <p:nvPr/>
        </p:nvSpPr>
        <p:spPr>
          <a:xfrm>
            <a:off x="13165269" y="4540999"/>
            <a:ext cx="1628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MediatorProcessFc</a:t>
            </a:r>
            <a:endParaRPr lang="de-DE" sz="1200"/>
          </a:p>
        </p:txBody>
      </p: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2F8FF825-3996-A993-CB0B-C8F408CEF48B}"/>
              </a:ext>
            </a:extLst>
          </p:cNvPr>
          <p:cNvCxnSpPr>
            <a:cxnSpLocks/>
            <a:stCxn id="179" idx="1"/>
            <a:endCxn id="179" idx="3"/>
          </p:cNvCxnSpPr>
          <p:nvPr/>
        </p:nvCxnSpPr>
        <p:spPr>
          <a:xfrm>
            <a:off x="13351294" y="4787519"/>
            <a:ext cx="1260000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777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2142984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032984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5922984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032984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032984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4886584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3626584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2996584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5516584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4662984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2560286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0513178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002190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7722745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4725393" y="6138481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4115941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4505514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816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6346775" y="5825303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0163943" y="7926933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8737739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4348403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4467683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4696272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398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2708311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2708311" y="5489891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4285163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2332303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8605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045437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2374975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1277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2565733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6859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013685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013685" y="7477231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7711669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050867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0793552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9854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0984310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436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0836224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2526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026982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8108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0629130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1696982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1696982" y="924950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6716483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785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2827591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2827591" y="5796531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3204443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3204443" y="7831663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2962451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2962451" y="8172381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8473068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370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8663826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4952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078388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690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9269146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272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1472952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1472952" y="899723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1432262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1432262" y="964388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1623020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1623020" y="993071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0310131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6346542" y="7961907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4812075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6603395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7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6527406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08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7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31" y="4526732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4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8135662" y="9307333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6199063" y="4827476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9" y="4744137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700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6247955" y="8588424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6254057" y="9307331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6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8385481" y="10449306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5280391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8" y="5474673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6" y="5596734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3" y="9864750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8025468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3296395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5" y="3639301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9" y="3461122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3" y="3190473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3643103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5123627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9091943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700" y="9039933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6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8999783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8" y="9411807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10793291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5958474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3" y="5619141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6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5866314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8" y="627833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7929601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5" y="11266030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6505010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4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7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6" y="1124182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5" y="1156228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2" y="13379753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3" y="1211173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9" y="1284267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9" y="7295984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7357573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2812987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2" y="10882283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7167382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7" y="1004860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3" y="1258671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8" y="111657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90" y="1040098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4" y="963452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3" y="334736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2" y="919491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3" y="50684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6" y="4804616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5" y="4386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6206524" y="4409430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8" y="6033997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6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8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3370228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6184270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40" y="1198291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40" y="1214813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6" y="3765811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10423840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8" y="7295984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7494464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10009129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7" y="4761762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2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2" y="12135939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9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082898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4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5" y="3457350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4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7046626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966933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8" y="3964881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6" y="4168426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11028905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10071459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974630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7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31" y="4526732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4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6199065" y="4827474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9" y="4744137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700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6247957" y="8479830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6254059" y="8479832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6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288912" y="9668802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5280391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8" y="5474673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6" y="5596734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3" y="9864750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8025468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3296395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5" y="3639301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9" y="3461122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3" y="3190473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3643103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5123627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9091943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700" y="9039933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6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8999783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8" y="9411807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10793291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5958474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3" y="5619141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6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5866314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8" y="627833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7929601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5" y="11266030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6505010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4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7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6" y="1124182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5" y="1156228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2" y="13379753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3" y="1211173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9" y="1284267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9" y="7295984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7357573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2812987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2" y="10882283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7167382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7" y="1004860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3" y="1258671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8" y="111657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90" y="1040098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4" y="963452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3" y="334736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2" y="919491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3" y="50684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6" y="4804616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5" y="4386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6206524" y="4409432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8" y="6033997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6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8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3370228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6184270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40" y="1198291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40" y="1214813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6" y="3765811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10423840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8" y="7295984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7494464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10009129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7" y="4761762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2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2" y="12135939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9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082898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4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5" y="3457350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4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7046626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966933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8" y="3964881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6" y="4168426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11028905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10071459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974630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8771511" y="8479830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2484199" y="5662836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4561273" y="5157787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7628638" y="5157787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9691868" y="5652199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412769" y="566283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550443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550443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550443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1374355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1374355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1374355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2625703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2625703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2625703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3449615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3449615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3449615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4717044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4717044" y="65146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4717044" y="611460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5540956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5540956" y="651964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7789016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7789016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8612928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8612928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9868553" y="69012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9868553" y="6506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063713" y="783373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063713" y="74336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063713" y="703363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063712" y="623353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063713" y="663358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9691870" y="5662833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8288101" y="5173535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7622232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7622233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7876146" y="3360105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4557012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4810925" y="3360105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5232208" y="5173535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4566339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888580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712492" y="6203013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2963840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787749" y="6203014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5879093" y="6615822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8127153" y="6615819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8951062" y="6605189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5791998" y="3616309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5792001" y="4440221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8857221" y="3616306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8857221" y="4440221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4561273" y="1135520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7628638" y="1135520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9691868" y="1184961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5540956" y="1311212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5540956" y="1271705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7789016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7789016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8612928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8612928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9868553" y="1309863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9868553" y="1270356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063713" y="14031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063713" y="1363109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063713" y="1323104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063712" y="124309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063713" y="1283099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9691870" y="1186024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8288101" y="11370948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7622232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7622233" y="913587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7876146" y="9557518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4566339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5879093" y="12813235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8127153" y="1281323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8951062" y="12802602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8857221" y="981371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8857221" y="10637634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6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9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4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5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8923179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8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8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8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4391811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9605006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4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4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10636479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7" y="4169025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5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5" y="10413853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10569908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8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8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10636290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2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10636290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11133703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11349949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10310928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31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31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4393694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9606889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11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11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11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4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4" y="7400443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4" y="5958409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4858709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7030494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4667036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7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3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30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6" y="4170908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4131539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20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4175345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3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3" y="4186604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6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81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6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8700394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6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8923180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9814891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9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4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4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4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9603653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4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4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10635126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11130032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10399834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10635126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3" y="8125969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6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6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201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11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3445849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4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3225908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2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9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9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4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4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3427921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7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3207980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5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7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8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3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6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9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4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5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8923179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8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8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8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4391811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9605006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4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4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10636479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7" y="4169025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5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5" y="10413853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10569908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8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8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10636290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2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10636290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11133703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11349949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10310928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31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31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4393694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9606889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11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11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11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4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4" y="7400443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4" y="5958409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4858709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7030494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4667036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7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3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30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6" y="4170908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4131539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20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4175345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3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3" y="4186604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6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81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6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8700394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6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8923180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9814891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9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4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4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4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9603653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4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4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10635126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11130032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10399834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10635126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3" y="8125969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6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6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201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11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3445849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4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3225908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2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9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9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4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4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3427921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7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3207980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5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7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8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3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5109D698-528E-8C16-FDD2-EFF5529DF8F6}"/>
              </a:ext>
            </a:extLst>
          </p:cNvPr>
          <p:cNvSpPr txBox="1"/>
          <p:nvPr/>
        </p:nvSpPr>
        <p:spPr>
          <a:xfrm>
            <a:off x="1438334" y="6585649"/>
            <a:ext cx="3755514" cy="19236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"network-topology:node": [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"node-id": "&lt;&lt;nodename&gt;&gt;",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"netconf-node-topology:sleep-factor": "1",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"netconf-node-topology:max-connection-attempts": 8,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"netconf-node-topology:username": "&lt;&lt;username&gt;&gt;",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"netconf-node-topology:password": "&lt;&lt;password&gt;&gt;",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"netconf-node-topology:port": &lt;&lt;netconf_port&gt;&gt;,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"netconf-node-topology:host": "&lt;&lt;mediatror_IP&gt;&gt;",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"netconf-node-optional:notification": 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    "subscribe": true,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    "stream-name": "NETCONF"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}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}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]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}</a:t>
            </a:r>
            <a:endParaRPr lang="de-DE" sz="7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D070BBD-EEC8-9487-4EAA-3C8B3EA833EC}"/>
              </a:ext>
            </a:extLst>
          </p:cNvPr>
          <p:cNvSpPr/>
          <p:nvPr/>
        </p:nvSpPr>
        <p:spPr>
          <a:xfrm>
            <a:off x="13204102" y="5563362"/>
            <a:ext cx="774699" cy="38986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mediatorPro.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5B0F67CA-A739-2B99-AFB2-A1728196BFF5}"/>
              </a:ext>
            </a:extLst>
          </p:cNvPr>
          <p:cNvSpPr/>
          <p:nvPr/>
        </p:nvSpPr>
        <p:spPr>
          <a:xfrm>
            <a:off x="14077951" y="5647950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D00725B0-9E0A-8A72-ACE0-ECE86F9A3354}"/>
              </a:ext>
            </a:extLst>
          </p:cNvPr>
          <p:cNvSpPr/>
          <p:nvPr/>
        </p:nvSpPr>
        <p:spPr>
          <a:xfrm>
            <a:off x="12218118" y="5673592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71960F0-87FE-CE9E-E331-11A52423DF4A}"/>
              </a:ext>
            </a:extLst>
          </p:cNvPr>
          <p:cNvSpPr txBox="1"/>
          <p:nvPr/>
        </p:nvSpPr>
        <p:spPr>
          <a:xfrm>
            <a:off x="14158721" y="5496316"/>
            <a:ext cx="684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deviceUser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sdn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3D98611-7D1F-A60C-987A-C86ED92738DD}"/>
              </a:ext>
            </a:extLst>
          </p:cNvPr>
          <p:cNvSpPr txBox="1"/>
          <p:nvPr/>
        </p:nvSpPr>
        <p:spPr>
          <a:xfrm>
            <a:off x="11475863" y="5515002"/>
            <a:ext cx="1498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netconfUser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admin</a:t>
            </a:r>
          </a:p>
        </p:txBody>
      </p:sp>
    </p:spTree>
    <p:extLst>
      <p:ext uri="{BB962C8B-B14F-4D97-AF65-F5344CB8AC3E}">
        <p14:creationId xmlns:p14="http://schemas.microsoft.com/office/powerpoint/2010/main" val="4196617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2080</Words>
  <Application>Microsoft Office PowerPoint</Application>
  <PresentationFormat>Benutzerdefiniert</PresentationFormat>
  <Paragraphs>925</Paragraphs>
  <Slides>17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Cascadia Mono</vt:lpstr>
      <vt:lpstr>Consolas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50</cp:revision>
  <dcterms:created xsi:type="dcterms:W3CDTF">2025-01-24T13:53:29Z</dcterms:created>
  <dcterms:modified xsi:type="dcterms:W3CDTF">2025-04-06T14:42:38Z</dcterms:modified>
</cp:coreProperties>
</file>