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80" r:id="rId2"/>
    <p:sldId id="282" r:id="rId3"/>
    <p:sldId id="285" r:id="rId4"/>
  </p:sldIdLst>
  <p:sldSz cx="21599525" cy="125999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34" autoAdjust="0"/>
    <p:restoredTop sz="90178" autoAdjust="0"/>
  </p:normalViewPr>
  <p:slideViewPr>
    <p:cSldViewPr snapToGrid="0">
      <p:cViewPr>
        <p:scale>
          <a:sx n="125" d="100"/>
          <a:sy n="125" d="100"/>
        </p:scale>
        <p:origin x="51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2062083"/>
            <a:ext cx="16199644" cy="4386662"/>
          </a:xfrm>
        </p:spPr>
        <p:txBody>
          <a:bodyPr anchor="b"/>
          <a:lstStyle>
            <a:lvl1pPr algn="ctr"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6617911"/>
            <a:ext cx="16199644" cy="3042080"/>
          </a:xfrm>
        </p:spPr>
        <p:txBody>
          <a:bodyPr/>
          <a:lstStyle>
            <a:lvl1pPr marL="0" indent="0" algn="ctr">
              <a:buNone/>
              <a:defRPr sz="4252"/>
            </a:lvl1pPr>
            <a:lvl2pPr marL="809976" indent="0" algn="ctr">
              <a:buNone/>
              <a:defRPr sz="3543"/>
            </a:lvl2pPr>
            <a:lvl3pPr marL="1619951" indent="0" algn="ctr">
              <a:buNone/>
              <a:defRPr sz="3189"/>
            </a:lvl3pPr>
            <a:lvl4pPr marL="2429927" indent="0" algn="ctr">
              <a:buNone/>
              <a:defRPr sz="2835"/>
            </a:lvl4pPr>
            <a:lvl5pPr marL="3239902" indent="0" algn="ctr">
              <a:buNone/>
              <a:defRPr sz="2835"/>
            </a:lvl5pPr>
            <a:lvl6pPr marL="4049878" indent="0" algn="ctr">
              <a:buNone/>
              <a:defRPr sz="2835"/>
            </a:lvl6pPr>
            <a:lvl7pPr marL="4859853" indent="0" algn="ctr">
              <a:buNone/>
              <a:defRPr sz="2835"/>
            </a:lvl7pPr>
            <a:lvl8pPr marL="5669829" indent="0" algn="ctr">
              <a:buNone/>
              <a:defRPr sz="2835"/>
            </a:lvl8pPr>
            <a:lvl9pPr marL="6479804" indent="0" algn="ctr">
              <a:buNone/>
              <a:defRPr sz="2835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0498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171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3141249"/>
            <a:ext cx="18629590" cy="5241244"/>
          </a:xfrm>
        </p:spPr>
        <p:txBody>
          <a:bodyPr anchor="b"/>
          <a:lstStyle>
            <a:lvl1pPr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8432077"/>
            <a:ext cx="18629590" cy="2756246"/>
          </a:xfrm>
        </p:spPr>
        <p:txBody>
          <a:bodyPr/>
          <a:lstStyle>
            <a:lvl1pPr marL="0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1pPr>
            <a:lvl2pPr marL="809976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2pPr>
            <a:lvl3pPr marL="1619951" indent="0">
              <a:buNone/>
              <a:defRPr sz="3189">
                <a:solidFill>
                  <a:schemeClr val="tx1">
                    <a:tint val="82000"/>
                  </a:schemeClr>
                </a:solidFill>
              </a:defRPr>
            </a:lvl3pPr>
            <a:lvl4pPr marL="242992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4pPr>
            <a:lvl5pPr marL="3239902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5pPr>
            <a:lvl6pPr marL="4049878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6pPr>
            <a:lvl7pPr marL="4859853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7pPr>
            <a:lvl8pPr marL="5669829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8pPr>
            <a:lvl9pPr marL="6479804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0159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094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670834"/>
            <a:ext cx="18629590" cy="243541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3088748"/>
            <a:ext cx="9137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4602496"/>
            <a:ext cx="9137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3088748"/>
            <a:ext cx="9182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4602496"/>
            <a:ext cx="9182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479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098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4988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814166"/>
            <a:ext cx="10934760" cy="8954158"/>
          </a:xfrm>
        </p:spPr>
        <p:txBody>
          <a:bodyPr/>
          <a:lstStyle>
            <a:lvl1pPr>
              <a:defRPr sz="5669"/>
            </a:lvl1pPr>
            <a:lvl2pPr>
              <a:defRPr sz="4960"/>
            </a:lvl2pPr>
            <a:lvl3pPr>
              <a:defRPr sz="4252"/>
            </a:lvl3pPr>
            <a:lvl4pPr>
              <a:defRPr sz="3543"/>
            </a:lvl4pPr>
            <a:lvl5pPr>
              <a:defRPr sz="3543"/>
            </a:lvl5pPr>
            <a:lvl6pPr>
              <a:defRPr sz="3543"/>
            </a:lvl6pPr>
            <a:lvl7pPr>
              <a:defRPr sz="3543"/>
            </a:lvl7pPr>
            <a:lvl8pPr>
              <a:defRPr sz="3543"/>
            </a:lvl8pPr>
            <a:lvl9pPr>
              <a:defRPr sz="3543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3562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814166"/>
            <a:ext cx="10934760" cy="8954158"/>
          </a:xfrm>
        </p:spPr>
        <p:txBody>
          <a:bodyPr anchor="t"/>
          <a:lstStyle>
            <a:lvl1pPr marL="0" indent="0">
              <a:buNone/>
              <a:defRPr sz="5669"/>
            </a:lvl1pPr>
            <a:lvl2pPr marL="809976" indent="0">
              <a:buNone/>
              <a:defRPr sz="4960"/>
            </a:lvl2pPr>
            <a:lvl3pPr marL="1619951" indent="0">
              <a:buNone/>
              <a:defRPr sz="4252"/>
            </a:lvl3pPr>
            <a:lvl4pPr marL="2429927" indent="0">
              <a:buNone/>
              <a:defRPr sz="3543"/>
            </a:lvl4pPr>
            <a:lvl5pPr marL="3239902" indent="0">
              <a:buNone/>
              <a:defRPr sz="3543"/>
            </a:lvl5pPr>
            <a:lvl6pPr marL="4049878" indent="0">
              <a:buNone/>
              <a:defRPr sz="3543"/>
            </a:lvl6pPr>
            <a:lvl7pPr marL="4859853" indent="0">
              <a:buNone/>
              <a:defRPr sz="3543"/>
            </a:lvl7pPr>
            <a:lvl8pPr marL="5669829" indent="0">
              <a:buNone/>
              <a:defRPr sz="3543"/>
            </a:lvl8pPr>
            <a:lvl9pPr marL="6479804" indent="0">
              <a:buNone/>
              <a:defRPr sz="3543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3937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628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670833"/>
            <a:ext cx="4657398" cy="1067790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670833"/>
            <a:ext cx="13702199" cy="106779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80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670834"/>
            <a:ext cx="18629590" cy="2435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3354163"/>
            <a:ext cx="18629590" cy="79945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12.03.2025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1678323"/>
            <a:ext cx="7289840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092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19951" rtl="0" eaLnBrk="1" latinLnBrk="0" hangingPunct="1">
        <a:lnSpc>
          <a:spcPct val="90000"/>
        </a:lnSpc>
        <a:spcBef>
          <a:spcPct val="0"/>
        </a:spcBef>
        <a:buNone/>
        <a:defRPr sz="77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4988" indent="-404988" algn="l" defTabSz="1619951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4960" kern="1200">
          <a:solidFill>
            <a:schemeClr val="tx1"/>
          </a:solidFill>
          <a:latin typeface="+mn-lt"/>
          <a:ea typeface="+mn-ea"/>
          <a:cs typeface="+mn-cs"/>
        </a:defRPr>
      </a:lvl1pPr>
      <a:lvl2pPr marL="1214963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024939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834914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644890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454865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5264841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6074816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884792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1pPr>
      <a:lvl2pPr marL="809976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2pPr>
      <a:lvl3pPr marL="1619951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3pPr>
      <a:lvl4pPr marL="2429927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239902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049878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4859853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5669829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479804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5" y="1721848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29" y="182639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2" y="1485368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8064096" y="6384864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6199063" y="2127137"/>
            <a:ext cx="2603102" cy="42577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7" y="204379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698" y="8009753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6247955" y="5888085"/>
            <a:ext cx="2554210" cy="49677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6254057" y="6384864"/>
            <a:ext cx="2548108" cy="2920568"/>
          </a:xfrm>
          <a:prstGeom prst="curvedConnector4">
            <a:avLst>
              <a:gd name="adj1" fmla="val 35517"/>
              <a:gd name="adj2" fmla="val 107827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4" y="9489618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8238632" y="7673686"/>
            <a:ext cx="928429" cy="198638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258005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6" y="277433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-762648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3300183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3300183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4" y="289639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1" y="7164411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532512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59605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836510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959618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3" y="93896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7" y="76078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1" y="490136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94276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2209852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242328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2434038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639160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698" y="633959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4" y="6528994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629944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6754734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6" y="671146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809295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325813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1" y="291880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4" y="3395525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316597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3621265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6" y="357799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515374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522926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3" y="856569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3804673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2" y="3804673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5" y="8237220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4" y="85414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3" y="886194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0" y="1067941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1" y="941139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7" y="101423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7" y="459564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465723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011264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0" y="818194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9602762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446704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5" y="734826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1" y="988637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6" y="84654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88" y="770064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2" y="693418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1" y="64703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0" y="649457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1530543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1" y="23681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4" y="210427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3" y="168623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6206522" y="1709093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6" y="333365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4" y="1431821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6" y="3933749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66988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3804673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4346287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348393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38" y="9282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38" y="944779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4" y="106547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772350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6" y="459564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479412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3593499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7816772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3322692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071518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0696231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7093166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730879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5" y="206142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0" y="9909239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0" y="943560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4383683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7" y="639792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8255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2" y="773550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3" y="75701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2" y="2386559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896175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434628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6659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6" y="126454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4" y="146808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832856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737112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168216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74291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2484199" y="296249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4561273" y="245745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7628638" y="245745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9691868" y="295186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412769" y="2962498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550441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550441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550441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1374353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1374353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1374353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2625701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2625701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2625701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3449613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3449613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3449613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4717042" y="421437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4717042" y="381432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4717042" y="341427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5540954" y="421437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5540954" y="381930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7789014" y="421151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7789014" y="38164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8612926" y="421151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8612926" y="38164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9868551" y="420088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9868551" y="380581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063711" y="513339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063711" y="473334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063711" y="433329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063710" y="3533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063711" y="393324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9691868" y="296249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8288099" y="2473198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7622232" y="329776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7622233" y="23812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7876144" y="659768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4557012" y="23812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4810923" y="659768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5232206" y="2473198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4566339" y="329776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888578" y="3502674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1712490" y="3502674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2963838" y="3502674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787749" y="3502675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5879091" y="3915483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8127151" y="391548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8951062" y="3904850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5791998" y="915970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5791999" y="1739882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8857219" y="91596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8857219" y="1739882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4561273" y="8654863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7628638" y="8654863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9691868" y="9149275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5540954" y="104117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5540954" y="100167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7789014" y="1040892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7789014" y="100138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8612926" y="1040892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8612926" y="100138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9868551" y="1039829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9868551" y="100032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063711" y="1133081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063711" y="1093076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063711" y="1053071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063710" y="973060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063711" y="1013065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9691868" y="9159909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8288099" y="8670611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7622232" y="9495178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7622233" y="6435538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7876144" y="6857181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4566339" y="9495178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5879091" y="10112896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8127151" y="10112895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8951062" y="10102263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8857219" y="7113382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8857219" y="7937295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4" y="4826000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7" y="863600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2" y="5432382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3" y="863600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622284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6" y="12459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6" y="64590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6" y="77133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169147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690466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2" y="771413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2" y="843437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7936140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793614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1353406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8657157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5" y="146868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3" y="8440391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3" y="771351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786956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6" y="771645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6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793595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7935951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8659475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8445309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0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0" y="771567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793595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7935951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843336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864961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7426761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761058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77158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7883870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29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29" y="64609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29" y="771316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169335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690655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09" y="3035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09" y="44773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09" y="37563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2" y="3979087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2" y="470010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2" y="325807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180285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215837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lifeCycleState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operation-key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3988218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description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localProtocol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433015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2903699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applicationName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dataUpdatePer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iod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rel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easeList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2510698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196669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3429441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5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1" y="12522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28" y="1470569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4" y="147056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1267361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operationalState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143120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18" y="126347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StringProfile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147500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1287852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mediatorUserName</a:t>
            </a:r>
          </a:p>
          <a:p>
            <a:pPr defTabSz="914400"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20157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stringValue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1" y="1486265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1" y="148626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4" y="250204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79" y="1693355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4" y="57772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2947613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583591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600005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4" y="689176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622284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711455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7837998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Status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interfaceStatus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7" y="7938458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2" y="52034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2" y="64577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2" y="771200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5649055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690331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2" y="84330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2" y="771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7934787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793478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842969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8646176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769949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793478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5202844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externalLabel=deviceName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1" y="542563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4" y="92817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4" y="1053597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9727290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199" y="1052058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0743369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09" y="1052272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074551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0521795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2" y="10737795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052556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0" y="10742052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7" y="9263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7" y="1051804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970936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2" y="10502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0725441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2" y="105047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072758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0503867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5" y="10719867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050764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3" y="10724124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5" y="9312805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6" y="9480842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1" y="9340049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9504504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rtlCol="0" anchor="ctr"/>
      <a:lstStyle>
        <a:defPPr algn="ctr">
          <a:defRPr sz="80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847</Words>
  <Application>Microsoft Office PowerPoint</Application>
  <PresentationFormat>Benutzerdefiniert</PresentationFormat>
  <Paragraphs>375</Paragraphs>
  <Slides>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28</cp:revision>
  <dcterms:created xsi:type="dcterms:W3CDTF">2025-01-24T13:53:29Z</dcterms:created>
  <dcterms:modified xsi:type="dcterms:W3CDTF">2025-03-12T20:03:54Z</dcterms:modified>
</cp:coreProperties>
</file>