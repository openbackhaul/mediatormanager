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3"/>
  </p:notesMasterIdLst>
  <p:sldIdLst>
    <p:sldId id="289" r:id="rId2"/>
    <p:sldId id="258" r:id="rId3"/>
    <p:sldId id="284" r:id="rId4"/>
    <p:sldId id="290" r:id="rId5"/>
    <p:sldId id="291" r:id="rId6"/>
    <p:sldId id="280" r:id="rId7"/>
    <p:sldId id="287" r:id="rId8"/>
    <p:sldId id="286" r:id="rId9"/>
    <p:sldId id="282" r:id="rId10"/>
    <p:sldId id="285" r:id="rId11"/>
    <p:sldId id="288" r:id="rId12"/>
  </p:sldIdLst>
  <p:sldSz cx="21599525" cy="125999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11" autoAdjust="0"/>
    <p:restoredTop sz="90850" autoAdjust="0"/>
  </p:normalViewPr>
  <p:slideViewPr>
    <p:cSldViewPr snapToGrid="0">
      <p:cViewPr>
        <p:scale>
          <a:sx n="75" d="100"/>
          <a:sy n="75" d="100"/>
        </p:scale>
        <p:origin x="-180" y="-6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01.04.2025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784225" y="1143000"/>
            <a:ext cx="5289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6F0BDF-D3AA-4378-A5EA-B01B2486D80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212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6F0BDF-D3AA-4378-A5EA-B01B2486D808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2194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2062083"/>
            <a:ext cx="16199644" cy="4386662"/>
          </a:xfrm>
        </p:spPr>
        <p:txBody>
          <a:bodyPr anchor="b"/>
          <a:lstStyle>
            <a:lvl1pPr algn="ctr">
              <a:defRPr sz="1063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6617911"/>
            <a:ext cx="16199644" cy="3042080"/>
          </a:xfrm>
        </p:spPr>
        <p:txBody>
          <a:bodyPr/>
          <a:lstStyle>
            <a:lvl1pPr marL="0" indent="0" algn="ctr">
              <a:buNone/>
              <a:defRPr sz="4252"/>
            </a:lvl1pPr>
            <a:lvl2pPr marL="809976" indent="0" algn="ctr">
              <a:buNone/>
              <a:defRPr sz="3543"/>
            </a:lvl2pPr>
            <a:lvl3pPr marL="1619951" indent="0" algn="ctr">
              <a:buNone/>
              <a:defRPr sz="3189"/>
            </a:lvl3pPr>
            <a:lvl4pPr marL="2429927" indent="0" algn="ctr">
              <a:buNone/>
              <a:defRPr sz="2835"/>
            </a:lvl4pPr>
            <a:lvl5pPr marL="3239902" indent="0" algn="ctr">
              <a:buNone/>
              <a:defRPr sz="2835"/>
            </a:lvl5pPr>
            <a:lvl6pPr marL="4049878" indent="0" algn="ctr">
              <a:buNone/>
              <a:defRPr sz="2835"/>
            </a:lvl6pPr>
            <a:lvl7pPr marL="4859853" indent="0" algn="ctr">
              <a:buNone/>
              <a:defRPr sz="2835"/>
            </a:lvl7pPr>
            <a:lvl8pPr marL="5669829" indent="0" algn="ctr">
              <a:buNone/>
              <a:defRPr sz="2835"/>
            </a:lvl8pPr>
            <a:lvl9pPr marL="6479804" indent="0" algn="ctr">
              <a:buNone/>
              <a:defRPr sz="2835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01.04.2025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0498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01.04.2025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171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3141249"/>
            <a:ext cx="18629590" cy="5241244"/>
          </a:xfrm>
        </p:spPr>
        <p:txBody>
          <a:bodyPr anchor="b"/>
          <a:lstStyle>
            <a:lvl1pPr>
              <a:defRPr sz="1063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8432077"/>
            <a:ext cx="18629590" cy="2756246"/>
          </a:xfrm>
        </p:spPr>
        <p:txBody>
          <a:bodyPr/>
          <a:lstStyle>
            <a:lvl1pPr marL="0" indent="0">
              <a:buNone/>
              <a:defRPr sz="4252">
                <a:solidFill>
                  <a:schemeClr val="tx1">
                    <a:tint val="82000"/>
                  </a:schemeClr>
                </a:solidFill>
              </a:defRPr>
            </a:lvl1pPr>
            <a:lvl2pPr marL="809976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2pPr>
            <a:lvl3pPr marL="1619951" indent="0">
              <a:buNone/>
              <a:defRPr sz="3189">
                <a:solidFill>
                  <a:schemeClr val="tx1">
                    <a:tint val="82000"/>
                  </a:schemeClr>
                </a:solidFill>
              </a:defRPr>
            </a:lvl3pPr>
            <a:lvl4pPr marL="242992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4pPr>
            <a:lvl5pPr marL="3239902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5pPr>
            <a:lvl6pPr marL="4049878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6pPr>
            <a:lvl7pPr marL="4859853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7pPr>
            <a:lvl8pPr marL="5669829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8pPr>
            <a:lvl9pPr marL="6479804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01.04.2025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0159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3354163"/>
            <a:ext cx="9179798" cy="799457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3354163"/>
            <a:ext cx="9179798" cy="799457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01.04.2025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094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670834"/>
            <a:ext cx="18629590" cy="243541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3088748"/>
            <a:ext cx="9137611" cy="1513748"/>
          </a:xfrm>
        </p:spPr>
        <p:txBody>
          <a:bodyPr anchor="b"/>
          <a:lstStyle>
            <a:lvl1pPr marL="0" indent="0">
              <a:buNone/>
              <a:defRPr sz="4252" b="1"/>
            </a:lvl1pPr>
            <a:lvl2pPr marL="809976" indent="0">
              <a:buNone/>
              <a:defRPr sz="3543" b="1"/>
            </a:lvl2pPr>
            <a:lvl3pPr marL="1619951" indent="0">
              <a:buNone/>
              <a:defRPr sz="3189" b="1"/>
            </a:lvl3pPr>
            <a:lvl4pPr marL="2429927" indent="0">
              <a:buNone/>
              <a:defRPr sz="2835" b="1"/>
            </a:lvl4pPr>
            <a:lvl5pPr marL="3239902" indent="0">
              <a:buNone/>
              <a:defRPr sz="2835" b="1"/>
            </a:lvl5pPr>
            <a:lvl6pPr marL="4049878" indent="0">
              <a:buNone/>
              <a:defRPr sz="2835" b="1"/>
            </a:lvl6pPr>
            <a:lvl7pPr marL="4859853" indent="0">
              <a:buNone/>
              <a:defRPr sz="2835" b="1"/>
            </a:lvl7pPr>
            <a:lvl8pPr marL="5669829" indent="0">
              <a:buNone/>
              <a:defRPr sz="2835" b="1"/>
            </a:lvl8pPr>
            <a:lvl9pPr marL="6479804" indent="0">
              <a:buNone/>
              <a:defRPr sz="283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4602496"/>
            <a:ext cx="9137611" cy="676957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3088748"/>
            <a:ext cx="9182611" cy="1513748"/>
          </a:xfrm>
        </p:spPr>
        <p:txBody>
          <a:bodyPr anchor="b"/>
          <a:lstStyle>
            <a:lvl1pPr marL="0" indent="0">
              <a:buNone/>
              <a:defRPr sz="4252" b="1"/>
            </a:lvl1pPr>
            <a:lvl2pPr marL="809976" indent="0">
              <a:buNone/>
              <a:defRPr sz="3543" b="1"/>
            </a:lvl2pPr>
            <a:lvl3pPr marL="1619951" indent="0">
              <a:buNone/>
              <a:defRPr sz="3189" b="1"/>
            </a:lvl3pPr>
            <a:lvl4pPr marL="2429927" indent="0">
              <a:buNone/>
              <a:defRPr sz="2835" b="1"/>
            </a:lvl4pPr>
            <a:lvl5pPr marL="3239902" indent="0">
              <a:buNone/>
              <a:defRPr sz="2835" b="1"/>
            </a:lvl5pPr>
            <a:lvl6pPr marL="4049878" indent="0">
              <a:buNone/>
              <a:defRPr sz="2835" b="1"/>
            </a:lvl6pPr>
            <a:lvl7pPr marL="4859853" indent="0">
              <a:buNone/>
              <a:defRPr sz="2835" b="1"/>
            </a:lvl7pPr>
            <a:lvl8pPr marL="5669829" indent="0">
              <a:buNone/>
              <a:defRPr sz="2835" b="1"/>
            </a:lvl8pPr>
            <a:lvl9pPr marL="6479804" indent="0">
              <a:buNone/>
              <a:defRPr sz="283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4602496"/>
            <a:ext cx="9182611" cy="676957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01.04.2025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4799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01.04.2025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0988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01.04.2025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4988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839999"/>
            <a:ext cx="6966408" cy="2939997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1814166"/>
            <a:ext cx="10934760" cy="8954158"/>
          </a:xfrm>
        </p:spPr>
        <p:txBody>
          <a:bodyPr/>
          <a:lstStyle>
            <a:lvl1pPr>
              <a:defRPr sz="5669"/>
            </a:lvl1pPr>
            <a:lvl2pPr>
              <a:defRPr sz="4960"/>
            </a:lvl2pPr>
            <a:lvl3pPr>
              <a:defRPr sz="4252"/>
            </a:lvl3pPr>
            <a:lvl4pPr>
              <a:defRPr sz="3543"/>
            </a:lvl4pPr>
            <a:lvl5pPr>
              <a:defRPr sz="3543"/>
            </a:lvl5pPr>
            <a:lvl6pPr>
              <a:defRPr sz="3543"/>
            </a:lvl6pPr>
            <a:lvl7pPr>
              <a:defRPr sz="3543"/>
            </a:lvl7pPr>
            <a:lvl8pPr>
              <a:defRPr sz="3543"/>
            </a:lvl8pPr>
            <a:lvl9pPr>
              <a:defRPr sz="3543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3779996"/>
            <a:ext cx="6966408" cy="7002911"/>
          </a:xfrm>
        </p:spPr>
        <p:txBody>
          <a:bodyPr/>
          <a:lstStyle>
            <a:lvl1pPr marL="0" indent="0">
              <a:buNone/>
              <a:defRPr sz="2835"/>
            </a:lvl1pPr>
            <a:lvl2pPr marL="809976" indent="0">
              <a:buNone/>
              <a:defRPr sz="2480"/>
            </a:lvl2pPr>
            <a:lvl3pPr marL="1619951" indent="0">
              <a:buNone/>
              <a:defRPr sz="2126"/>
            </a:lvl3pPr>
            <a:lvl4pPr marL="2429927" indent="0">
              <a:buNone/>
              <a:defRPr sz="1772"/>
            </a:lvl4pPr>
            <a:lvl5pPr marL="3239902" indent="0">
              <a:buNone/>
              <a:defRPr sz="1772"/>
            </a:lvl5pPr>
            <a:lvl6pPr marL="4049878" indent="0">
              <a:buNone/>
              <a:defRPr sz="1772"/>
            </a:lvl6pPr>
            <a:lvl7pPr marL="4859853" indent="0">
              <a:buNone/>
              <a:defRPr sz="1772"/>
            </a:lvl7pPr>
            <a:lvl8pPr marL="5669829" indent="0">
              <a:buNone/>
              <a:defRPr sz="1772"/>
            </a:lvl8pPr>
            <a:lvl9pPr marL="6479804" indent="0">
              <a:buNone/>
              <a:defRPr sz="177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01.04.2025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35625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839999"/>
            <a:ext cx="6966408" cy="2939997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1814166"/>
            <a:ext cx="10934760" cy="8954158"/>
          </a:xfrm>
        </p:spPr>
        <p:txBody>
          <a:bodyPr anchor="t"/>
          <a:lstStyle>
            <a:lvl1pPr marL="0" indent="0">
              <a:buNone/>
              <a:defRPr sz="5669"/>
            </a:lvl1pPr>
            <a:lvl2pPr marL="809976" indent="0">
              <a:buNone/>
              <a:defRPr sz="4960"/>
            </a:lvl2pPr>
            <a:lvl3pPr marL="1619951" indent="0">
              <a:buNone/>
              <a:defRPr sz="4252"/>
            </a:lvl3pPr>
            <a:lvl4pPr marL="2429927" indent="0">
              <a:buNone/>
              <a:defRPr sz="3543"/>
            </a:lvl4pPr>
            <a:lvl5pPr marL="3239902" indent="0">
              <a:buNone/>
              <a:defRPr sz="3543"/>
            </a:lvl5pPr>
            <a:lvl6pPr marL="4049878" indent="0">
              <a:buNone/>
              <a:defRPr sz="3543"/>
            </a:lvl6pPr>
            <a:lvl7pPr marL="4859853" indent="0">
              <a:buNone/>
              <a:defRPr sz="3543"/>
            </a:lvl7pPr>
            <a:lvl8pPr marL="5669829" indent="0">
              <a:buNone/>
              <a:defRPr sz="3543"/>
            </a:lvl8pPr>
            <a:lvl9pPr marL="6479804" indent="0">
              <a:buNone/>
              <a:defRPr sz="3543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3779996"/>
            <a:ext cx="6966408" cy="7002911"/>
          </a:xfrm>
        </p:spPr>
        <p:txBody>
          <a:bodyPr/>
          <a:lstStyle>
            <a:lvl1pPr marL="0" indent="0">
              <a:buNone/>
              <a:defRPr sz="2835"/>
            </a:lvl1pPr>
            <a:lvl2pPr marL="809976" indent="0">
              <a:buNone/>
              <a:defRPr sz="2480"/>
            </a:lvl2pPr>
            <a:lvl3pPr marL="1619951" indent="0">
              <a:buNone/>
              <a:defRPr sz="2126"/>
            </a:lvl3pPr>
            <a:lvl4pPr marL="2429927" indent="0">
              <a:buNone/>
              <a:defRPr sz="1772"/>
            </a:lvl4pPr>
            <a:lvl5pPr marL="3239902" indent="0">
              <a:buNone/>
              <a:defRPr sz="1772"/>
            </a:lvl5pPr>
            <a:lvl6pPr marL="4049878" indent="0">
              <a:buNone/>
              <a:defRPr sz="1772"/>
            </a:lvl6pPr>
            <a:lvl7pPr marL="4859853" indent="0">
              <a:buNone/>
              <a:defRPr sz="1772"/>
            </a:lvl7pPr>
            <a:lvl8pPr marL="5669829" indent="0">
              <a:buNone/>
              <a:defRPr sz="1772"/>
            </a:lvl8pPr>
            <a:lvl9pPr marL="6479804" indent="0">
              <a:buNone/>
              <a:defRPr sz="177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01.04.2025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3937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01.04.2025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3628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670833"/>
            <a:ext cx="4657398" cy="1067790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670833"/>
            <a:ext cx="13702199" cy="1067790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01.04.2025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7801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670834"/>
            <a:ext cx="18629590" cy="2435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3354163"/>
            <a:ext cx="18629590" cy="79945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11678323"/>
            <a:ext cx="4859893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01.04.2025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11678323"/>
            <a:ext cx="7289840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11678323"/>
            <a:ext cx="4859893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7092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619951" rtl="0" eaLnBrk="1" latinLnBrk="0" hangingPunct="1">
        <a:lnSpc>
          <a:spcPct val="90000"/>
        </a:lnSpc>
        <a:spcBef>
          <a:spcPct val="0"/>
        </a:spcBef>
        <a:buNone/>
        <a:defRPr sz="77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4988" indent="-404988" algn="l" defTabSz="1619951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4960" kern="1200">
          <a:solidFill>
            <a:schemeClr val="tx1"/>
          </a:solidFill>
          <a:latin typeface="+mn-lt"/>
          <a:ea typeface="+mn-ea"/>
          <a:cs typeface="+mn-cs"/>
        </a:defRPr>
      </a:lvl1pPr>
      <a:lvl2pPr marL="1214963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024939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834914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4pPr>
      <a:lvl5pPr marL="3644890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5pPr>
      <a:lvl6pPr marL="4454865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6pPr>
      <a:lvl7pPr marL="5264841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7pPr>
      <a:lvl8pPr marL="6074816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8pPr>
      <a:lvl9pPr marL="6884792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1pPr>
      <a:lvl2pPr marL="809976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2pPr>
      <a:lvl3pPr marL="1619951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3pPr>
      <a:lvl4pPr marL="2429927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4pPr>
      <a:lvl5pPr marL="3239902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5pPr>
      <a:lvl6pPr marL="4049878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6pPr>
      <a:lvl7pPr marL="4859853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7pPr>
      <a:lvl8pPr marL="5669829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8pPr>
      <a:lvl9pPr marL="6479804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4781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94075D25-CDA8-F234-39C9-86E1C2A49D1B}"/>
              </a:ext>
            </a:extLst>
          </p:cNvPr>
          <p:cNvSpPr/>
          <p:nvPr/>
        </p:nvSpPr>
        <p:spPr>
          <a:xfrm>
            <a:off x="5410061" y="464907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349C4-9D91-1431-A139-33AEE673A522}"/>
              </a:ext>
            </a:extLst>
          </p:cNvPr>
          <p:cNvSpPr/>
          <p:nvPr/>
        </p:nvSpPr>
        <p:spPr>
          <a:xfrm>
            <a:off x="1519007" y="464908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7F6D26E3-0A36-6BB9-CF33-F53D492067FF}"/>
              </a:ext>
            </a:extLst>
          </p:cNvPr>
          <p:cNvSpPr/>
          <p:nvPr/>
        </p:nvSpPr>
        <p:spPr>
          <a:xfrm>
            <a:off x="2937276" y="5332303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93278D7-67C4-F0B3-F6BF-FFCCB4978F19}"/>
              </a:ext>
            </a:extLst>
          </p:cNvPr>
          <p:cNvSpPr/>
          <p:nvPr/>
        </p:nvSpPr>
        <p:spPr>
          <a:xfrm>
            <a:off x="1519007" y="315818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B2D5C2F-E116-89BE-29E4-4B519C2CF449}"/>
              </a:ext>
            </a:extLst>
          </p:cNvPr>
          <p:cNvSpPr/>
          <p:nvPr/>
        </p:nvSpPr>
        <p:spPr>
          <a:xfrm>
            <a:off x="2839730" y="3790611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D161311A-2E17-E871-FE81-80AA99818B20}"/>
              </a:ext>
            </a:extLst>
          </p:cNvPr>
          <p:cNvSpPr/>
          <p:nvPr/>
        </p:nvSpPr>
        <p:spPr>
          <a:xfrm>
            <a:off x="1610441" y="629490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AE96537-E936-312C-60B5-FE43AD1A2FC6}"/>
              </a:ext>
            </a:extLst>
          </p:cNvPr>
          <p:cNvCxnSpPr>
            <a:stCxn id="7" idx="4"/>
            <a:endCxn id="5" idx="0"/>
          </p:cNvCxnSpPr>
          <p:nvPr/>
        </p:nvCxnSpPr>
        <p:spPr>
          <a:xfrm>
            <a:off x="2981962" y="4054753"/>
            <a:ext cx="97546" cy="1277548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1800BDA-43AD-0104-65C4-D6CFC3B1562D}"/>
              </a:ext>
            </a:extLst>
          </p:cNvPr>
          <p:cNvCxnSpPr>
            <a:cxnSpLocks/>
            <a:endCxn id="8" idx="1"/>
          </p:cNvCxnSpPr>
          <p:nvPr/>
        </p:nvCxnSpPr>
        <p:spPr>
          <a:xfrm flipH="1">
            <a:off x="2357157" y="5602203"/>
            <a:ext cx="761787" cy="69270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3A05DC17-DAE3-78F9-5748-64AE45B31731}"/>
              </a:ext>
            </a:extLst>
          </p:cNvPr>
          <p:cNvSpPr/>
          <p:nvPr/>
        </p:nvSpPr>
        <p:spPr>
          <a:xfrm>
            <a:off x="3434057" y="464908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EF28868-5936-866F-7C3F-0E410A50F686}"/>
              </a:ext>
            </a:extLst>
          </p:cNvPr>
          <p:cNvSpPr/>
          <p:nvPr/>
        </p:nvSpPr>
        <p:spPr>
          <a:xfrm>
            <a:off x="4864442" y="529112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224F990-E855-9514-65F0-543CB1D3B36A}"/>
              </a:ext>
            </a:extLst>
          </p:cNvPr>
          <p:cNvSpPr/>
          <p:nvPr/>
        </p:nvSpPr>
        <p:spPr>
          <a:xfrm>
            <a:off x="3434057" y="315818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52F294C-EC06-861E-F435-8E1EEF0B5924}"/>
              </a:ext>
            </a:extLst>
          </p:cNvPr>
          <p:cNvSpPr/>
          <p:nvPr/>
        </p:nvSpPr>
        <p:spPr>
          <a:xfrm>
            <a:off x="4775100" y="385948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Zylinder 19">
            <a:extLst>
              <a:ext uri="{FF2B5EF4-FFF2-40B4-BE49-F238E27FC236}">
                <a16:creationId xmlns:a16="http://schemas.microsoft.com/office/drawing/2014/main" id="{19AA76ED-7D66-4FA0-0A22-04EE5B4EB5E7}"/>
              </a:ext>
            </a:extLst>
          </p:cNvPr>
          <p:cNvSpPr/>
          <p:nvPr/>
        </p:nvSpPr>
        <p:spPr>
          <a:xfrm>
            <a:off x="4075126" y="6340623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28C82D3-6157-62FF-5BC4-2C8D8C11AD9F}"/>
              </a:ext>
            </a:extLst>
          </p:cNvPr>
          <p:cNvCxnSpPr>
            <a:cxnSpLocks/>
            <a:stCxn id="19" idx="4"/>
            <a:endCxn id="17" idx="0"/>
          </p:cNvCxnSpPr>
          <p:nvPr/>
        </p:nvCxnSpPr>
        <p:spPr>
          <a:xfrm>
            <a:off x="4917332" y="4123626"/>
            <a:ext cx="89342" cy="1167499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5706053-3CA9-33BC-F1AF-03A1A31229D2}"/>
              </a:ext>
            </a:extLst>
          </p:cNvPr>
          <p:cNvCxnSpPr>
            <a:cxnSpLocks/>
            <a:stCxn id="17" idx="4"/>
            <a:endCxn id="20" idx="1"/>
          </p:cNvCxnSpPr>
          <p:nvPr/>
        </p:nvCxnSpPr>
        <p:spPr>
          <a:xfrm flipH="1">
            <a:off x="4821842" y="5555267"/>
            <a:ext cx="184830" cy="78535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Ellipse 25">
            <a:extLst>
              <a:ext uri="{FF2B5EF4-FFF2-40B4-BE49-F238E27FC236}">
                <a16:creationId xmlns:a16="http://schemas.microsoft.com/office/drawing/2014/main" id="{B87B4BB5-AC70-B25B-DDF9-EF790103BC1F}"/>
              </a:ext>
            </a:extLst>
          </p:cNvPr>
          <p:cNvSpPr/>
          <p:nvPr/>
        </p:nvSpPr>
        <p:spPr>
          <a:xfrm>
            <a:off x="6816660" y="529112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042BB0D-49EF-61D5-8DCF-4632CF1E0EC2}"/>
              </a:ext>
            </a:extLst>
          </p:cNvPr>
          <p:cNvCxnSpPr>
            <a:cxnSpLocks/>
            <a:stCxn id="26" idx="4"/>
            <a:endCxn id="20" idx="1"/>
          </p:cNvCxnSpPr>
          <p:nvPr/>
        </p:nvCxnSpPr>
        <p:spPr>
          <a:xfrm flipH="1">
            <a:off x="4821842" y="5555269"/>
            <a:ext cx="2137050" cy="78535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E93C0B71-E0BF-D97B-B0EE-B313C364AC2E}"/>
              </a:ext>
            </a:extLst>
          </p:cNvPr>
          <p:cNvSpPr/>
          <p:nvPr/>
        </p:nvSpPr>
        <p:spPr>
          <a:xfrm>
            <a:off x="7330192" y="464908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A18DF9C9-1030-8F4C-1A21-64AC0FFBDCD5}"/>
              </a:ext>
            </a:extLst>
          </p:cNvPr>
          <p:cNvSpPr/>
          <p:nvPr/>
        </p:nvSpPr>
        <p:spPr>
          <a:xfrm>
            <a:off x="8724057" y="525237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EE19B6F-403D-1598-718B-9BBA177643B9}"/>
              </a:ext>
            </a:extLst>
          </p:cNvPr>
          <p:cNvSpPr/>
          <p:nvPr/>
        </p:nvSpPr>
        <p:spPr>
          <a:xfrm>
            <a:off x="7330192" y="315818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7C64477-9CE2-C926-A0C1-67AB78210D07}"/>
              </a:ext>
            </a:extLst>
          </p:cNvPr>
          <p:cNvSpPr/>
          <p:nvPr/>
        </p:nvSpPr>
        <p:spPr>
          <a:xfrm>
            <a:off x="8671434" y="3879087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2" name="Zylinder 41">
            <a:extLst>
              <a:ext uri="{FF2B5EF4-FFF2-40B4-BE49-F238E27FC236}">
                <a16:creationId xmlns:a16="http://schemas.microsoft.com/office/drawing/2014/main" id="{7CFD1A68-A4B8-1784-05D5-10C1CB2E49DD}"/>
              </a:ext>
            </a:extLst>
          </p:cNvPr>
          <p:cNvSpPr/>
          <p:nvPr/>
        </p:nvSpPr>
        <p:spPr>
          <a:xfrm>
            <a:off x="8038363" y="637110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13A8BC9-CE02-780A-C1DA-91D909D2FA52}"/>
              </a:ext>
            </a:extLst>
          </p:cNvPr>
          <p:cNvCxnSpPr>
            <a:cxnSpLocks/>
            <a:stCxn id="39" idx="4"/>
            <a:endCxn id="42" idx="1"/>
          </p:cNvCxnSpPr>
          <p:nvPr/>
        </p:nvCxnSpPr>
        <p:spPr>
          <a:xfrm flipH="1">
            <a:off x="8785078" y="5516517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5" name="Rechteck 44">
            <a:extLst>
              <a:ext uri="{FF2B5EF4-FFF2-40B4-BE49-F238E27FC236}">
                <a16:creationId xmlns:a16="http://schemas.microsoft.com/office/drawing/2014/main" id="{DC9D3973-C0FB-B4D9-78CA-126B6555F912}"/>
              </a:ext>
            </a:extLst>
          </p:cNvPr>
          <p:cNvSpPr/>
          <p:nvPr/>
        </p:nvSpPr>
        <p:spPr>
          <a:xfrm>
            <a:off x="9306196" y="464907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46DFFB4E-977E-9DC9-A3B7-B6EC25621D5A}"/>
              </a:ext>
            </a:extLst>
          </p:cNvPr>
          <p:cNvSpPr/>
          <p:nvPr/>
        </p:nvSpPr>
        <p:spPr>
          <a:xfrm>
            <a:off x="10718890" y="539071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062F8D0-B3DD-E184-09B4-16CC109D8EB0}"/>
              </a:ext>
            </a:extLst>
          </p:cNvPr>
          <p:cNvCxnSpPr>
            <a:cxnSpLocks/>
            <a:stCxn id="46" idx="2"/>
            <a:endCxn id="42" idx="1"/>
          </p:cNvCxnSpPr>
          <p:nvPr/>
        </p:nvCxnSpPr>
        <p:spPr>
          <a:xfrm flipH="1">
            <a:off x="8785079" y="5522790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3F506CE4-9050-3E1A-7709-FA037DC2D9BA}"/>
              </a:ext>
            </a:extLst>
          </p:cNvPr>
          <p:cNvCxnSpPr>
            <a:cxnSpLocks/>
            <a:stCxn id="41" idx="4"/>
          </p:cNvCxnSpPr>
          <p:nvPr/>
        </p:nvCxnSpPr>
        <p:spPr>
          <a:xfrm>
            <a:off x="8813666" y="4143231"/>
            <a:ext cx="1055917" cy="114789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18189E7C-C9B6-7EC8-C814-44E1E84D7C4E}"/>
              </a:ext>
            </a:extLst>
          </p:cNvPr>
          <p:cNvCxnSpPr/>
          <p:nvPr/>
        </p:nvCxnSpPr>
        <p:spPr>
          <a:xfrm>
            <a:off x="3322301" y="2397504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76985AFB-6F05-C92E-F1A7-C2E049F6C3D0}"/>
              </a:ext>
            </a:extLst>
          </p:cNvPr>
          <p:cNvCxnSpPr/>
          <p:nvPr/>
        </p:nvCxnSpPr>
        <p:spPr>
          <a:xfrm>
            <a:off x="7213359" y="2402587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feld 75">
            <a:extLst>
              <a:ext uri="{FF2B5EF4-FFF2-40B4-BE49-F238E27FC236}">
                <a16:creationId xmlns:a16="http://schemas.microsoft.com/office/drawing/2014/main" id="{189D6A6E-DA6D-0D05-8121-CD49CA608112}"/>
              </a:ext>
            </a:extLst>
          </p:cNvPr>
          <p:cNvSpPr txBox="1"/>
          <p:nvPr/>
        </p:nvSpPr>
        <p:spPr>
          <a:xfrm>
            <a:off x="1519008" y="2379755"/>
            <a:ext cx="868571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Sate1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7B2C5807-4978-BFC4-0C9B-52EB3A1BD31F}"/>
              </a:ext>
            </a:extLst>
          </p:cNvPr>
          <p:cNvSpPr txBox="1"/>
          <p:nvPr/>
        </p:nvSpPr>
        <p:spPr>
          <a:xfrm>
            <a:off x="3622008" y="2372133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2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9BC017A0-BBF2-3218-075F-C49555D27F7C}"/>
              </a:ext>
            </a:extLst>
          </p:cNvPr>
          <p:cNvSpPr txBox="1"/>
          <p:nvPr/>
        </p:nvSpPr>
        <p:spPr>
          <a:xfrm>
            <a:off x="7462271" y="2382294"/>
            <a:ext cx="420308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…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CFA04D4-8464-CFF4-EF11-00806DD1F0E6}"/>
              </a:ext>
            </a:extLst>
          </p:cNvPr>
          <p:cNvSpPr/>
          <p:nvPr/>
        </p:nvSpPr>
        <p:spPr>
          <a:xfrm>
            <a:off x="11241792" y="464908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FA8063DB-0350-14BA-00A7-1A33D8DD68D1}"/>
              </a:ext>
            </a:extLst>
          </p:cNvPr>
          <p:cNvSpPr/>
          <p:nvPr/>
        </p:nvSpPr>
        <p:spPr>
          <a:xfrm>
            <a:off x="12635657" y="525237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86B998D-D668-245F-D642-BF661032B272}"/>
              </a:ext>
            </a:extLst>
          </p:cNvPr>
          <p:cNvSpPr/>
          <p:nvPr/>
        </p:nvSpPr>
        <p:spPr>
          <a:xfrm>
            <a:off x="11241792" y="315818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98E40CAA-E109-688B-D101-83643A48623F}"/>
              </a:ext>
            </a:extLst>
          </p:cNvPr>
          <p:cNvSpPr/>
          <p:nvPr/>
        </p:nvSpPr>
        <p:spPr>
          <a:xfrm>
            <a:off x="12583034" y="3879087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Zylinder 31">
            <a:extLst>
              <a:ext uri="{FF2B5EF4-FFF2-40B4-BE49-F238E27FC236}">
                <a16:creationId xmlns:a16="http://schemas.microsoft.com/office/drawing/2014/main" id="{08C5657F-733F-CF27-87B6-B4CD926E6DBA}"/>
              </a:ext>
            </a:extLst>
          </p:cNvPr>
          <p:cNvSpPr/>
          <p:nvPr/>
        </p:nvSpPr>
        <p:spPr>
          <a:xfrm>
            <a:off x="11949963" y="637110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18F2D3E-B85D-85A7-6F69-4DEE2599B3F0}"/>
              </a:ext>
            </a:extLst>
          </p:cNvPr>
          <p:cNvCxnSpPr>
            <a:cxnSpLocks/>
            <a:stCxn id="29" idx="4"/>
            <a:endCxn id="32" idx="1"/>
          </p:cNvCxnSpPr>
          <p:nvPr/>
        </p:nvCxnSpPr>
        <p:spPr>
          <a:xfrm flipH="1">
            <a:off x="12696678" y="5516517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65927F4D-6693-3B1A-72AA-47667F1B3C6D}"/>
              </a:ext>
            </a:extLst>
          </p:cNvPr>
          <p:cNvSpPr/>
          <p:nvPr/>
        </p:nvSpPr>
        <p:spPr>
          <a:xfrm>
            <a:off x="13217796" y="464907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CD45C68A-5907-B2C9-7E47-D80D1AF79BA0}"/>
              </a:ext>
            </a:extLst>
          </p:cNvPr>
          <p:cNvSpPr/>
          <p:nvPr/>
        </p:nvSpPr>
        <p:spPr>
          <a:xfrm>
            <a:off x="14630490" y="539071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5AC32AE9-C35E-662B-CE04-AF25FE7E44AF}"/>
              </a:ext>
            </a:extLst>
          </p:cNvPr>
          <p:cNvCxnSpPr>
            <a:cxnSpLocks/>
            <a:stCxn id="35" idx="2"/>
            <a:endCxn id="32" idx="1"/>
          </p:cNvCxnSpPr>
          <p:nvPr/>
        </p:nvCxnSpPr>
        <p:spPr>
          <a:xfrm flipH="1">
            <a:off x="12696679" y="5522790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77F51B4D-B23E-98A7-A78C-E7FE1E615931}"/>
              </a:ext>
            </a:extLst>
          </p:cNvPr>
          <p:cNvCxnSpPr>
            <a:cxnSpLocks/>
            <a:stCxn id="31" idx="4"/>
            <a:endCxn id="35" idx="1"/>
          </p:cNvCxnSpPr>
          <p:nvPr/>
        </p:nvCxnSpPr>
        <p:spPr>
          <a:xfrm>
            <a:off x="12725266" y="4143231"/>
            <a:ext cx="1946883" cy="12861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3FB701FB-6985-6C08-2EF4-B83C5A03B45F}"/>
              </a:ext>
            </a:extLst>
          </p:cNvPr>
          <p:cNvSpPr/>
          <p:nvPr/>
        </p:nvSpPr>
        <p:spPr>
          <a:xfrm>
            <a:off x="15087131" y="464908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endParaRPr lang="de-DE" sz="132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571F3-7F52-8FC2-83B8-7F3582351EFE}"/>
              </a:ext>
            </a:extLst>
          </p:cNvPr>
          <p:cNvSpPr/>
          <p:nvPr/>
        </p:nvSpPr>
        <p:spPr>
          <a:xfrm>
            <a:off x="15087131" y="315818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B4F67C50-22D3-3DD0-1B70-E21AA58E383E}"/>
              </a:ext>
            </a:extLst>
          </p:cNvPr>
          <p:cNvSpPr/>
          <p:nvPr/>
        </p:nvSpPr>
        <p:spPr>
          <a:xfrm>
            <a:off x="16397696" y="3831247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9" name="Zylinder 58">
            <a:extLst>
              <a:ext uri="{FF2B5EF4-FFF2-40B4-BE49-F238E27FC236}">
                <a16:creationId xmlns:a16="http://schemas.microsoft.com/office/drawing/2014/main" id="{296D4B84-45FB-F326-0011-A9722BE5F162}"/>
              </a:ext>
            </a:extLst>
          </p:cNvPr>
          <p:cNvSpPr/>
          <p:nvPr/>
        </p:nvSpPr>
        <p:spPr>
          <a:xfrm>
            <a:off x="15762734" y="6340623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6B8D4334-24BE-63F6-0351-BBC1E4026722}"/>
              </a:ext>
            </a:extLst>
          </p:cNvPr>
          <p:cNvSpPr/>
          <p:nvPr/>
        </p:nvSpPr>
        <p:spPr>
          <a:xfrm>
            <a:off x="17063136" y="464907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9575412C-609D-E06C-40F6-04AAE4BABA67}"/>
              </a:ext>
            </a:extLst>
          </p:cNvPr>
          <p:cNvSpPr/>
          <p:nvPr/>
        </p:nvSpPr>
        <p:spPr>
          <a:xfrm>
            <a:off x="18427495" y="5361611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0FA22D83-E249-D68C-C407-44DE9F9DEDB5}"/>
              </a:ext>
            </a:extLst>
          </p:cNvPr>
          <p:cNvCxnSpPr>
            <a:cxnSpLocks/>
            <a:stCxn id="61" idx="2"/>
            <a:endCxn id="59" idx="1"/>
          </p:cNvCxnSpPr>
          <p:nvPr/>
        </p:nvCxnSpPr>
        <p:spPr>
          <a:xfrm flipH="1">
            <a:off x="16509450" y="5493683"/>
            <a:ext cx="1918045" cy="84694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9B3D795-1BD8-E0FC-B7B9-0E6BAC54303F}"/>
              </a:ext>
            </a:extLst>
          </p:cNvPr>
          <p:cNvCxnSpPr>
            <a:cxnSpLocks/>
            <a:stCxn id="54" idx="4"/>
            <a:endCxn id="61" idx="1"/>
          </p:cNvCxnSpPr>
          <p:nvPr/>
        </p:nvCxnSpPr>
        <p:spPr>
          <a:xfrm>
            <a:off x="16539928" y="4095391"/>
            <a:ext cx="1929226" cy="130490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BE4409-667C-9E2E-3880-75471AAEDFE4}"/>
              </a:ext>
            </a:extLst>
          </p:cNvPr>
          <p:cNvCxnSpPr/>
          <p:nvPr/>
        </p:nvCxnSpPr>
        <p:spPr>
          <a:xfrm>
            <a:off x="11124959" y="2402587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7870ED2E-2366-F9BF-70EC-96AA5E0DCEF9}"/>
              </a:ext>
            </a:extLst>
          </p:cNvPr>
          <p:cNvCxnSpPr/>
          <p:nvPr/>
        </p:nvCxnSpPr>
        <p:spPr>
          <a:xfrm>
            <a:off x="14985532" y="2407662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B760A0B0-C77F-4115-9648-6048E0863E44}"/>
              </a:ext>
            </a:extLst>
          </p:cNvPr>
          <p:cNvSpPr txBox="1"/>
          <p:nvPr/>
        </p:nvSpPr>
        <p:spPr>
          <a:xfrm>
            <a:off x="11373871" y="2382294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3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B0048E22-0A2D-74E6-3D21-0181016AD3B6}"/>
              </a:ext>
            </a:extLst>
          </p:cNvPr>
          <p:cNvSpPr txBox="1"/>
          <p:nvPr/>
        </p:nvSpPr>
        <p:spPr>
          <a:xfrm>
            <a:off x="15261348" y="2372133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4</a:t>
            </a:r>
          </a:p>
        </p:txBody>
      </p:sp>
      <p:sp>
        <p:nvSpPr>
          <p:cNvPr id="69" name="Pfeil: nach oben 68">
            <a:extLst>
              <a:ext uri="{FF2B5EF4-FFF2-40B4-BE49-F238E27FC236}">
                <a16:creationId xmlns:a16="http://schemas.microsoft.com/office/drawing/2014/main" id="{8E659198-4832-FABD-6FC4-4C5B4FCBADCD}"/>
              </a:ext>
            </a:extLst>
          </p:cNvPr>
          <p:cNvSpPr/>
          <p:nvPr/>
        </p:nvSpPr>
        <p:spPr>
          <a:xfrm>
            <a:off x="8480227" y="2441947"/>
            <a:ext cx="326297" cy="695503"/>
          </a:xfrm>
          <a:prstGeom prst="upArrow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CB18D3D7-84D4-4E6E-CA57-BA4CC28D4132}"/>
              </a:ext>
            </a:extLst>
          </p:cNvPr>
          <p:cNvSpPr txBox="1"/>
          <p:nvPr/>
        </p:nvSpPr>
        <p:spPr>
          <a:xfrm>
            <a:off x="8742098" y="2577332"/>
            <a:ext cx="1586460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Notification</a:t>
            </a:r>
          </a:p>
        </p:txBody>
      </p:sp>
      <p:sp>
        <p:nvSpPr>
          <p:cNvPr id="71" name="Gewitterblitz 70">
            <a:extLst>
              <a:ext uri="{FF2B5EF4-FFF2-40B4-BE49-F238E27FC236}">
                <a16:creationId xmlns:a16="http://schemas.microsoft.com/office/drawing/2014/main" id="{A357F203-11EC-F0F7-7992-A76C6B4D1C1F}"/>
              </a:ext>
            </a:extLst>
          </p:cNvPr>
          <p:cNvSpPr/>
          <p:nvPr/>
        </p:nvSpPr>
        <p:spPr>
          <a:xfrm>
            <a:off x="7967824" y="2717138"/>
            <a:ext cx="585738" cy="778431"/>
          </a:xfrm>
          <a:prstGeom prst="lightningBol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083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7887050" y="8610358"/>
            <a:ext cx="3902904" cy="138000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RCM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A1DB8D6E-402C-EB8D-8333-321294923059}"/>
              </a:ext>
            </a:extLst>
          </p:cNvPr>
          <p:cNvSpPr/>
          <p:nvPr/>
        </p:nvSpPr>
        <p:spPr>
          <a:xfrm>
            <a:off x="11789954" y="8610363"/>
            <a:ext cx="4388644" cy="138000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NCM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9311665" y="7060694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14923023" y="7060694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10534380" y="7060694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4C9DB80-0CD6-A6AD-430E-B7FE5BE7CF10}"/>
              </a:ext>
            </a:extLst>
          </p:cNvPr>
          <p:cNvSpPr/>
          <p:nvPr/>
        </p:nvSpPr>
        <p:spPr>
          <a:xfrm>
            <a:off x="16178598" y="8610368"/>
            <a:ext cx="4388644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SCM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11789956" y="7286924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6178598" y="7286924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6631475" y="7060694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7887051" y="7286924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294E5044-37A3-930B-5093-B91957397826}"/>
              </a:ext>
            </a:extLst>
          </p:cNvPr>
          <p:cNvSpPr/>
          <p:nvPr/>
        </p:nvSpPr>
        <p:spPr>
          <a:xfrm>
            <a:off x="9380497" y="6135980"/>
            <a:ext cx="1255576" cy="4524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ALT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7FDBE0D-9BAE-71BB-0399-953CABAEAA46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7887049" y="5765524"/>
            <a:ext cx="1142461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109D0C59-D120-76CC-3E13-2E8B044E2645}"/>
              </a:ext>
            </a:extLst>
          </p:cNvPr>
          <p:cNvSpPr/>
          <p:nvPr/>
        </p:nvSpPr>
        <p:spPr>
          <a:xfrm>
            <a:off x="6631474" y="5539294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4216C26-482B-3A23-53D0-0AC91F2E3317}"/>
              </a:ext>
            </a:extLst>
          </p:cNvPr>
          <p:cNvSpPr/>
          <p:nvPr/>
        </p:nvSpPr>
        <p:spPr>
          <a:xfrm>
            <a:off x="19311665" y="5539294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7" name="Pfeil: nach unten 46">
            <a:extLst>
              <a:ext uri="{FF2B5EF4-FFF2-40B4-BE49-F238E27FC236}">
                <a16:creationId xmlns:a16="http://schemas.microsoft.com/office/drawing/2014/main" id="{9D742086-4DBE-B082-B3CE-0288C173FD75}"/>
              </a:ext>
            </a:extLst>
          </p:cNvPr>
          <p:cNvSpPr/>
          <p:nvPr/>
        </p:nvSpPr>
        <p:spPr>
          <a:xfrm rot="3827547">
            <a:off x="8436558" y="6123980"/>
            <a:ext cx="271476" cy="1289509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8" name="Pfeil: nach unten 47">
            <a:extLst>
              <a:ext uri="{FF2B5EF4-FFF2-40B4-BE49-F238E27FC236}">
                <a16:creationId xmlns:a16="http://schemas.microsoft.com/office/drawing/2014/main" id="{4EBDD885-493F-898D-D26C-99811B575D4C}"/>
              </a:ext>
            </a:extLst>
          </p:cNvPr>
          <p:cNvSpPr/>
          <p:nvPr/>
        </p:nvSpPr>
        <p:spPr>
          <a:xfrm rot="7559866">
            <a:off x="10911523" y="6561429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49" name="Pfeil: nach unten 48">
            <a:extLst>
              <a:ext uri="{FF2B5EF4-FFF2-40B4-BE49-F238E27FC236}">
                <a16:creationId xmlns:a16="http://schemas.microsoft.com/office/drawing/2014/main" id="{FFDC376D-DA84-9C09-0ACA-F3EE0533B57A}"/>
              </a:ext>
            </a:extLst>
          </p:cNvPr>
          <p:cNvSpPr/>
          <p:nvPr/>
        </p:nvSpPr>
        <p:spPr>
          <a:xfrm rot="6185524">
            <a:off x="13879493" y="6170574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50" name="Pfeil: nach unten 49">
            <a:extLst>
              <a:ext uri="{FF2B5EF4-FFF2-40B4-BE49-F238E27FC236}">
                <a16:creationId xmlns:a16="http://schemas.microsoft.com/office/drawing/2014/main" id="{F021EF66-4508-1535-7488-E4DA1386F000}"/>
              </a:ext>
            </a:extLst>
          </p:cNvPr>
          <p:cNvSpPr/>
          <p:nvPr/>
        </p:nvSpPr>
        <p:spPr>
          <a:xfrm rot="5816212">
            <a:off x="18327730" y="6240804"/>
            <a:ext cx="271476" cy="12895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</p:spTree>
    <p:extLst>
      <p:ext uri="{BB962C8B-B14F-4D97-AF65-F5344CB8AC3E}">
        <p14:creationId xmlns:p14="http://schemas.microsoft.com/office/powerpoint/2010/main" val="2708397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5746243" y="4990687"/>
            <a:ext cx="12680190" cy="2307546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RCM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A1DB8D6E-402C-EB8D-8333-321294923059}"/>
              </a:ext>
            </a:extLst>
          </p:cNvPr>
          <p:cNvSpPr/>
          <p:nvPr/>
        </p:nvSpPr>
        <p:spPr>
          <a:xfrm>
            <a:off x="9649148" y="5228230"/>
            <a:ext cx="8777285" cy="184377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NCM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7170856" y="3938719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12782214" y="3938719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8393572" y="3938719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4C9DB80-0CD6-A6AD-430E-B7FE5BE7CF10}"/>
              </a:ext>
            </a:extLst>
          </p:cNvPr>
          <p:cNvSpPr/>
          <p:nvPr/>
        </p:nvSpPr>
        <p:spPr>
          <a:xfrm>
            <a:off x="14037790" y="5454458"/>
            <a:ext cx="4388642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SCM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9649147" y="4164949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F28F21F5-25F3-46E8-72DF-B86253890F6D}"/>
              </a:ext>
            </a:extLst>
          </p:cNvPr>
          <p:cNvCxnSpPr>
            <a:cxnSpLocks/>
          </p:cNvCxnSpPr>
          <p:nvPr/>
        </p:nvCxnSpPr>
        <p:spPr>
          <a:xfrm>
            <a:off x="9649148" y="3802980"/>
            <a:ext cx="7521709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4037790" y="4164949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4490667" y="3938719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5746243" y="4164949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47BF424-02D0-BE40-B2F0-3B7D48CA8BE1}"/>
              </a:ext>
            </a:extLst>
          </p:cNvPr>
          <p:cNvCxnSpPr>
            <a:cxnSpLocks/>
          </p:cNvCxnSpPr>
          <p:nvPr/>
        </p:nvCxnSpPr>
        <p:spPr>
          <a:xfrm>
            <a:off x="5746243" y="3506054"/>
            <a:ext cx="11424613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" name="Pfeil: nach unten 1">
            <a:extLst>
              <a:ext uri="{FF2B5EF4-FFF2-40B4-BE49-F238E27FC236}">
                <a16:creationId xmlns:a16="http://schemas.microsoft.com/office/drawing/2014/main" id="{26F7696D-1511-D4FA-1BB0-E519AF1163D3}"/>
              </a:ext>
            </a:extLst>
          </p:cNvPr>
          <p:cNvSpPr/>
          <p:nvPr/>
        </p:nvSpPr>
        <p:spPr>
          <a:xfrm rot="5018347">
            <a:off x="6635230" y="3200745"/>
            <a:ext cx="271476" cy="12895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</p:spTree>
    <p:extLst>
      <p:ext uri="{BB962C8B-B14F-4D97-AF65-F5344CB8AC3E}">
        <p14:creationId xmlns:p14="http://schemas.microsoft.com/office/powerpoint/2010/main" val="2597126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7887050" y="7145114"/>
            <a:ext cx="3902904" cy="138000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RCM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9311665" y="9010679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14923023" y="9010679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10534380" y="9010679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11789956" y="9236909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6178598" y="9236909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6631475" y="9010679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7887051" y="9236909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294E5044-37A3-930B-5093-B91957397826}"/>
              </a:ext>
            </a:extLst>
          </p:cNvPr>
          <p:cNvSpPr/>
          <p:nvPr/>
        </p:nvSpPr>
        <p:spPr>
          <a:xfrm>
            <a:off x="12342020" y="5100738"/>
            <a:ext cx="1255576" cy="4524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???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7FDBE0D-9BAE-71BB-0399-953CABAEAA46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7887050" y="4152624"/>
            <a:ext cx="1142461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109D0C59-D120-76CC-3E13-2E8B044E2645}"/>
              </a:ext>
            </a:extLst>
          </p:cNvPr>
          <p:cNvSpPr/>
          <p:nvPr/>
        </p:nvSpPr>
        <p:spPr>
          <a:xfrm>
            <a:off x="6631474" y="3926394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4216C26-482B-3A23-53D0-0AC91F2E3317}"/>
              </a:ext>
            </a:extLst>
          </p:cNvPr>
          <p:cNvSpPr/>
          <p:nvPr/>
        </p:nvSpPr>
        <p:spPr>
          <a:xfrm>
            <a:off x="19311665" y="3926394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7" name="Pfeil: nach unten 46">
            <a:extLst>
              <a:ext uri="{FF2B5EF4-FFF2-40B4-BE49-F238E27FC236}">
                <a16:creationId xmlns:a16="http://schemas.microsoft.com/office/drawing/2014/main" id="{9D742086-4DBE-B082-B3CE-0288C173FD75}"/>
              </a:ext>
            </a:extLst>
          </p:cNvPr>
          <p:cNvSpPr/>
          <p:nvPr/>
        </p:nvSpPr>
        <p:spPr>
          <a:xfrm rot="11161196">
            <a:off x="12834069" y="4432182"/>
            <a:ext cx="271476" cy="408147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8" name="Pfeil: nach unten 47">
            <a:extLst>
              <a:ext uri="{FF2B5EF4-FFF2-40B4-BE49-F238E27FC236}">
                <a16:creationId xmlns:a16="http://schemas.microsoft.com/office/drawing/2014/main" id="{4EBDD885-493F-898D-D26C-99811B575D4C}"/>
              </a:ext>
            </a:extLst>
          </p:cNvPr>
          <p:cNvSpPr/>
          <p:nvPr/>
        </p:nvSpPr>
        <p:spPr>
          <a:xfrm rot="13604950">
            <a:off x="9967549" y="5927621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49" name="Pfeil: nach unten 48">
            <a:extLst>
              <a:ext uri="{FF2B5EF4-FFF2-40B4-BE49-F238E27FC236}">
                <a16:creationId xmlns:a16="http://schemas.microsoft.com/office/drawing/2014/main" id="{FFDC376D-DA84-9C09-0ACA-F3EE0533B57A}"/>
              </a:ext>
            </a:extLst>
          </p:cNvPr>
          <p:cNvSpPr/>
          <p:nvPr/>
        </p:nvSpPr>
        <p:spPr>
          <a:xfrm rot="6592321">
            <a:off x="15390356" y="5408421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ED5A9BD-057D-5BD6-D147-09920CB2582A}"/>
              </a:ext>
            </a:extLst>
          </p:cNvPr>
          <p:cNvSpPr/>
          <p:nvPr/>
        </p:nvSpPr>
        <p:spPr>
          <a:xfrm>
            <a:off x="11789954" y="6923511"/>
            <a:ext cx="8777285" cy="184377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NCM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54E655E-2B34-B04D-3363-A302E7369520}"/>
              </a:ext>
            </a:extLst>
          </p:cNvPr>
          <p:cNvSpPr/>
          <p:nvPr/>
        </p:nvSpPr>
        <p:spPr>
          <a:xfrm>
            <a:off x="16178596" y="7149739"/>
            <a:ext cx="4388642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MIM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630BD30-CC38-FB1F-F6DE-5513D494C452}"/>
              </a:ext>
            </a:extLst>
          </p:cNvPr>
          <p:cNvCxnSpPr>
            <a:cxnSpLocks/>
          </p:cNvCxnSpPr>
          <p:nvPr/>
        </p:nvCxnSpPr>
        <p:spPr>
          <a:xfrm>
            <a:off x="7887051" y="6627380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843FC30-AB65-AA48-C611-856241EA0340}"/>
              </a:ext>
            </a:extLst>
          </p:cNvPr>
          <p:cNvCxnSpPr>
            <a:cxnSpLocks/>
          </p:cNvCxnSpPr>
          <p:nvPr/>
        </p:nvCxnSpPr>
        <p:spPr>
          <a:xfrm>
            <a:off x="10534380" y="6716280"/>
            <a:ext cx="125557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6DB98520-FB80-D721-EFDC-E78AEAA20F2D}"/>
              </a:ext>
            </a:extLst>
          </p:cNvPr>
          <p:cNvCxnSpPr>
            <a:cxnSpLocks/>
          </p:cNvCxnSpPr>
          <p:nvPr/>
        </p:nvCxnSpPr>
        <p:spPr>
          <a:xfrm>
            <a:off x="11798651" y="6589280"/>
            <a:ext cx="312437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61E99FEE-C895-7B80-6777-65CF92E93E2D}"/>
              </a:ext>
            </a:extLst>
          </p:cNvPr>
          <p:cNvCxnSpPr>
            <a:cxnSpLocks/>
          </p:cNvCxnSpPr>
          <p:nvPr/>
        </p:nvCxnSpPr>
        <p:spPr>
          <a:xfrm>
            <a:off x="14923022" y="6659175"/>
            <a:ext cx="1255574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5F5A1B8-2C7E-E1CC-CB12-952679A680F9}"/>
              </a:ext>
            </a:extLst>
          </p:cNvPr>
          <p:cNvCxnSpPr>
            <a:cxnSpLocks/>
          </p:cNvCxnSpPr>
          <p:nvPr/>
        </p:nvCxnSpPr>
        <p:spPr>
          <a:xfrm>
            <a:off x="16187293" y="6582975"/>
            <a:ext cx="31243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eschweifte Klammer rechts 22">
            <a:extLst>
              <a:ext uri="{FF2B5EF4-FFF2-40B4-BE49-F238E27FC236}">
                <a16:creationId xmlns:a16="http://schemas.microsoft.com/office/drawing/2014/main" id="{466EF11B-29FD-7A77-EA0E-BEDFB2BD0DC6}"/>
              </a:ext>
            </a:extLst>
          </p:cNvPr>
          <p:cNvSpPr/>
          <p:nvPr/>
        </p:nvSpPr>
        <p:spPr>
          <a:xfrm rot="16200000">
            <a:off x="16121400" y="2013242"/>
            <a:ext cx="159086" cy="8732590"/>
          </a:xfrm>
          <a:prstGeom prst="righ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CA5F0B8-F8DB-F7F2-6934-CC36BE107716}"/>
              </a:ext>
            </a:extLst>
          </p:cNvPr>
          <p:cNvSpPr txBox="1"/>
          <p:nvPr/>
        </p:nvSpPr>
        <p:spPr>
          <a:xfrm>
            <a:off x="8805858" y="6607055"/>
            <a:ext cx="10534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RestconfLink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D74D6ED-A6F6-5A0A-6F12-F48F51B20136}"/>
              </a:ext>
            </a:extLst>
          </p:cNvPr>
          <p:cNvSpPr txBox="1"/>
          <p:nvPr/>
        </p:nvSpPr>
        <p:spPr>
          <a:xfrm>
            <a:off x="10602608" y="6488880"/>
            <a:ext cx="1111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MountPointFc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64BABF6-7539-6951-AFB3-FC1CA3AF26E0}"/>
              </a:ext>
            </a:extLst>
          </p:cNvPr>
          <p:cNvSpPr txBox="1"/>
          <p:nvPr/>
        </p:nvSpPr>
        <p:spPr>
          <a:xfrm>
            <a:off x="14823869" y="6434621"/>
            <a:ext cx="1470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MediatorProcessFc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FBDA780-C7A0-2D26-705D-90AF4FB2D538}"/>
              </a:ext>
            </a:extLst>
          </p:cNvPr>
          <p:cNvSpPr txBox="1"/>
          <p:nvPr/>
        </p:nvSpPr>
        <p:spPr>
          <a:xfrm>
            <a:off x="12969808" y="6573120"/>
            <a:ext cx="99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NetconfLink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D67830D5-9585-F8F1-C047-028467F57783}"/>
              </a:ext>
            </a:extLst>
          </p:cNvPr>
          <p:cNvSpPr txBox="1"/>
          <p:nvPr/>
        </p:nvSpPr>
        <p:spPr>
          <a:xfrm>
            <a:off x="17293422" y="6570809"/>
            <a:ext cx="848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SnmpLink</a:t>
            </a:r>
          </a:p>
        </p:txBody>
      </p:sp>
      <p:sp>
        <p:nvSpPr>
          <p:cNvPr id="33" name="Geschweifte Klammer rechts 32">
            <a:extLst>
              <a:ext uri="{FF2B5EF4-FFF2-40B4-BE49-F238E27FC236}">
                <a16:creationId xmlns:a16="http://schemas.microsoft.com/office/drawing/2014/main" id="{5A82855C-6FF6-0C22-BC7A-A3E94E9CD8FA}"/>
              </a:ext>
            </a:extLst>
          </p:cNvPr>
          <p:cNvSpPr/>
          <p:nvPr/>
        </p:nvSpPr>
        <p:spPr>
          <a:xfrm rot="16200000">
            <a:off x="9763307" y="4425038"/>
            <a:ext cx="159086" cy="3911602"/>
          </a:xfrm>
          <a:prstGeom prst="rightBrac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2DC5D979-CBD6-E279-D7FA-93569BEB60DF}"/>
              </a:ext>
            </a:extLst>
          </p:cNvPr>
          <p:cNvSpPr txBox="1"/>
          <p:nvPr/>
        </p:nvSpPr>
        <p:spPr>
          <a:xfrm>
            <a:off x="12515613" y="4150371"/>
            <a:ext cx="28984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Transport of Read from Live – Operation ?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3F67427-C9F9-534A-8E80-5DEB5C266EC6}"/>
              </a:ext>
            </a:extLst>
          </p:cNvPr>
          <p:cNvCxnSpPr>
            <a:cxnSpLocks/>
          </p:cNvCxnSpPr>
          <p:nvPr/>
        </p:nvCxnSpPr>
        <p:spPr>
          <a:xfrm>
            <a:off x="6602410" y="3653960"/>
            <a:ext cx="1268019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F1C87441-A171-4006-4456-3437467DD47E}"/>
              </a:ext>
            </a:extLst>
          </p:cNvPr>
          <p:cNvSpPr txBox="1"/>
          <p:nvPr/>
        </p:nvSpPr>
        <p:spPr>
          <a:xfrm>
            <a:off x="12059767" y="3658677"/>
            <a:ext cx="20747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Read from Live – Operation ?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16922BC-64F9-D223-69A6-7109BF41F9BA}"/>
              </a:ext>
            </a:extLst>
          </p:cNvPr>
          <p:cNvSpPr txBox="1"/>
          <p:nvPr/>
        </p:nvSpPr>
        <p:spPr>
          <a:xfrm>
            <a:off x="11750448" y="6356208"/>
            <a:ext cx="10143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&lt;get-config&gt;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F03B1639-50D8-D533-33CA-648284718463}"/>
              </a:ext>
            </a:extLst>
          </p:cNvPr>
          <p:cNvSpPr txBox="1"/>
          <p:nvPr/>
        </p:nvSpPr>
        <p:spPr>
          <a:xfrm>
            <a:off x="7818823" y="6409614"/>
            <a:ext cx="452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GET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15F57D7-5599-DFC3-B6E9-DA8E26F58329}"/>
              </a:ext>
            </a:extLst>
          </p:cNvPr>
          <p:cNvCxnSpPr>
            <a:cxnSpLocks/>
          </p:cNvCxnSpPr>
          <p:nvPr/>
        </p:nvCxnSpPr>
        <p:spPr>
          <a:xfrm>
            <a:off x="11769587" y="10373051"/>
            <a:ext cx="751301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EE58D74-87E6-4A14-9122-102D98610CDC}"/>
              </a:ext>
            </a:extLst>
          </p:cNvPr>
          <p:cNvCxnSpPr>
            <a:cxnSpLocks/>
          </p:cNvCxnSpPr>
          <p:nvPr/>
        </p:nvCxnSpPr>
        <p:spPr>
          <a:xfrm>
            <a:off x="14844527" y="10754847"/>
            <a:ext cx="443807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AA52B7F9-F012-88DE-87BF-2C8D2910D710}"/>
              </a:ext>
            </a:extLst>
          </p:cNvPr>
          <p:cNvSpPr txBox="1"/>
          <p:nvPr/>
        </p:nvSpPr>
        <p:spPr>
          <a:xfrm>
            <a:off x="14694994" y="10148451"/>
            <a:ext cx="20288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Connected state at the ODL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C1B0018D-7D20-0014-257D-BAF1E45FF92C}"/>
              </a:ext>
            </a:extLst>
          </p:cNvPr>
          <p:cNvSpPr txBox="1"/>
          <p:nvPr/>
        </p:nvSpPr>
        <p:spPr>
          <a:xfrm>
            <a:off x="15037697" y="10536065"/>
            <a:ext cx="41431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Addressing an attribute with an NCM-internal NetconfClient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2CEB087D-6A36-0216-6770-BEDF1124CA9F}"/>
              </a:ext>
            </a:extLst>
          </p:cNvPr>
          <p:cNvSpPr txBox="1"/>
          <p:nvPr/>
        </p:nvSpPr>
        <p:spPr>
          <a:xfrm>
            <a:off x="3498408" y="9098409"/>
            <a:ext cx="8140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68C06B6-6A0F-B5CA-F0D2-EEEC1DB4791F}"/>
              </a:ext>
            </a:extLst>
          </p:cNvPr>
          <p:cNvSpPr txBox="1"/>
          <p:nvPr/>
        </p:nvSpPr>
        <p:spPr>
          <a:xfrm>
            <a:off x="3498408" y="7568399"/>
            <a:ext cx="7857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Domains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C262B0E-D458-CB62-691D-F98F7C5FD237}"/>
              </a:ext>
            </a:extLst>
          </p:cNvPr>
          <p:cNvSpPr txBox="1"/>
          <p:nvPr/>
        </p:nvSpPr>
        <p:spPr>
          <a:xfrm>
            <a:off x="3498407" y="6570027"/>
            <a:ext cx="10390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Connections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80E54012-F6A5-2CBA-AF56-9ED147C2C8EB}"/>
              </a:ext>
            </a:extLst>
          </p:cNvPr>
          <p:cNvSpPr txBox="1"/>
          <p:nvPr/>
        </p:nvSpPr>
        <p:spPr>
          <a:xfrm>
            <a:off x="3498407" y="5188468"/>
            <a:ext cx="27142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 holding higher layer Domain ?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CBEB432B-CDB6-9FB5-306F-E45DCFE0523F}"/>
              </a:ext>
            </a:extLst>
          </p:cNvPr>
          <p:cNvSpPr txBox="1"/>
          <p:nvPr/>
        </p:nvSpPr>
        <p:spPr>
          <a:xfrm>
            <a:off x="3498407" y="3785777"/>
            <a:ext cx="1973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Higher layer Connections ?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F4F316C-ACA9-5A1A-70BB-DE6AB61CB4BC}"/>
              </a:ext>
            </a:extLst>
          </p:cNvPr>
          <p:cNvSpPr txBox="1"/>
          <p:nvPr/>
        </p:nvSpPr>
        <p:spPr>
          <a:xfrm>
            <a:off x="3498408" y="10397565"/>
            <a:ext cx="22661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Potential status measurements</a:t>
            </a:r>
          </a:p>
        </p:txBody>
      </p:sp>
    </p:spTree>
    <p:extLst>
      <p:ext uri="{BB962C8B-B14F-4D97-AF65-F5344CB8AC3E}">
        <p14:creationId xmlns:p14="http://schemas.microsoft.com/office/powerpoint/2010/main" val="3819450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5" y="1721848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29" y="182639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502512" y="1485368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sp>
        <p:nvSpPr>
          <p:cNvPr id="15" name="Scrollen: vertikal 14">
            <a:extLst>
              <a:ext uri="{FF2B5EF4-FFF2-40B4-BE49-F238E27FC236}">
                <a16:creationId xmlns:a16="http://schemas.microsoft.com/office/drawing/2014/main" id="{E0D6D35F-81FE-6F08-CAD9-CEFA629499EC}"/>
              </a:ext>
            </a:extLst>
          </p:cNvPr>
          <p:cNvSpPr/>
          <p:nvPr/>
        </p:nvSpPr>
        <p:spPr>
          <a:xfrm>
            <a:off x="8135660" y="6606994"/>
            <a:ext cx="1476137" cy="92392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rgbClr val="FF0000"/>
                </a:solidFill>
              </a:rPr>
              <a:t>netconf</a:t>
            </a:r>
            <a:r>
              <a:rPr lang="de-DE" sz="800"/>
              <a:t> </a:t>
            </a:r>
            <a:r>
              <a:rPr lang="de-DE" sz="800">
                <a:solidFill>
                  <a:srgbClr val="FF0000"/>
                </a:solidFill>
              </a:rPr>
              <a:t>interfaces</a:t>
            </a:r>
            <a:r>
              <a:rPr lang="de-DE" sz="800"/>
              <a:t> that need to be provided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15" idx="0"/>
          </p:cNvCxnSpPr>
          <p:nvPr/>
        </p:nvCxnSpPr>
        <p:spPr>
          <a:xfrm>
            <a:off x="6199063" y="2127137"/>
            <a:ext cx="2674666" cy="447985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7" y="204379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698" y="8009753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15" idx="0"/>
          </p:cNvCxnSpPr>
          <p:nvPr/>
        </p:nvCxnSpPr>
        <p:spPr>
          <a:xfrm>
            <a:off x="6247955" y="5888085"/>
            <a:ext cx="2625774" cy="718909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15" idx="0"/>
          </p:cNvCxnSpPr>
          <p:nvPr/>
        </p:nvCxnSpPr>
        <p:spPr>
          <a:xfrm flipV="1">
            <a:off x="6254057" y="6606994"/>
            <a:ext cx="2619672" cy="2698438"/>
          </a:xfrm>
          <a:prstGeom prst="curvedConnector4">
            <a:avLst>
              <a:gd name="adj1" fmla="val 35913"/>
              <a:gd name="adj2" fmla="val 108472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4" y="9489618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15" idx="2"/>
            <a:endCxn id="75" idx="0"/>
          </p:cNvCxnSpPr>
          <p:nvPr/>
        </p:nvCxnSpPr>
        <p:spPr>
          <a:xfrm rot="5400000">
            <a:off x="8385479" y="7748969"/>
            <a:ext cx="706299" cy="2702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258005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6" y="277433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-762648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3300183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3300183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4" y="289639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1" y="7164411"/>
            <a:ext cx="1571625" cy="196434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UnusedMediatorProcessEraser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5325129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59605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836510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959618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3" y="93896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7" y="76078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1" y="490136"/>
            <a:ext cx="1571625" cy="1320166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94276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2209852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2423288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274351" y="2434038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639160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698" y="633959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4" y="6528994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629944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6754734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6" y="671146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809295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325813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1" y="291880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4" y="3395525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316597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3621265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6" y="357799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515374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522926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3" y="856569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3804673"/>
            <a:ext cx="1461538" cy="541614"/>
          </a:xfrm>
          <a:prstGeom prst="can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800" i="1"/>
              <a:t>AppDATA</a:t>
            </a:r>
            <a:br>
              <a:rPr lang="de-DE" sz="800" i="1"/>
            </a:br>
            <a:r>
              <a:rPr lang="de-DE" sz="800" i="1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2" y="3804673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770875" y="8237220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4" y="85414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3" y="886194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43210" y="1067941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20351" y="941139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7" y="101423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7" y="459564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465723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9607898" y="10112648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0" y="818194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9602762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446704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5" y="734826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1" y="988637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6" y="84654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88" y="770064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2" y="693418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1" y="64703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0" y="649457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691698" y="1530543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6178141" y="23681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6153344" y="210427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6160803" y="1686233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99" idx="1"/>
          </p:cNvCxnSpPr>
          <p:nvPr/>
        </p:nvCxnSpPr>
        <p:spPr>
          <a:xfrm>
            <a:off x="6206522" y="1709093"/>
            <a:ext cx="5375443" cy="2095580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6" y="333365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4" y="1431821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6" y="3933749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66988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3804673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4346287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348393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38" y="9282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38" y="944779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4" y="106547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772350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6" y="459564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588" y="4794125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3593499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7816772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3322692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071518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0696231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7093166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7308790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5" y="2061423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0" y="9909239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366070" y="9435600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24706" y="4383683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3694717" y="639792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3386807" y="382559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3648122" y="773550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3589093" y="757011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6246722" y="2386559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1129523" y="896175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9388929" y="4346287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6990854" y="266594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770876" y="1264542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8404534" y="1468087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135" y="8328566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316" y="7371120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9846410" y="168216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195" y="274291"/>
            <a:ext cx="260088" cy="27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715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1936958" y="1057028"/>
            <a:ext cx="9931400" cy="49881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8524719" y="319330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9013733" y="192092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5918179" y="1844228"/>
            <a:ext cx="2468048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3532155" y="3351161"/>
            <a:ext cx="2853775" cy="15129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2717801" y="1892301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3107374" y="319722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674" y="3276195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4615260" y="2944725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AdministrativeState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8175486" y="2947851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OperationalState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6749282" y="401329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2950263" y="22904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3069543" y="255333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3298132" y="345110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256" y="3515532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1310171" y="2499996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1310171" y="2609313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2887021" y="1908400"/>
            <a:ext cx="2256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/>
              <a:t>Modules that are changing the AdministrativeState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0343846" y="293941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0146" y="301838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8989519" y="1908400"/>
            <a:ext cx="28537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/>
              <a:t>Modules that are updating the </a:t>
            </a:r>
            <a:r>
              <a:rPr lang="de-DE" sz="1200">
                <a:solidFill>
                  <a:schemeClr val="tx1"/>
                </a:solidFill>
              </a:rPr>
              <a:t>OperationalState</a:t>
            </a:r>
            <a:endParaRPr lang="de-DE" sz="1200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0386518" y="231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2818" y="238973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0577276" y="256464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8400" y="262907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1025228" y="238883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1025228" y="2498149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5723210" y="1851530"/>
            <a:ext cx="2853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Modules for comparing AdministrativeState with </a:t>
            </a:r>
            <a:r>
              <a:rPr lang="de-DE" sz="1200">
                <a:solidFill>
                  <a:schemeClr val="tx1"/>
                </a:solidFill>
              </a:rPr>
              <a:t>OperationalState</a:t>
            </a:r>
            <a:r>
              <a:rPr lang="de-DE" sz="1200"/>
              <a:t>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7062408" y="354328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8805095" y="443470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95" y="4513675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8995853" y="468858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977" y="4753012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8847767" y="380605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067" y="3885025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9038525" y="405993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9649" y="4124362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8274357" y="5022500"/>
            <a:ext cx="2951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</a:t>
            </a:r>
            <a:r>
              <a:rPr lang="de-DE" sz="1200">
                <a:solidFill>
                  <a:schemeClr val="tx1"/>
                </a:solidFill>
              </a:rPr>
              <a:t>OperationalState</a:t>
            </a:r>
            <a:br>
              <a:rPr lang="de-DE" sz="1200">
                <a:solidFill>
                  <a:schemeClr val="tx1"/>
                </a:solidFill>
              </a:rPr>
            </a:br>
            <a:r>
              <a:rPr lang="de-DE" sz="1200"/>
              <a:t>and AdministrativeState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9708525" y="416110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9708525" y="4270420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5320542" y="381939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6842" y="3898362"/>
            <a:ext cx="166165" cy="174914"/>
          </a:xfrm>
          <a:prstGeom prst="rect">
            <a:avLst/>
          </a:prstGeom>
        </p:spPr>
      </p:pic>
      <p:sp>
        <p:nvSpPr>
          <p:cNvPr id="57" name="Rechteck 56">
            <a:extLst>
              <a:ext uri="{FF2B5EF4-FFF2-40B4-BE49-F238E27FC236}">
                <a16:creationId xmlns:a16="http://schemas.microsoft.com/office/drawing/2014/main" id="{F1661307-0A5B-5E08-2177-0EC27A984C77}"/>
              </a:ext>
            </a:extLst>
          </p:cNvPr>
          <p:cNvSpPr/>
          <p:nvPr/>
        </p:nvSpPr>
        <p:spPr>
          <a:xfrm>
            <a:off x="5511300" y="407327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8" name="Grafik 57">
            <a:extLst>
              <a:ext uri="{FF2B5EF4-FFF2-40B4-BE49-F238E27FC236}">
                <a16:creationId xmlns:a16="http://schemas.microsoft.com/office/drawing/2014/main" id="{1634BDF2-1E6E-2CB9-1179-2AFB11964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424" y="4137699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1429451" y="2806636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1429451" y="2915953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1215986" y="274326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1215986" y="2852581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0973994" y="308398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0973994" y="3193299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6484611" y="276265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911" y="284162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6675369" y="301653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493" y="308095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7089931" y="284803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6231" y="292700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7280689" y="310192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1813" y="316634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9484495" y="390883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9484495" y="401815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9443805" y="4555487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9443805" y="4664804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9634563" y="4842311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9634563" y="4951628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DEB442AC-31D6-845A-4716-7598BED1D91C}"/>
              </a:ext>
            </a:extLst>
          </p:cNvPr>
          <p:cNvSpPr txBox="1"/>
          <p:nvPr/>
        </p:nvSpPr>
        <p:spPr>
          <a:xfrm>
            <a:off x="3512633" y="4395335"/>
            <a:ext cx="30285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/>
              <a:t>Modules for keeping the AdministrativeState clean and consistent</a:t>
            </a:r>
          </a:p>
        </p:txBody>
      </p: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8321672" y="420313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5" y="1721848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29" y="182639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502512" y="1485368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7" idx="1"/>
          </p:cNvCxnSpPr>
          <p:nvPr/>
        </p:nvCxnSpPr>
        <p:spPr>
          <a:xfrm>
            <a:off x="6199063" y="2127137"/>
            <a:ext cx="3274653" cy="3652356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7" y="204379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698" y="8009753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7" idx="1"/>
          </p:cNvCxnSpPr>
          <p:nvPr/>
        </p:nvCxnSpPr>
        <p:spPr>
          <a:xfrm flipV="1">
            <a:off x="6247955" y="5779493"/>
            <a:ext cx="3225761" cy="108592"/>
          </a:xfrm>
          <a:prstGeom prst="curvedConnector4">
            <a:avLst>
              <a:gd name="adj1" fmla="val 39116"/>
              <a:gd name="adj2" fmla="val 310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7" idx="1"/>
          </p:cNvCxnSpPr>
          <p:nvPr/>
        </p:nvCxnSpPr>
        <p:spPr>
          <a:xfrm flipV="1">
            <a:off x="6254057" y="5779493"/>
            <a:ext cx="3219659" cy="3525939"/>
          </a:xfrm>
          <a:prstGeom prst="curvedConnector4">
            <a:avLst>
              <a:gd name="adj1" fmla="val 39095"/>
              <a:gd name="adj2" fmla="val 10648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4" y="9489618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9288910" y="6968465"/>
            <a:ext cx="557015" cy="1874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258005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6" y="277433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-762648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3300183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3300183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4" y="289639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1" y="7164411"/>
            <a:ext cx="1571625" cy="1964349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UnusedMediatorProcessEraser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5325129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59605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836510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959618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3" y="93896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7" y="76078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1" y="490136"/>
            <a:ext cx="1571625" cy="1320166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94276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2209852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2423288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274351" y="2434038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639160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698" y="633959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4" y="6528994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629944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6754734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6" y="671146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809295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325813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1" y="291880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4" y="3395525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316597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3621265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6" y="357799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515374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522926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3" y="856569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3804673"/>
            <a:ext cx="1461538" cy="541614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AppDATA</a:t>
            </a:r>
            <a:br>
              <a:rPr lang="de-DE" sz="1050"/>
            </a:br>
            <a:r>
              <a:rPr lang="de-DE" sz="1050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2" y="3804673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770875" y="8237220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4" y="85414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3" y="886194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43210" y="1067941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20351" y="941139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7" y="101423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7" y="459564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465723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9607898" y="10112648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0" y="818194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9602762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446704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5" y="734826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1" y="988637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6" y="84654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88" y="770064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2" y="693418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1" y="64703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0" y="649457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691698" y="1530543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targetState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targetState</a:t>
            </a:r>
          </a:p>
          <a:p>
            <a:pPr marL="171450" indent="-171450">
              <a:buFontTx/>
              <a:buChar char="-"/>
            </a:pPr>
            <a:r>
              <a:rPr lang="de-DE" sz="800">
                <a:solidFill>
                  <a:srgbClr val="FF0000"/>
                </a:solidFill>
              </a:rPr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6178141" y="23681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6153344" y="210427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6160803" y="1686233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7" idx="2"/>
          </p:cNvCxnSpPr>
          <p:nvPr/>
        </p:nvCxnSpPr>
        <p:spPr>
          <a:xfrm>
            <a:off x="6206522" y="1709093"/>
            <a:ext cx="2564989" cy="4572483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6" y="333365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4" y="1431821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6" y="3933749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66988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3804673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4346287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348393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38" y="9282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38" y="944779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4" y="106547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772350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6" y="459564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588" y="4794125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3593499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7816772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3322692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071518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0696231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7093166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7308790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5" y="2061423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0" y="9909239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366070" y="9435600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24706" y="4383683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3694717" y="639792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3386807" y="382559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3648122" y="773550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3589093" y="757011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6246722" y="2386559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1129523" y="896175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9388929" y="4346287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6990854" y="266594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770876" y="1264542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8404534" y="1468087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135" y="8328566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316" y="7371120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9846410" y="168216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195" y="274291"/>
            <a:ext cx="260088" cy="273783"/>
          </a:xfrm>
          <a:prstGeom prst="rect">
            <a:avLst/>
          </a:prstGeom>
        </p:spPr>
      </p:pic>
      <p:sp>
        <p:nvSpPr>
          <p:cNvPr id="7" name="Zylinder 6">
            <a:extLst>
              <a:ext uri="{FF2B5EF4-FFF2-40B4-BE49-F238E27FC236}">
                <a16:creationId xmlns:a16="http://schemas.microsoft.com/office/drawing/2014/main" id="{233DA69B-402B-E4F6-2560-70F2ACC22E66}"/>
              </a:ext>
            </a:extLst>
          </p:cNvPr>
          <p:cNvSpPr/>
          <p:nvPr/>
        </p:nvSpPr>
        <p:spPr>
          <a:xfrm>
            <a:off x="8771511" y="5779493"/>
            <a:ext cx="1404410" cy="1004166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/>
              <a:t>TargetState</a:t>
            </a:r>
          </a:p>
        </p:txBody>
      </p:sp>
    </p:spTree>
    <p:extLst>
      <p:ext uri="{BB962C8B-B14F-4D97-AF65-F5344CB8AC3E}">
        <p14:creationId xmlns:p14="http://schemas.microsoft.com/office/powerpoint/2010/main" val="40057101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1CE0A02-15DF-2896-7C2D-5DFC349920D1}"/>
              </a:ext>
            </a:extLst>
          </p:cNvPr>
          <p:cNvSpPr/>
          <p:nvPr/>
        </p:nvSpPr>
        <p:spPr>
          <a:xfrm>
            <a:off x="2484199" y="2962497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MWDI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D02D88C-763B-A543-688D-9855AF14B01D}"/>
              </a:ext>
            </a:extLst>
          </p:cNvPr>
          <p:cNvSpPr/>
          <p:nvPr/>
        </p:nvSpPr>
        <p:spPr>
          <a:xfrm>
            <a:off x="4561273" y="2457450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53494D-28D6-8CC5-DB54-81059DB5AF24}"/>
              </a:ext>
            </a:extLst>
          </p:cNvPr>
          <p:cNvSpPr/>
          <p:nvPr/>
        </p:nvSpPr>
        <p:spPr>
          <a:xfrm>
            <a:off x="7628638" y="2457450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B5FF00B-970D-C50C-579A-3D10911A26F3}"/>
              </a:ext>
            </a:extLst>
          </p:cNvPr>
          <p:cNvSpPr/>
          <p:nvPr/>
        </p:nvSpPr>
        <p:spPr>
          <a:xfrm>
            <a:off x="9691868" y="2951862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2F32273-6801-7B92-0ADB-F67B56F3C9EE}"/>
              </a:ext>
            </a:extLst>
          </p:cNvPr>
          <p:cNvSpPr/>
          <p:nvPr/>
        </p:nvSpPr>
        <p:spPr>
          <a:xfrm>
            <a:off x="412769" y="2962498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APTP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FDEC8BC-6708-4B28-28CF-7724B85F5A50}"/>
              </a:ext>
            </a:extLst>
          </p:cNvPr>
          <p:cNvSpPr/>
          <p:nvPr/>
        </p:nvSpPr>
        <p:spPr>
          <a:xfrm>
            <a:off x="550441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F7B44D-B1EF-E324-F605-AB033E82776D}"/>
              </a:ext>
            </a:extLst>
          </p:cNvPr>
          <p:cNvSpPr/>
          <p:nvPr/>
        </p:nvSpPr>
        <p:spPr>
          <a:xfrm>
            <a:off x="550441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48790B5-A649-43AD-C98B-435B22B7ED2F}"/>
              </a:ext>
            </a:extLst>
          </p:cNvPr>
          <p:cNvSpPr/>
          <p:nvPr/>
        </p:nvSpPr>
        <p:spPr>
          <a:xfrm>
            <a:off x="550441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CEE26EF-C86B-A733-8DD9-059A9C6EC90E}"/>
              </a:ext>
            </a:extLst>
          </p:cNvPr>
          <p:cNvSpPr/>
          <p:nvPr/>
        </p:nvSpPr>
        <p:spPr>
          <a:xfrm>
            <a:off x="1374353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A455AB2-E932-7831-EE99-F5772CDAFD0C}"/>
              </a:ext>
            </a:extLst>
          </p:cNvPr>
          <p:cNvSpPr/>
          <p:nvPr/>
        </p:nvSpPr>
        <p:spPr>
          <a:xfrm>
            <a:off x="1374353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58F33B-C712-C71E-C879-C5DC8C91BB45}"/>
              </a:ext>
            </a:extLst>
          </p:cNvPr>
          <p:cNvSpPr/>
          <p:nvPr/>
        </p:nvSpPr>
        <p:spPr>
          <a:xfrm>
            <a:off x="1374353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F329620-3C22-08E1-6786-6E43712B3898}"/>
              </a:ext>
            </a:extLst>
          </p:cNvPr>
          <p:cNvSpPr/>
          <p:nvPr/>
        </p:nvSpPr>
        <p:spPr>
          <a:xfrm>
            <a:off x="2625701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B7992BE-C036-3AB7-C814-EBBDC7FC42E0}"/>
              </a:ext>
            </a:extLst>
          </p:cNvPr>
          <p:cNvSpPr/>
          <p:nvPr/>
        </p:nvSpPr>
        <p:spPr>
          <a:xfrm>
            <a:off x="2625701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AFB896A-158F-65F5-EA28-4BC001A350A5}"/>
              </a:ext>
            </a:extLst>
          </p:cNvPr>
          <p:cNvSpPr/>
          <p:nvPr/>
        </p:nvSpPr>
        <p:spPr>
          <a:xfrm>
            <a:off x="2625701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C3E0E05-CA92-3033-4FD9-38C5421204DC}"/>
              </a:ext>
            </a:extLst>
          </p:cNvPr>
          <p:cNvSpPr/>
          <p:nvPr/>
        </p:nvSpPr>
        <p:spPr>
          <a:xfrm>
            <a:off x="3449613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FFA3122-55DA-CD89-A397-A8CD9750B2B9}"/>
              </a:ext>
            </a:extLst>
          </p:cNvPr>
          <p:cNvSpPr/>
          <p:nvPr/>
        </p:nvSpPr>
        <p:spPr>
          <a:xfrm>
            <a:off x="3449613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AA074D4-D1AF-7759-FA69-2B0DD4CAFC2D}"/>
              </a:ext>
            </a:extLst>
          </p:cNvPr>
          <p:cNvSpPr/>
          <p:nvPr/>
        </p:nvSpPr>
        <p:spPr>
          <a:xfrm>
            <a:off x="3449613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E2AB45-4CA3-5B9B-E66E-E425E390B46B}"/>
              </a:ext>
            </a:extLst>
          </p:cNvPr>
          <p:cNvSpPr/>
          <p:nvPr/>
        </p:nvSpPr>
        <p:spPr>
          <a:xfrm>
            <a:off x="4717042" y="421437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4BD9F7-6B6B-B381-6EAD-966962D972D7}"/>
              </a:ext>
            </a:extLst>
          </p:cNvPr>
          <p:cNvSpPr/>
          <p:nvPr/>
        </p:nvSpPr>
        <p:spPr>
          <a:xfrm>
            <a:off x="4717042" y="381432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A081826-1714-5339-1A4A-A1B6EB3DD00D}"/>
              </a:ext>
            </a:extLst>
          </p:cNvPr>
          <p:cNvSpPr/>
          <p:nvPr/>
        </p:nvSpPr>
        <p:spPr>
          <a:xfrm>
            <a:off x="4717042" y="341427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DF739C3-C4E3-6849-2F41-DF62CEF1A558}"/>
              </a:ext>
            </a:extLst>
          </p:cNvPr>
          <p:cNvSpPr/>
          <p:nvPr/>
        </p:nvSpPr>
        <p:spPr>
          <a:xfrm>
            <a:off x="5540954" y="421437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11DDACA-62B1-F5B0-EEC2-CD44D410F5D4}"/>
              </a:ext>
            </a:extLst>
          </p:cNvPr>
          <p:cNvSpPr/>
          <p:nvPr/>
        </p:nvSpPr>
        <p:spPr>
          <a:xfrm>
            <a:off x="5540954" y="381930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9DA1E85-2C49-6E8A-CFDB-48FE31EBD704}"/>
              </a:ext>
            </a:extLst>
          </p:cNvPr>
          <p:cNvSpPr/>
          <p:nvPr/>
        </p:nvSpPr>
        <p:spPr>
          <a:xfrm>
            <a:off x="7789014" y="421151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143F202-5361-48B9-4F64-3AA6EF735AD8}"/>
              </a:ext>
            </a:extLst>
          </p:cNvPr>
          <p:cNvSpPr/>
          <p:nvPr/>
        </p:nvSpPr>
        <p:spPr>
          <a:xfrm>
            <a:off x="7789014" y="38164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CBD2DF-E4B2-0439-FF9C-36D68796843C}"/>
              </a:ext>
            </a:extLst>
          </p:cNvPr>
          <p:cNvSpPr/>
          <p:nvPr/>
        </p:nvSpPr>
        <p:spPr>
          <a:xfrm>
            <a:off x="8612926" y="421151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C9B7C70-2BAF-3E76-BCAB-1FCC7BE517E5}"/>
              </a:ext>
            </a:extLst>
          </p:cNvPr>
          <p:cNvSpPr/>
          <p:nvPr/>
        </p:nvSpPr>
        <p:spPr>
          <a:xfrm>
            <a:off x="8612926" y="38164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A0BA429-EEC5-F81D-6AA8-80B5299E7BE5}"/>
              </a:ext>
            </a:extLst>
          </p:cNvPr>
          <p:cNvSpPr/>
          <p:nvPr/>
        </p:nvSpPr>
        <p:spPr>
          <a:xfrm>
            <a:off x="9868551" y="420088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0D131E-4A61-2933-7E0D-0D59F14C99BA}"/>
              </a:ext>
            </a:extLst>
          </p:cNvPr>
          <p:cNvSpPr/>
          <p:nvPr/>
        </p:nvSpPr>
        <p:spPr>
          <a:xfrm>
            <a:off x="9868551" y="380581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3616450-B93D-DEBD-7CE3-CD7A817B8078}"/>
              </a:ext>
            </a:extLst>
          </p:cNvPr>
          <p:cNvSpPr/>
          <p:nvPr/>
        </p:nvSpPr>
        <p:spPr>
          <a:xfrm>
            <a:off x="11063711" y="513339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B2B469F-780C-7B6E-97F6-89C3641EDBC9}"/>
              </a:ext>
            </a:extLst>
          </p:cNvPr>
          <p:cNvSpPr/>
          <p:nvPr/>
        </p:nvSpPr>
        <p:spPr>
          <a:xfrm>
            <a:off x="11063711" y="473334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66A4ECD-0416-DEC7-F62C-900B4B28A617}"/>
              </a:ext>
            </a:extLst>
          </p:cNvPr>
          <p:cNvSpPr/>
          <p:nvPr/>
        </p:nvSpPr>
        <p:spPr>
          <a:xfrm>
            <a:off x="11063711" y="433329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B164F71-093D-4EAD-77A0-7D44E762E72F}"/>
              </a:ext>
            </a:extLst>
          </p:cNvPr>
          <p:cNvSpPr/>
          <p:nvPr/>
        </p:nvSpPr>
        <p:spPr>
          <a:xfrm>
            <a:off x="11063710" y="3533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A5166CA-90F8-FF86-8D3C-A9D517E4F906}"/>
              </a:ext>
            </a:extLst>
          </p:cNvPr>
          <p:cNvSpPr/>
          <p:nvPr/>
        </p:nvSpPr>
        <p:spPr>
          <a:xfrm>
            <a:off x="11063711" y="393324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122B215-EF92-DC6C-4D34-A3840F4E37F7}"/>
              </a:ext>
            </a:extLst>
          </p:cNvPr>
          <p:cNvCxnSpPr>
            <a:cxnSpLocks/>
          </p:cNvCxnSpPr>
          <p:nvPr/>
        </p:nvCxnSpPr>
        <p:spPr>
          <a:xfrm flipV="1">
            <a:off x="9691868" y="2962496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0A7E131-9A2D-FE2E-8F00-AC5963385B56}"/>
              </a:ext>
            </a:extLst>
          </p:cNvPr>
          <p:cNvGrpSpPr/>
          <p:nvPr/>
        </p:nvGrpSpPr>
        <p:grpSpPr>
          <a:xfrm rot="5400000">
            <a:off x="8288099" y="2473198"/>
            <a:ext cx="338137" cy="998176"/>
            <a:chOff x="7267925" y="3123310"/>
            <a:chExt cx="338137" cy="998176"/>
          </a:xfrm>
        </p:grpSpPr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E40F123A-7D28-DAF0-30FD-0C20E4BD610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9339DC1-FB69-E4B3-2427-B0D9C1C3D60C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4C1EB5C-FBB1-A635-2577-1FDD4BB6C88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8B5C107-E8B1-674E-0899-FA1D44E24ED9}"/>
              </a:ext>
            </a:extLst>
          </p:cNvPr>
          <p:cNvCxnSpPr>
            <a:cxnSpLocks/>
          </p:cNvCxnSpPr>
          <p:nvPr/>
        </p:nvCxnSpPr>
        <p:spPr>
          <a:xfrm>
            <a:off x="7622232" y="329776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7A2DB98D-C693-6ABF-3F91-DC76D3BBE6EB}"/>
              </a:ext>
            </a:extLst>
          </p:cNvPr>
          <p:cNvSpPr/>
          <p:nvPr/>
        </p:nvSpPr>
        <p:spPr>
          <a:xfrm>
            <a:off x="7622233" y="23812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EA305853-A808-AB18-03A6-51C5387C71C7}"/>
              </a:ext>
            </a:extLst>
          </p:cNvPr>
          <p:cNvGrpSpPr/>
          <p:nvPr/>
        </p:nvGrpSpPr>
        <p:grpSpPr>
          <a:xfrm rot="5400000">
            <a:off x="7876144" y="659768"/>
            <a:ext cx="1162049" cy="998176"/>
            <a:chOff x="7115461" y="1735493"/>
            <a:chExt cx="1162049" cy="998176"/>
          </a:xfrm>
        </p:grpSpPr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7608F1F3-2180-5F13-7FFA-83A74EB34A0F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7AB24ABE-364B-F6B4-0452-33DF8DC753D4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527DA6FE-EEDD-B9E3-03DD-74D221727344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ABB2D503-B665-D77A-B86F-14E059956922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83CC7ED1-F16A-1896-62C7-D546E44B5B0B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3475550-2889-2F91-C960-D3DCA7DF8427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sp>
        <p:nvSpPr>
          <p:cNvPr id="49" name="Rechteck 48">
            <a:extLst>
              <a:ext uri="{FF2B5EF4-FFF2-40B4-BE49-F238E27FC236}">
                <a16:creationId xmlns:a16="http://schemas.microsoft.com/office/drawing/2014/main" id="{06710257-94F2-6744-5C46-384800311A00}"/>
              </a:ext>
            </a:extLst>
          </p:cNvPr>
          <p:cNvSpPr/>
          <p:nvPr/>
        </p:nvSpPr>
        <p:spPr>
          <a:xfrm>
            <a:off x="4557012" y="23812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RCM</a:t>
            </a:r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3BECA846-CE12-388B-D0A3-7DCF9503D532}"/>
              </a:ext>
            </a:extLst>
          </p:cNvPr>
          <p:cNvGrpSpPr/>
          <p:nvPr/>
        </p:nvGrpSpPr>
        <p:grpSpPr>
          <a:xfrm rot="5400000">
            <a:off x="4810923" y="659768"/>
            <a:ext cx="1162049" cy="998176"/>
            <a:chOff x="7115461" y="1735493"/>
            <a:chExt cx="1162049" cy="998176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0C418EB-45BB-672B-9C17-4AA42BF9B100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44340858-3359-78BC-0881-DF3CF6C4CE35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9E2D812D-5420-32CE-48A0-1AE6BF2A7BF5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4E017906-1474-ACF0-D4F3-A464FE7CBFFF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956CD8D0-9882-9742-5B49-B264ABEE6072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63481912-FA6A-F7F7-3828-E9E8B8381C8B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ACE194F-09C5-4337-ABFD-DFEF72FE57AD}"/>
              </a:ext>
            </a:extLst>
          </p:cNvPr>
          <p:cNvGrpSpPr/>
          <p:nvPr/>
        </p:nvGrpSpPr>
        <p:grpSpPr>
          <a:xfrm rot="5400000">
            <a:off x="5232206" y="2473198"/>
            <a:ext cx="338137" cy="998176"/>
            <a:chOff x="7267925" y="3123310"/>
            <a:chExt cx="338137" cy="998176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86CF74E5-92A2-B2B4-84F2-A08711CE4576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E723D154-0D75-5EA9-8CF6-4EE379C46676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E5206EBD-D24E-28B5-568B-CB2C238F2C7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3F94A723-31E5-282A-5981-B162DED911D4}"/>
              </a:ext>
            </a:extLst>
          </p:cNvPr>
          <p:cNvCxnSpPr>
            <a:cxnSpLocks/>
          </p:cNvCxnSpPr>
          <p:nvPr/>
        </p:nvCxnSpPr>
        <p:spPr>
          <a:xfrm>
            <a:off x="4566339" y="329776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346B5A3-4EA9-8FBD-0F76-B4EDA3A628C9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888578" y="3502674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308A1E7-F373-EE81-70DD-D860FE975724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1712490" y="3502674"/>
            <a:ext cx="913211" cy="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143B4FB2-12F8-7173-BA6F-335B26BFEBB3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2963838" y="3502674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19F5DEDC-F153-BEBB-1F1E-00186D344CDB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3787749" y="3502675"/>
            <a:ext cx="929292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2D93BD7A-37AB-F0E8-43D9-8825215C9245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5879091" y="3915483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56D196D-AE0B-D035-092B-4260E960363F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8127151" y="3915482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12924405-E882-9CBE-75FE-D41CF011EFBE}"/>
              </a:ext>
            </a:extLst>
          </p:cNvPr>
          <p:cNvCxnSpPr>
            <a:cxnSpLocks/>
            <a:stCxn id="29" idx="1"/>
            <a:endCxn id="27" idx="3"/>
          </p:cNvCxnSpPr>
          <p:nvPr/>
        </p:nvCxnSpPr>
        <p:spPr>
          <a:xfrm flipH="1">
            <a:off x="8951062" y="3904850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8FCD2C10-717C-88E6-AFC8-560DB1181A3E}"/>
              </a:ext>
            </a:extLst>
          </p:cNvPr>
          <p:cNvCxnSpPr>
            <a:cxnSpLocks/>
            <a:stCxn id="53" idx="3"/>
            <a:endCxn id="56" idx="1"/>
          </p:cNvCxnSpPr>
          <p:nvPr/>
        </p:nvCxnSpPr>
        <p:spPr>
          <a:xfrm>
            <a:off x="5791998" y="915970"/>
            <a:ext cx="0" cy="485775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62CC069B-5286-1DF7-37DC-08C2EE30445C}"/>
              </a:ext>
            </a:extLst>
          </p:cNvPr>
          <p:cNvCxnSpPr>
            <a:cxnSpLocks/>
            <a:stCxn id="56" idx="3"/>
            <a:endCxn id="60" idx="1"/>
          </p:cNvCxnSpPr>
          <p:nvPr/>
        </p:nvCxnSpPr>
        <p:spPr>
          <a:xfrm>
            <a:off x="5791999" y="1739882"/>
            <a:ext cx="9327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BD8A7BEC-DB33-B090-03AB-F516A5AE0094}"/>
              </a:ext>
            </a:extLst>
          </p:cNvPr>
          <p:cNvCxnSpPr>
            <a:cxnSpLocks/>
            <a:stCxn id="45" idx="3"/>
          </p:cNvCxnSpPr>
          <p:nvPr/>
        </p:nvCxnSpPr>
        <p:spPr>
          <a:xfrm flipH="1">
            <a:off x="8857219" y="915969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FEA5A29-2F76-9B94-1657-646671B4A389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H="1">
            <a:off x="8857219" y="1739882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141BEA37-B8B7-2E75-E808-6581631CC6D3}"/>
              </a:ext>
            </a:extLst>
          </p:cNvPr>
          <p:cNvSpPr/>
          <p:nvPr/>
        </p:nvSpPr>
        <p:spPr>
          <a:xfrm>
            <a:off x="4561273" y="8654863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6E4F015F-7EB0-1731-7016-76835118A137}"/>
              </a:ext>
            </a:extLst>
          </p:cNvPr>
          <p:cNvSpPr/>
          <p:nvPr/>
        </p:nvSpPr>
        <p:spPr>
          <a:xfrm>
            <a:off x="7628638" y="8654863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EFCEA3C8-B645-BF8C-2685-7FE19E5CE4FC}"/>
              </a:ext>
            </a:extLst>
          </p:cNvPr>
          <p:cNvSpPr/>
          <p:nvPr/>
        </p:nvSpPr>
        <p:spPr>
          <a:xfrm>
            <a:off x="9691868" y="9149275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34F69CE8-ED93-F830-873A-7C13AB12A20A}"/>
              </a:ext>
            </a:extLst>
          </p:cNvPr>
          <p:cNvSpPr/>
          <p:nvPr/>
        </p:nvSpPr>
        <p:spPr>
          <a:xfrm>
            <a:off x="5540954" y="1041178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6DD63BA9-847D-1A2D-1C9A-FCA0DCF233B5}"/>
              </a:ext>
            </a:extLst>
          </p:cNvPr>
          <p:cNvSpPr/>
          <p:nvPr/>
        </p:nvSpPr>
        <p:spPr>
          <a:xfrm>
            <a:off x="5540954" y="1001671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0D437FAF-B507-C6CF-3948-A29EC8AF3A7B}"/>
              </a:ext>
            </a:extLst>
          </p:cNvPr>
          <p:cNvSpPr/>
          <p:nvPr/>
        </p:nvSpPr>
        <p:spPr>
          <a:xfrm>
            <a:off x="7789014" y="1040892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DC5A0C8A-D84F-A1BA-1C7B-F23ABA66D30B}"/>
              </a:ext>
            </a:extLst>
          </p:cNvPr>
          <p:cNvSpPr/>
          <p:nvPr/>
        </p:nvSpPr>
        <p:spPr>
          <a:xfrm>
            <a:off x="7789014" y="100138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C241DCC7-AAFF-3170-D434-F618D8A5DBD9}"/>
              </a:ext>
            </a:extLst>
          </p:cNvPr>
          <p:cNvSpPr/>
          <p:nvPr/>
        </p:nvSpPr>
        <p:spPr>
          <a:xfrm>
            <a:off x="8612926" y="1040892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1ABFB95-8A94-31E5-3C83-3B14E2E5CDFD}"/>
              </a:ext>
            </a:extLst>
          </p:cNvPr>
          <p:cNvSpPr/>
          <p:nvPr/>
        </p:nvSpPr>
        <p:spPr>
          <a:xfrm>
            <a:off x="8612926" y="100138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341C7B94-7B76-8229-4A2A-8134880B4926}"/>
              </a:ext>
            </a:extLst>
          </p:cNvPr>
          <p:cNvSpPr/>
          <p:nvPr/>
        </p:nvSpPr>
        <p:spPr>
          <a:xfrm>
            <a:off x="9868551" y="1039829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0A6D84C4-1B1A-112F-0A67-A4735734FABF}"/>
              </a:ext>
            </a:extLst>
          </p:cNvPr>
          <p:cNvSpPr/>
          <p:nvPr/>
        </p:nvSpPr>
        <p:spPr>
          <a:xfrm>
            <a:off x="9868551" y="100032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1E45473-8297-A262-FFF9-E3B2B67A4F62}"/>
              </a:ext>
            </a:extLst>
          </p:cNvPr>
          <p:cNvSpPr/>
          <p:nvPr/>
        </p:nvSpPr>
        <p:spPr>
          <a:xfrm>
            <a:off x="11063711" y="1133081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87150E2D-EB67-7B24-E6A5-676B80CE5251}"/>
              </a:ext>
            </a:extLst>
          </p:cNvPr>
          <p:cNvSpPr/>
          <p:nvPr/>
        </p:nvSpPr>
        <p:spPr>
          <a:xfrm>
            <a:off x="11063711" y="1093076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10AB6DFB-5CF2-D1E7-689E-3AA368C49408}"/>
              </a:ext>
            </a:extLst>
          </p:cNvPr>
          <p:cNvSpPr/>
          <p:nvPr/>
        </p:nvSpPr>
        <p:spPr>
          <a:xfrm>
            <a:off x="11063711" y="1053071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0A3363A3-BA54-D35E-B388-C7321B9BE878}"/>
              </a:ext>
            </a:extLst>
          </p:cNvPr>
          <p:cNvSpPr/>
          <p:nvPr/>
        </p:nvSpPr>
        <p:spPr>
          <a:xfrm>
            <a:off x="11063710" y="973060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C6E9F742-DF08-789F-BC59-4FC946FC913F}"/>
              </a:ext>
            </a:extLst>
          </p:cNvPr>
          <p:cNvSpPr/>
          <p:nvPr/>
        </p:nvSpPr>
        <p:spPr>
          <a:xfrm>
            <a:off x="11063711" y="1013065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C68C30-1683-EA4C-845B-CB907CEC96F6}"/>
              </a:ext>
            </a:extLst>
          </p:cNvPr>
          <p:cNvCxnSpPr>
            <a:cxnSpLocks/>
          </p:cNvCxnSpPr>
          <p:nvPr/>
        </p:nvCxnSpPr>
        <p:spPr>
          <a:xfrm flipV="1">
            <a:off x="9691868" y="9159909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6742ED2-F057-78A7-5150-A41844EF625C}"/>
              </a:ext>
            </a:extLst>
          </p:cNvPr>
          <p:cNvGrpSpPr/>
          <p:nvPr/>
        </p:nvGrpSpPr>
        <p:grpSpPr>
          <a:xfrm rot="5400000">
            <a:off x="8288099" y="8670611"/>
            <a:ext cx="338137" cy="998176"/>
            <a:chOff x="7267925" y="3123310"/>
            <a:chExt cx="338137" cy="998176"/>
          </a:xfrm>
        </p:grpSpPr>
        <p:sp>
          <p:nvSpPr>
            <p:cNvPr id="108" name="Rechteck 107">
              <a:extLst>
                <a:ext uri="{FF2B5EF4-FFF2-40B4-BE49-F238E27FC236}">
                  <a16:creationId xmlns:a16="http://schemas.microsoft.com/office/drawing/2014/main" id="{996873ED-9D66-B4CD-8D11-882288108F1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E3161ECC-EE4D-308F-FC14-A34D5493E194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5D5CBAFC-63CE-84E0-F817-9B8163E5A495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E3F88B35-4DF8-36B9-FA1E-AF410D60D677}"/>
              </a:ext>
            </a:extLst>
          </p:cNvPr>
          <p:cNvCxnSpPr>
            <a:cxnSpLocks/>
          </p:cNvCxnSpPr>
          <p:nvPr/>
        </p:nvCxnSpPr>
        <p:spPr>
          <a:xfrm>
            <a:off x="7622232" y="9495178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047369EB-7578-A672-B628-5F3CF1FD0B7A}"/>
              </a:ext>
            </a:extLst>
          </p:cNvPr>
          <p:cNvSpPr/>
          <p:nvPr/>
        </p:nvSpPr>
        <p:spPr>
          <a:xfrm>
            <a:off x="7622233" y="6435538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97D29417-7626-C176-8171-B76EE10710D0}"/>
              </a:ext>
            </a:extLst>
          </p:cNvPr>
          <p:cNvGrpSpPr/>
          <p:nvPr/>
        </p:nvGrpSpPr>
        <p:grpSpPr>
          <a:xfrm rot="5400000">
            <a:off x="7876144" y="6857181"/>
            <a:ext cx="1162049" cy="998176"/>
            <a:chOff x="7115461" y="1735493"/>
            <a:chExt cx="1162049" cy="998176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FB43D1F3-B681-6EEA-3F0F-B493E6861262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15" name="Rechteck 114">
              <a:extLst>
                <a:ext uri="{FF2B5EF4-FFF2-40B4-BE49-F238E27FC236}">
                  <a16:creationId xmlns:a16="http://schemas.microsoft.com/office/drawing/2014/main" id="{6C7F02BA-C5AC-616E-DDBB-974C28E821DC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F2B3208E-962F-47AF-2FC5-F5F0E8CE1D8F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36ED8D34-FAB2-ECDA-7F59-469C3F477458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97D57EA9-EF20-AB09-6218-B2C9760CA197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7FD10FC3-ABF9-7B9C-D27A-9AF3D0750CDF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EE2E9144-2E50-61D5-6EF0-4D405BB2ED93}"/>
              </a:ext>
            </a:extLst>
          </p:cNvPr>
          <p:cNvCxnSpPr>
            <a:cxnSpLocks/>
          </p:cNvCxnSpPr>
          <p:nvPr/>
        </p:nvCxnSpPr>
        <p:spPr>
          <a:xfrm>
            <a:off x="4566339" y="9495178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FA120268-DBD1-31E3-D560-DFCE67F86135}"/>
              </a:ext>
            </a:extLst>
          </p:cNvPr>
          <p:cNvCxnSpPr>
            <a:cxnSpLocks/>
            <a:stCxn id="94" idx="3"/>
            <a:endCxn id="96" idx="1"/>
          </p:cNvCxnSpPr>
          <p:nvPr/>
        </p:nvCxnSpPr>
        <p:spPr>
          <a:xfrm flipV="1">
            <a:off x="5879091" y="10112896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FF6D5A19-3A23-06BE-47EA-CFC2DA6CE54F}"/>
              </a:ext>
            </a:extLst>
          </p:cNvPr>
          <p:cNvCxnSpPr>
            <a:cxnSpLocks/>
            <a:stCxn id="98" idx="1"/>
            <a:endCxn id="96" idx="3"/>
          </p:cNvCxnSpPr>
          <p:nvPr/>
        </p:nvCxnSpPr>
        <p:spPr>
          <a:xfrm flipH="1">
            <a:off x="8127151" y="10112895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9" name="Gerader Verbinder 138">
            <a:extLst>
              <a:ext uri="{FF2B5EF4-FFF2-40B4-BE49-F238E27FC236}">
                <a16:creationId xmlns:a16="http://schemas.microsoft.com/office/drawing/2014/main" id="{9AF164CF-4371-1D84-FE7D-B883D938C666}"/>
              </a:ext>
            </a:extLst>
          </p:cNvPr>
          <p:cNvCxnSpPr>
            <a:cxnSpLocks/>
            <a:stCxn id="100" idx="1"/>
            <a:endCxn id="98" idx="3"/>
          </p:cNvCxnSpPr>
          <p:nvPr/>
        </p:nvCxnSpPr>
        <p:spPr>
          <a:xfrm flipH="1">
            <a:off x="8951062" y="10102263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D00B38C7-6860-5F20-0291-BDDAD5ADC652}"/>
              </a:ext>
            </a:extLst>
          </p:cNvPr>
          <p:cNvCxnSpPr>
            <a:cxnSpLocks/>
            <a:stCxn id="116" idx="3"/>
          </p:cNvCxnSpPr>
          <p:nvPr/>
        </p:nvCxnSpPr>
        <p:spPr>
          <a:xfrm flipH="1">
            <a:off x="8857219" y="7113382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3" name="Gerader Verbinder 142">
            <a:extLst>
              <a:ext uri="{FF2B5EF4-FFF2-40B4-BE49-F238E27FC236}">
                <a16:creationId xmlns:a16="http://schemas.microsoft.com/office/drawing/2014/main" id="{5024DC42-ED37-5014-2ACF-25AB816D582D}"/>
              </a:ext>
            </a:extLst>
          </p:cNvPr>
          <p:cNvCxnSpPr>
            <a:cxnSpLocks/>
            <a:stCxn id="119" idx="3"/>
            <a:endCxn id="110" idx="1"/>
          </p:cNvCxnSpPr>
          <p:nvPr/>
        </p:nvCxnSpPr>
        <p:spPr>
          <a:xfrm flipH="1">
            <a:off x="8857219" y="7937295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05563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1647834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1256181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4795724" y="4826000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5232957" y="863600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5372742" y="5432382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66253" y="863600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247625" y="622284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355206" y="12459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355206" y="64590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355206" y="77133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623856" y="169147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623856" y="690466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444672" y="771413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444672" y="843437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892505" y="7936140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892505" y="793614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1444672" y="1353406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606125" y="8657157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892505" y="146868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177863" y="8440391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177863" y="771351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606125" y="786956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0413396" y="771645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0413396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9861228" y="793595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9861228" y="7935951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1574849" y="8659475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2146587" y="8445309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7610310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7610310" y="771567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8771763" y="793595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8771763" y="7935951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5610876" y="843336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036708" y="864961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5610876" y="7426761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036708" y="761058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2146587" y="77158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1574849" y="7883870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9323929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9323929" y="64609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9323929" y="771316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9592579" y="169335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9592579" y="690655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7610309" y="303528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7610309" y="44773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7610309" y="37563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8771762" y="3979087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8771762" y="470010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8771762" y="325807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5610875" y="180285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5610875" y="215837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lifeCycleState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operation-key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5610875" y="3988218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description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localProtocol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036707" y="433015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5610875" y="2903699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applicationName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dataUpdatePer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iod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rel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easeList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036707" y="2510698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036707" y="196669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036707" y="3429441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0669915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015901" y="12522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9861228" y="1470569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1207214" y="147056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7223735" y="1267361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operationalState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8649567" y="143120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3107118" y="126347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StringProfile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2553200" y="147500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4843522" y="1287852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mediatorUserName</a:t>
            </a:r>
          </a:p>
          <a:p>
            <a:pPr defTabSz="914400"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4843522" y="20157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stringValue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4268571" y="1486265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4268571" y="148626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0669914" y="250204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9592579" y="1693355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0669914" y="57772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0938564" y="2947613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2146587" y="583591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1207213" y="600005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0669914" y="689176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0938564" y="622284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9861228" y="711455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5610875" y="7837998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Status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interfaceStatus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036707" y="7938458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8682092" y="52034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8682092" y="645774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8682092" y="771200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8950741" y="5649055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8950741" y="690331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6968472" y="84330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6968472" y="771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8129924" y="7934787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8129924" y="793478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4969038" y="842969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6394870" y="8646176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4969038" y="769949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6394870" y="793478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771558" y="5202844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externalLabel=deviceName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9219391" y="542563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4134734" y="92817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4134734" y="1053597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4403383" y="9727290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5224199" y="1052058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4672033" y="10743369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2422109" y="1052272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3583562" y="1074551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6957389" y="10521795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6385652" y="10737795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1398770" y="1052556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1830770" y="10742052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4539857" y="926379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4539857" y="1051804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4808506" y="970936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5629322" y="10502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077156" y="10725441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2827232" y="105047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3988685" y="1072758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7362512" y="10503867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6790775" y="10719867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1803893" y="1050764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2235893" y="10724124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018055" y="9312805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077156" y="9480842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5599271" y="9340049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72033" y="9504504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1647834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1256181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4795724" y="4826000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5232957" y="863600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5372742" y="5432382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66253" y="863600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247625" y="622284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355206" y="12459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355206" y="64590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355206" y="77133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623856" y="169147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623856" y="690466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444672" y="771413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444672" y="843437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892505" y="7936140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892505" y="793614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1444672" y="1353406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606125" y="8657157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892505" y="146868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177863" y="8440391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177863" y="771351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606125" y="786956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0413396" y="771645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0413396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9861228" y="793595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9861228" y="7935951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1574849" y="8659475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2146587" y="8445309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7610310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7610310" y="771567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8771763" y="793595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8771763" y="7935951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5610876" y="843336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036708" y="864961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5610876" y="7426761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036708" y="761058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2146587" y="77158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1574849" y="7883870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9323929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9323929" y="64609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9323929" y="771316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9592579" y="169335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9592579" y="690655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7610309" y="303528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7610309" y="44773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7610309" y="37563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8771762" y="3979087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8771762" y="470010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8771762" y="325807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5610875" y="180285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5610875" y="215837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lifeCycleState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operation-key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5610875" y="3988218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description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localProtocol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036707" y="433015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5610875" y="2903699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applicationName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dataUpdatePer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iod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rel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easeList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036707" y="2510698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036707" y="196669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036707" y="3429441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0669915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015901" y="12522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9861228" y="1470569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1207214" y="147056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7223735" y="1267361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operationalState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8649567" y="143120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3107118" y="126347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StringProfile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2553200" y="147500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4843522" y="1287852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mediatorUserName</a:t>
            </a:r>
          </a:p>
          <a:p>
            <a:pPr defTabSz="914400"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4843522" y="20157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stringValue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4268571" y="1486265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4268571" y="148626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0669914" y="250204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9592579" y="1693355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0669914" y="57772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0938564" y="2947613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2146587" y="583591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1207213" y="600005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0669914" y="689176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0938564" y="622284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9861228" y="711455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5610875" y="7837998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Status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interfaceStatus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036707" y="7938458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8682092" y="52034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8682092" y="645774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8682092" y="771200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8950741" y="5649055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8950741" y="690331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6968472" y="84330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6968472" y="771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8129924" y="7934787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8129924" y="793478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4969038" y="842969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6394870" y="8646176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4969038" y="769949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6394870" y="793478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771558" y="5202844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externalLabel=deviceName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9219391" y="542563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4134734" y="92817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4134734" y="1053597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4403383" y="9727290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5224199" y="1052058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4672033" y="10743369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2422109" y="1052272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3583562" y="1074551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6957389" y="10521795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6385652" y="10737795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1398770" y="1052556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1830770" y="10742052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4539857" y="926379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4539857" y="1051804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4808506" y="970936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5629322" y="10502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077156" y="10725441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2827232" y="105047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3988685" y="1072758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7362512" y="10503867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6790775" y="10719867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1803893" y="1050764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2235893" y="10724124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018055" y="9312805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077156" y="9480842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5599271" y="9340049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72033" y="9504504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5109D698-528E-8C16-FDD2-EFF5529DF8F6}"/>
              </a:ext>
            </a:extLst>
          </p:cNvPr>
          <p:cNvSpPr txBox="1"/>
          <p:nvPr/>
        </p:nvSpPr>
        <p:spPr>
          <a:xfrm>
            <a:off x="1438334" y="3885312"/>
            <a:ext cx="3755514" cy="192360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{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"network-topology:node": [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{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"node-id": "&lt;&lt;nodename&gt;&gt;",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"netconf-node-topology:sleep-factor": "1",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"netconf-node-topology:max-connection-attempts": 8,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"netconf-node-topology:username": "&lt;&lt;username&gt;&gt;",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"netconf-node-topology:password": "&lt;&lt;password&gt;&gt;",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"netconf-node-topology:port": &lt;&lt;netconf_port&gt;&gt;,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"netconf-node-topology:host": "&lt;&lt;mediatror_IP&gt;&gt;",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"netconf-node-optional:notification": {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    "subscribe": true,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    "stream-name": "NETCONF"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}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}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]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}</a:t>
            </a:r>
            <a:endParaRPr lang="de-DE" sz="7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D070BBD-EEC8-9487-4EAA-3C8B3EA833EC}"/>
              </a:ext>
            </a:extLst>
          </p:cNvPr>
          <p:cNvSpPr/>
          <p:nvPr/>
        </p:nvSpPr>
        <p:spPr>
          <a:xfrm>
            <a:off x="13204100" y="2863025"/>
            <a:ext cx="774699" cy="38986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chemeClr val="tx1"/>
                </a:solidFill>
              </a:rPr>
              <a:t>mediatorPro.</a:t>
            </a: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5B0F67CA-A739-2B99-AFB2-A1728196BFF5}"/>
              </a:ext>
            </a:extLst>
          </p:cNvPr>
          <p:cNvSpPr/>
          <p:nvPr/>
        </p:nvSpPr>
        <p:spPr>
          <a:xfrm>
            <a:off x="14077951" y="2947613"/>
            <a:ext cx="889000" cy="177816"/>
          </a:xfrm>
          <a:prstGeom prst="rightArrow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D00725B0-9E0A-8A72-ACE0-ECE86F9A3354}"/>
              </a:ext>
            </a:extLst>
          </p:cNvPr>
          <p:cNvSpPr/>
          <p:nvPr/>
        </p:nvSpPr>
        <p:spPr>
          <a:xfrm>
            <a:off x="12218118" y="2973255"/>
            <a:ext cx="889000" cy="177816"/>
          </a:xfrm>
          <a:prstGeom prst="rightArrow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71960F0-87FE-CE9E-E331-11A52423DF4A}"/>
              </a:ext>
            </a:extLst>
          </p:cNvPr>
          <p:cNvSpPr txBox="1"/>
          <p:nvPr/>
        </p:nvSpPr>
        <p:spPr>
          <a:xfrm>
            <a:off x="14158719" y="2795977"/>
            <a:ext cx="684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deviceUser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= sdn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3D98611-7D1F-A60C-987A-C86ED92738DD}"/>
              </a:ext>
            </a:extLst>
          </p:cNvPr>
          <p:cNvSpPr txBox="1"/>
          <p:nvPr/>
        </p:nvSpPr>
        <p:spPr>
          <a:xfrm>
            <a:off x="11475863" y="2814663"/>
            <a:ext cx="14981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netconfUser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= admin</a:t>
            </a:r>
          </a:p>
        </p:txBody>
      </p:sp>
    </p:spTree>
    <p:extLst>
      <p:ext uri="{BB962C8B-B14F-4D97-AF65-F5344CB8AC3E}">
        <p14:creationId xmlns:p14="http://schemas.microsoft.com/office/powerpoint/2010/main" val="4196617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  <a:ln>
          <a:noFill/>
        </a:ln>
      </a:spPr>
      <a:bodyPr rtlCol="0" anchor="ctr"/>
      <a:lstStyle>
        <a:defPPr algn="ctr">
          <a:defRPr sz="80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1894</Words>
  <Application>Microsoft Office PowerPoint</Application>
  <PresentationFormat>Benutzerdefiniert</PresentationFormat>
  <Paragraphs>767</Paragraphs>
  <Slides>11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Cascadia Mono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39</cp:revision>
  <dcterms:created xsi:type="dcterms:W3CDTF">2025-01-24T13:53:29Z</dcterms:created>
  <dcterms:modified xsi:type="dcterms:W3CDTF">2025-04-01T16:10:40Z</dcterms:modified>
</cp:coreProperties>
</file>