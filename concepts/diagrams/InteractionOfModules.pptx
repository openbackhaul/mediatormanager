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23"/>
  </p:notesMasterIdLst>
  <p:sldIdLst>
    <p:sldId id="258" r:id="rId2"/>
    <p:sldId id="291" r:id="rId3"/>
    <p:sldId id="292" r:id="rId4"/>
    <p:sldId id="293" r:id="rId5"/>
    <p:sldId id="295" r:id="rId6"/>
    <p:sldId id="296" r:id="rId7"/>
    <p:sldId id="294" r:id="rId8"/>
    <p:sldId id="297" r:id="rId9"/>
    <p:sldId id="287" r:id="rId10"/>
    <p:sldId id="305" r:id="rId11"/>
    <p:sldId id="299" r:id="rId12"/>
    <p:sldId id="302" r:id="rId13"/>
    <p:sldId id="304" r:id="rId14"/>
    <p:sldId id="280" r:id="rId15"/>
    <p:sldId id="286" r:id="rId16"/>
    <p:sldId id="282" r:id="rId17"/>
    <p:sldId id="300" r:id="rId18"/>
    <p:sldId id="285" r:id="rId19"/>
    <p:sldId id="298" r:id="rId20"/>
    <p:sldId id="301" r:id="rId21"/>
    <p:sldId id="303" r:id="rId22"/>
  </p:sldIdLst>
  <p:sldSz cx="233997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D71"/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7" autoAdjust="0"/>
    <p:restoredTop sz="96370" autoAdjust="0"/>
  </p:normalViewPr>
  <p:slideViewPr>
    <p:cSldViewPr snapToGrid="0">
      <p:cViewPr varScale="1">
        <p:scale>
          <a:sx n="55" d="100"/>
          <a:sy n="55" d="100"/>
        </p:scale>
        <p:origin x="966" y="144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23.04.2025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3988" y="1143000"/>
            <a:ext cx="4010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423988" y="1143000"/>
            <a:ext cx="4010025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6F0BDF-D3AA-4378-A5EA-B01B2486D808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2194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4981" y="2945943"/>
            <a:ext cx="19889788" cy="6266897"/>
          </a:xfrm>
        </p:spPr>
        <p:txBody>
          <a:bodyPr anchor="b"/>
          <a:lstStyle>
            <a:lvl1pPr algn="ctr"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969" y="9454516"/>
            <a:ext cx="17549813" cy="4345992"/>
          </a:xfrm>
        </p:spPr>
        <p:txBody>
          <a:bodyPr/>
          <a:lstStyle>
            <a:lvl1pPr marL="0" indent="0" algn="ctr">
              <a:buNone/>
              <a:defRPr sz="6142"/>
            </a:lvl1pPr>
            <a:lvl2pPr marL="1169975" indent="0" algn="ctr">
              <a:buNone/>
              <a:defRPr sz="5118"/>
            </a:lvl2pPr>
            <a:lvl3pPr marL="2339950" indent="0" algn="ctr">
              <a:buNone/>
              <a:defRPr sz="4606"/>
            </a:lvl3pPr>
            <a:lvl4pPr marL="3509924" indent="0" algn="ctr">
              <a:buNone/>
              <a:defRPr sz="4094"/>
            </a:lvl4pPr>
            <a:lvl5pPr marL="4679899" indent="0" algn="ctr">
              <a:buNone/>
              <a:defRPr sz="4094"/>
            </a:lvl5pPr>
            <a:lvl6pPr marL="5849874" indent="0" algn="ctr">
              <a:buNone/>
              <a:defRPr sz="4094"/>
            </a:lvl6pPr>
            <a:lvl7pPr marL="7019849" indent="0" algn="ctr">
              <a:buNone/>
              <a:defRPr sz="4094"/>
            </a:lvl7pPr>
            <a:lvl8pPr marL="8189824" indent="0" algn="ctr">
              <a:buNone/>
              <a:defRPr sz="4094"/>
            </a:lvl8pPr>
            <a:lvl9pPr marL="9359798" indent="0" algn="ctr">
              <a:buNone/>
              <a:defRPr sz="409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23.04.2025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5338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23.04.2025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6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6547" y="4487671"/>
            <a:ext cx="20182284" cy="7487774"/>
          </a:xfrm>
        </p:spPr>
        <p:txBody>
          <a:bodyPr anchor="b"/>
          <a:lstStyle>
            <a:lvl1pPr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96547" y="12046282"/>
            <a:ext cx="20182284" cy="3937644"/>
          </a:xfrm>
        </p:spPr>
        <p:txBody>
          <a:bodyPr/>
          <a:lstStyle>
            <a:lvl1pPr marL="0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1pPr>
            <a:lvl2pPr marL="1169975" indent="0">
              <a:buNone/>
              <a:defRPr sz="5118">
                <a:solidFill>
                  <a:schemeClr val="tx1">
                    <a:tint val="82000"/>
                  </a:schemeClr>
                </a:solidFill>
              </a:defRPr>
            </a:lvl2pPr>
            <a:lvl3pPr marL="2339950" indent="0">
              <a:buNone/>
              <a:defRPr sz="4606">
                <a:solidFill>
                  <a:schemeClr val="tx1">
                    <a:tint val="82000"/>
                  </a:schemeClr>
                </a:solidFill>
              </a:defRPr>
            </a:lvl3pPr>
            <a:lvl4pPr marL="35099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4pPr>
            <a:lvl5pPr marL="467989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5pPr>
            <a:lvl6pPr marL="584987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6pPr>
            <a:lvl7pPr marL="701984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7pPr>
            <a:lvl8pPr marL="81898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8pPr>
            <a:lvl9pPr marL="9359798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23.04.2025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42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0873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4612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23.04.2025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958373"/>
            <a:ext cx="20182284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11783" y="4412664"/>
            <a:ext cx="9899190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11783" y="6575242"/>
            <a:ext cx="989919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846124" y="4412664"/>
            <a:ext cx="9947942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46124" y="6575242"/>
            <a:ext cx="9947942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23.04.2025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92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23.04.2025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2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23.04.2025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342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47942" y="2591766"/>
            <a:ext cx="11846123" cy="12792138"/>
          </a:xfrm>
        </p:spPr>
        <p:txBody>
          <a:bodyPr/>
          <a:lstStyle>
            <a:lvl1pPr>
              <a:defRPr sz="8189"/>
            </a:lvl1pPr>
            <a:lvl2pPr>
              <a:defRPr sz="7165"/>
            </a:lvl2pPr>
            <a:lvl3pPr>
              <a:defRPr sz="6142"/>
            </a:lvl3pPr>
            <a:lvl4pPr>
              <a:defRPr sz="5118"/>
            </a:lvl4pPr>
            <a:lvl5pPr>
              <a:defRPr sz="5118"/>
            </a:lvl5pPr>
            <a:lvl6pPr>
              <a:defRPr sz="5118"/>
            </a:lvl6pPr>
            <a:lvl7pPr>
              <a:defRPr sz="5118"/>
            </a:lvl7pPr>
            <a:lvl8pPr>
              <a:defRPr sz="5118"/>
            </a:lvl8pPr>
            <a:lvl9pPr>
              <a:defRPr sz="511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23.04.2025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41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947942" y="2591766"/>
            <a:ext cx="11846123" cy="12792138"/>
          </a:xfrm>
        </p:spPr>
        <p:txBody>
          <a:bodyPr anchor="t"/>
          <a:lstStyle>
            <a:lvl1pPr marL="0" indent="0">
              <a:buNone/>
              <a:defRPr sz="8189"/>
            </a:lvl1pPr>
            <a:lvl2pPr marL="1169975" indent="0">
              <a:buNone/>
              <a:defRPr sz="7165"/>
            </a:lvl2pPr>
            <a:lvl3pPr marL="2339950" indent="0">
              <a:buNone/>
              <a:defRPr sz="6142"/>
            </a:lvl3pPr>
            <a:lvl4pPr marL="3509924" indent="0">
              <a:buNone/>
              <a:defRPr sz="5118"/>
            </a:lvl4pPr>
            <a:lvl5pPr marL="4679899" indent="0">
              <a:buNone/>
              <a:defRPr sz="5118"/>
            </a:lvl5pPr>
            <a:lvl6pPr marL="5849874" indent="0">
              <a:buNone/>
              <a:defRPr sz="5118"/>
            </a:lvl6pPr>
            <a:lvl7pPr marL="7019849" indent="0">
              <a:buNone/>
              <a:defRPr sz="5118"/>
            </a:lvl7pPr>
            <a:lvl8pPr marL="8189824" indent="0">
              <a:buNone/>
              <a:defRPr sz="5118"/>
            </a:lvl8pPr>
            <a:lvl9pPr marL="9359798" indent="0">
              <a:buNone/>
              <a:defRPr sz="511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23.04.2025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96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23.04.2025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745447" y="958369"/>
            <a:ext cx="5045571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8734" y="958369"/>
            <a:ext cx="14844216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23.04.2025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1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08733" y="958373"/>
            <a:ext cx="20182284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8733" y="4791843"/>
            <a:ext cx="20182284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0873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23.04.2025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51167" y="16683952"/>
            <a:ext cx="7897416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52607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6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339950" rtl="0" eaLnBrk="1" latinLnBrk="0" hangingPunct="1">
        <a:lnSpc>
          <a:spcPct val="90000"/>
        </a:lnSpc>
        <a:spcBef>
          <a:spcPct val="0"/>
        </a:spcBef>
        <a:buNone/>
        <a:defRPr sz="11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4987" indent="-584987" algn="l" defTabSz="2339950" rtl="0" eaLnBrk="1" latinLnBrk="0" hangingPunct="1">
        <a:lnSpc>
          <a:spcPct val="90000"/>
        </a:lnSpc>
        <a:spcBef>
          <a:spcPts val="2559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1pPr>
      <a:lvl2pPr marL="175496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292493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5118" kern="1200">
          <a:solidFill>
            <a:schemeClr val="tx1"/>
          </a:solidFill>
          <a:latin typeface="+mn-lt"/>
          <a:ea typeface="+mn-ea"/>
          <a:cs typeface="+mn-cs"/>
        </a:defRPr>
      </a:lvl3pPr>
      <a:lvl4pPr marL="409491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526488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643486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60483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77481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94478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1pPr>
      <a:lvl2pPr marL="1169975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3pPr>
      <a:lvl4pPr marL="35099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467989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584987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01984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1898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359798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94075D25-CDA8-F234-39C9-86E1C2A49D1B}"/>
              </a:ext>
            </a:extLst>
          </p:cNvPr>
          <p:cNvSpPr/>
          <p:nvPr/>
        </p:nvSpPr>
        <p:spPr>
          <a:xfrm>
            <a:off x="6310177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349C4-9D91-1431-A139-33AEE673A522}"/>
              </a:ext>
            </a:extLst>
          </p:cNvPr>
          <p:cNvSpPr/>
          <p:nvPr/>
        </p:nvSpPr>
        <p:spPr>
          <a:xfrm>
            <a:off x="2419123" y="734942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7F6D26E3-0A36-6BB9-CF33-F53D492067FF}"/>
              </a:ext>
            </a:extLst>
          </p:cNvPr>
          <p:cNvSpPr/>
          <p:nvPr/>
        </p:nvSpPr>
        <p:spPr>
          <a:xfrm>
            <a:off x="3837389" y="8032640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93278D7-67C4-F0B3-F6BF-FFCCB4978F19}"/>
              </a:ext>
            </a:extLst>
          </p:cNvPr>
          <p:cNvSpPr/>
          <p:nvPr/>
        </p:nvSpPr>
        <p:spPr>
          <a:xfrm>
            <a:off x="2419123" y="585852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B2D5C2F-E116-89BE-29E4-4B519C2CF449}"/>
              </a:ext>
            </a:extLst>
          </p:cNvPr>
          <p:cNvSpPr/>
          <p:nvPr/>
        </p:nvSpPr>
        <p:spPr>
          <a:xfrm>
            <a:off x="3739843" y="649094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D161311A-2E17-E871-FE81-80AA99818B20}"/>
              </a:ext>
            </a:extLst>
          </p:cNvPr>
          <p:cNvSpPr/>
          <p:nvPr/>
        </p:nvSpPr>
        <p:spPr>
          <a:xfrm>
            <a:off x="2510554" y="8995244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CAE96537-E936-312C-60B5-FE43AD1A2FC6}"/>
              </a:ext>
            </a:extLst>
          </p:cNvPr>
          <p:cNvCxnSpPr>
            <a:stCxn id="7" idx="4"/>
            <a:endCxn id="5" idx="0"/>
          </p:cNvCxnSpPr>
          <p:nvPr/>
        </p:nvCxnSpPr>
        <p:spPr>
          <a:xfrm>
            <a:off x="3882075" y="6755090"/>
            <a:ext cx="97546" cy="1277548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1800BDA-43AD-0104-65C4-D6CFC3B1562D}"/>
              </a:ext>
            </a:extLst>
          </p:cNvPr>
          <p:cNvCxnSpPr>
            <a:cxnSpLocks/>
            <a:endCxn id="8" idx="1"/>
          </p:cNvCxnSpPr>
          <p:nvPr/>
        </p:nvCxnSpPr>
        <p:spPr>
          <a:xfrm flipH="1">
            <a:off x="3257273" y="8302540"/>
            <a:ext cx="761787" cy="69270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3A05DC17-DAE3-78F9-5748-64AE45B31731}"/>
              </a:ext>
            </a:extLst>
          </p:cNvPr>
          <p:cNvSpPr/>
          <p:nvPr/>
        </p:nvSpPr>
        <p:spPr>
          <a:xfrm>
            <a:off x="4334173" y="734942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EF28868-5936-866F-7C3F-0E410A50F686}"/>
              </a:ext>
            </a:extLst>
          </p:cNvPr>
          <p:cNvSpPr/>
          <p:nvPr/>
        </p:nvSpPr>
        <p:spPr>
          <a:xfrm>
            <a:off x="5764555" y="799146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224F990-E855-9514-65F0-543CB1D3B36A}"/>
              </a:ext>
            </a:extLst>
          </p:cNvPr>
          <p:cNvSpPr/>
          <p:nvPr/>
        </p:nvSpPr>
        <p:spPr>
          <a:xfrm>
            <a:off x="4334173" y="585852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52F294C-EC06-861E-F435-8E1EEF0B5924}"/>
              </a:ext>
            </a:extLst>
          </p:cNvPr>
          <p:cNvSpPr/>
          <p:nvPr/>
        </p:nvSpPr>
        <p:spPr>
          <a:xfrm>
            <a:off x="5675213" y="6559819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Zylinder 19">
            <a:extLst>
              <a:ext uri="{FF2B5EF4-FFF2-40B4-BE49-F238E27FC236}">
                <a16:creationId xmlns:a16="http://schemas.microsoft.com/office/drawing/2014/main" id="{19AA76ED-7D66-4FA0-0A22-04EE5B4EB5E7}"/>
              </a:ext>
            </a:extLst>
          </p:cNvPr>
          <p:cNvSpPr/>
          <p:nvPr/>
        </p:nvSpPr>
        <p:spPr>
          <a:xfrm>
            <a:off x="4975239" y="904096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28C82D3-6157-62FF-5BC4-2C8D8C11AD9F}"/>
              </a:ext>
            </a:extLst>
          </p:cNvPr>
          <p:cNvCxnSpPr>
            <a:cxnSpLocks/>
            <a:stCxn id="19" idx="4"/>
            <a:endCxn id="17" idx="0"/>
          </p:cNvCxnSpPr>
          <p:nvPr/>
        </p:nvCxnSpPr>
        <p:spPr>
          <a:xfrm>
            <a:off x="5817445" y="6823966"/>
            <a:ext cx="89342" cy="1167499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5706053-3CA9-33BC-F1AF-03A1A31229D2}"/>
              </a:ext>
            </a:extLst>
          </p:cNvPr>
          <p:cNvCxnSpPr>
            <a:cxnSpLocks/>
            <a:stCxn id="17" idx="4"/>
            <a:endCxn id="20" idx="1"/>
          </p:cNvCxnSpPr>
          <p:nvPr/>
        </p:nvCxnSpPr>
        <p:spPr>
          <a:xfrm flipH="1">
            <a:off x="5721955" y="8255604"/>
            <a:ext cx="184830" cy="78535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Ellipse 25">
            <a:extLst>
              <a:ext uri="{FF2B5EF4-FFF2-40B4-BE49-F238E27FC236}">
                <a16:creationId xmlns:a16="http://schemas.microsoft.com/office/drawing/2014/main" id="{B87B4BB5-AC70-B25B-DDF9-EF790103BC1F}"/>
              </a:ext>
            </a:extLst>
          </p:cNvPr>
          <p:cNvSpPr/>
          <p:nvPr/>
        </p:nvSpPr>
        <p:spPr>
          <a:xfrm>
            <a:off x="7716773" y="799146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2042BB0D-49EF-61D5-8DCF-4632CF1E0EC2}"/>
              </a:ext>
            </a:extLst>
          </p:cNvPr>
          <p:cNvCxnSpPr>
            <a:cxnSpLocks/>
            <a:stCxn id="26" idx="4"/>
            <a:endCxn id="20" idx="1"/>
          </p:cNvCxnSpPr>
          <p:nvPr/>
        </p:nvCxnSpPr>
        <p:spPr>
          <a:xfrm flipH="1">
            <a:off x="5721955" y="8255606"/>
            <a:ext cx="2137050" cy="78535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E93C0B71-E0BF-D97B-B0EE-B313C364AC2E}"/>
              </a:ext>
            </a:extLst>
          </p:cNvPr>
          <p:cNvSpPr/>
          <p:nvPr/>
        </p:nvSpPr>
        <p:spPr>
          <a:xfrm>
            <a:off x="8230308" y="734942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A18DF9C9-1030-8F4C-1A21-64AC0FFBDCD5}"/>
              </a:ext>
            </a:extLst>
          </p:cNvPr>
          <p:cNvSpPr/>
          <p:nvPr/>
        </p:nvSpPr>
        <p:spPr>
          <a:xfrm>
            <a:off x="9624170" y="795271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EE19B6F-403D-1598-718B-9BBA177643B9}"/>
              </a:ext>
            </a:extLst>
          </p:cNvPr>
          <p:cNvSpPr/>
          <p:nvPr/>
        </p:nvSpPr>
        <p:spPr>
          <a:xfrm>
            <a:off x="8230308" y="585852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E7C64477-9CE2-C926-A0C1-67AB78210D07}"/>
              </a:ext>
            </a:extLst>
          </p:cNvPr>
          <p:cNvSpPr/>
          <p:nvPr/>
        </p:nvSpPr>
        <p:spPr>
          <a:xfrm>
            <a:off x="9571547" y="657942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2" name="Zylinder 41">
            <a:extLst>
              <a:ext uri="{FF2B5EF4-FFF2-40B4-BE49-F238E27FC236}">
                <a16:creationId xmlns:a16="http://schemas.microsoft.com/office/drawing/2014/main" id="{7CFD1A68-A4B8-1784-05D5-10C1CB2E49DD}"/>
              </a:ext>
            </a:extLst>
          </p:cNvPr>
          <p:cNvSpPr/>
          <p:nvPr/>
        </p:nvSpPr>
        <p:spPr>
          <a:xfrm>
            <a:off x="8938476" y="9071437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13A8BC9-CE02-780A-C1DA-91D909D2FA52}"/>
              </a:ext>
            </a:extLst>
          </p:cNvPr>
          <p:cNvCxnSpPr>
            <a:cxnSpLocks/>
            <a:stCxn id="39" idx="4"/>
            <a:endCxn id="42" idx="1"/>
          </p:cNvCxnSpPr>
          <p:nvPr/>
        </p:nvCxnSpPr>
        <p:spPr>
          <a:xfrm flipH="1">
            <a:off x="9685194" y="8216857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5" name="Rechteck 44">
            <a:extLst>
              <a:ext uri="{FF2B5EF4-FFF2-40B4-BE49-F238E27FC236}">
                <a16:creationId xmlns:a16="http://schemas.microsoft.com/office/drawing/2014/main" id="{DC9D3973-C0FB-B4D9-78CA-126B6555F912}"/>
              </a:ext>
            </a:extLst>
          </p:cNvPr>
          <p:cNvSpPr/>
          <p:nvPr/>
        </p:nvSpPr>
        <p:spPr>
          <a:xfrm>
            <a:off x="10206312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46DFFB4E-977E-9DC9-A3B7-B6EC25621D5A}"/>
              </a:ext>
            </a:extLst>
          </p:cNvPr>
          <p:cNvSpPr/>
          <p:nvPr/>
        </p:nvSpPr>
        <p:spPr>
          <a:xfrm>
            <a:off x="11619003" y="809105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062F8D0-B3DD-E184-09B4-16CC109D8EB0}"/>
              </a:ext>
            </a:extLst>
          </p:cNvPr>
          <p:cNvCxnSpPr>
            <a:cxnSpLocks/>
            <a:stCxn id="46" idx="2"/>
            <a:endCxn id="42" idx="1"/>
          </p:cNvCxnSpPr>
          <p:nvPr/>
        </p:nvCxnSpPr>
        <p:spPr>
          <a:xfrm flipH="1">
            <a:off x="9685195" y="8223127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3F506CE4-9050-3E1A-7709-FA037DC2D9BA}"/>
              </a:ext>
            </a:extLst>
          </p:cNvPr>
          <p:cNvCxnSpPr>
            <a:cxnSpLocks/>
            <a:stCxn id="41" idx="4"/>
          </p:cNvCxnSpPr>
          <p:nvPr/>
        </p:nvCxnSpPr>
        <p:spPr>
          <a:xfrm>
            <a:off x="9713782" y="6843568"/>
            <a:ext cx="1055917" cy="114789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18189E7C-C9B6-7EC8-C814-44E1E84D7C4E}"/>
              </a:ext>
            </a:extLst>
          </p:cNvPr>
          <p:cNvCxnSpPr/>
          <p:nvPr/>
        </p:nvCxnSpPr>
        <p:spPr>
          <a:xfrm>
            <a:off x="4222414" y="5097844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76985AFB-6F05-C92E-F1A7-C2E049F6C3D0}"/>
              </a:ext>
            </a:extLst>
          </p:cNvPr>
          <p:cNvCxnSpPr/>
          <p:nvPr/>
        </p:nvCxnSpPr>
        <p:spPr>
          <a:xfrm>
            <a:off x="8113472" y="5102927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feld 75">
            <a:extLst>
              <a:ext uri="{FF2B5EF4-FFF2-40B4-BE49-F238E27FC236}">
                <a16:creationId xmlns:a16="http://schemas.microsoft.com/office/drawing/2014/main" id="{189D6A6E-DA6D-0D05-8121-CD49CA608112}"/>
              </a:ext>
            </a:extLst>
          </p:cNvPr>
          <p:cNvSpPr txBox="1"/>
          <p:nvPr/>
        </p:nvSpPr>
        <p:spPr>
          <a:xfrm>
            <a:off x="2419124" y="5080092"/>
            <a:ext cx="868571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Sate1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7B2C5807-4978-BFC4-0C9B-52EB3A1BD31F}"/>
              </a:ext>
            </a:extLst>
          </p:cNvPr>
          <p:cNvSpPr txBox="1"/>
          <p:nvPr/>
        </p:nvSpPr>
        <p:spPr>
          <a:xfrm>
            <a:off x="4522121" y="5072470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2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9BC017A0-BBF2-3218-075F-C49555D27F7C}"/>
              </a:ext>
            </a:extLst>
          </p:cNvPr>
          <p:cNvSpPr txBox="1"/>
          <p:nvPr/>
        </p:nvSpPr>
        <p:spPr>
          <a:xfrm>
            <a:off x="8362384" y="5082631"/>
            <a:ext cx="420308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…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CFA04D4-8464-CFF4-EF11-00806DD1F0E6}"/>
              </a:ext>
            </a:extLst>
          </p:cNvPr>
          <p:cNvSpPr/>
          <p:nvPr/>
        </p:nvSpPr>
        <p:spPr>
          <a:xfrm>
            <a:off x="12141908" y="734942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FA8063DB-0350-14BA-00A7-1A33D8DD68D1}"/>
              </a:ext>
            </a:extLst>
          </p:cNvPr>
          <p:cNvSpPr/>
          <p:nvPr/>
        </p:nvSpPr>
        <p:spPr>
          <a:xfrm>
            <a:off x="13535770" y="795271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86B998D-D668-245F-D642-BF661032B272}"/>
              </a:ext>
            </a:extLst>
          </p:cNvPr>
          <p:cNvSpPr/>
          <p:nvPr/>
        </p:nvSpPr>
        <p:spPr>
          <a:xfrm>
            <a:off x="12141908" y="585852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98E40CAA-E109-688B-D101-83643A48623F}"/>
              </a:ext>
            </a:extLst>
          </p:cNvPr>
          <p:cNvSpPr/>
          <p:nvPr/>
        </p:nvSpPr>
        <p:spPr>
          <a:xfrm>
            <a:off x="13483147" y="657942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Zylinder 31">
            <a:extLst>
              <a:ext uri="{FF2B5EF4-FFF2-40B4-BE49-F238E27FC236}">
                <a16:creationId xmlns:a16="http://schemas.microsoft.com/office/drawing/2014/main" id="{08C5657F-733F-CF27-87B6-B4CD926E6DBA}"/>
              </a:ext>
            </a:extLst>
          </p:cNvPr>
          <p:cNvSpPr/>
          <p:nvPr/>
        </p:nvSpPr>
        <p:spPr>
          <a:xfrm>
            <a:off x="12850076" y="9071437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18F2D3E-B85D-85A7-6F69-4DEE2599B3F0}"/>
              </a:ext>
            </a:extLst>
          </p:cNvPr>
          <p:cNvCxnSpPr>
            <a:cxnSpLocks/>
            <a:stCxn id="29" idx="4"/>
            <a:endCxn id="32" idx="1"/>
          </p:cNvCxnSpPr>
          <p:nvPr/>
        </p:nvCxnSpPr>
        <p:spPr>
          <a:xfrm flipH="1">
            <a:off x="13596794" y="8216857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65927F4D-6693-3B1A-72AA-47667F1B3C6D}"/>
              </a:ext>
            </a:extLst>
          </p:cNvPr>
          <p:cNvSpPr/>
          <p:nvPr/>
        </p:nvSpPr>
        <p:spPr>
          <a:xfrm>
            <a:off x="14117912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CD45C68A-5907-B2C9-7E47-D80D1AF79BA0}"/>
              </a:ext>
            </a:extLst>
          </p:cNvPr>
          <p:cNvSpPr/>
          <p:nvPr/>
        </p:nvSpPr>
        <p:spPr>
          <a:xfrm>
            <a:off x="15530603" y="809105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5AC32AE9-C35E-662B-CE04-AF25FE7E44AF}"/>
              </a:ext>
            </a:extLst>
          </p:cNvPr>
          <p:cNvCxnSpPr>
            <a:cxnSpLocks/>
            <a:stCxn id="35" idx="2"/>
            <a:endCxn id="32" idx="1"/>
          </p:cNvCxnSpPr>
          <p:nvPr/>
        </p:nvCxnSpPr>
        <p:spPr>
          <a:xfrm flipH="1">
            <a:off x="13596795" y="8223127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77F51B4D-B23E-98A7-A78C-E7FE1E615931}"/>
              </a:ext>
            </a:extLst>
          </p:cNvPr>
          <p:cNvCxnSpPr>
            <a:cxnSpLocks/>
            <a:stCxn id="31" idx="4"/>
            <a:endCxn id="35" idx="1"/>
          </p:cNvCxnSpPr>
          <p:nvPr/>
        </p:nvCxnSpPr>
        <p:spPr>
          <a:xfrm>
            <a:off x="13625382" y="6843568"/>
            <a:ext cx="1946883" cy="12861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3FB701FB-6985-6C08-2EF4-B83C5A03B45F}"/>
              </a:ext>
            </a:extLst>
          </p:cNvPr>
          <p:cNvSpPr/>
          <p:nvPr/>
        </p:nvSpPr>
        <p:spPr>
          <a:xfrm>
            <a:off x="15987247" y="734942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endParaRPr lang="de-DE" sz="132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571F3-7F52-8FC2-83B8-7F3582351EFE}"/>
              </a:ext>
            </a:extLst>
          </p:cNvPr>
          <p:cNvSpPr/>
          <p:nvPr/>
        </p:nvSpPr>
        <p:spPr>
          <a:xfrm>
            <a:off x="15987247" y="585852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B4F67C50-22D3-3DD0-1B70-E21AA58E383E}"/>
              </a:ext>
            </a:extLst>
          </p:cNvPr>
          <p:cNvSpPr/>
          <p:nvPr/>
        </p:nvSpPr>
        <p:spPr>
          <a:xfrm>
            <a:off x="17297809" y="653158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9" name="Zylinder 58">
            <a:extLst>
              <a:ext uri="{FF2B5EF4-FFF2-40B4-BE49-F238E27FC236}">
                <a16:creationId xmlns:a16="http://schemas.microsoft.com/office/drawing/2014/main" id="{296D4B84-45FB-F326-0011-A9722BE5F162}"/>
              </a:ext>
            </a:extLst>
          </p:cNvPr>
          <p:cNvSpPr/>
          <p:nvPr/>
        </p:nvSpPr>
        <p:spPr>
          <a:xfrm>
            <a:off x="16662847" y="904096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6B8D4334-24BE-63F6-0351-BBC1E4026722}"/>
              </a:ext>
            </a:extLst>
          </p:cNvPr>
          <p:cNvSpPr/>
          <p:nvPr/>
        </p:nvSpPr>
        <p:spPr>
          <a:xfrm>
            <a:off x="17963252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9575412C-609D-E06C-40F6-04AAE4BABA67}"/>
              </a:ext>
            </a:extLst>
          </p:cNvPr>
          <p:cNvSpPr/>
          <p:nvPr/>
        </p:nvSpPr>
        <p:spPr>
          <a:xfrm>
            <a:off x="19327608" y="806194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0FA22D83-E249-D68C-C407-44DE9F9DEDB5}"/>
              </a:ext>
            </a:extLst>
          </p:cNvPr>
          <p:cNvCxnSpPr>
            <a:cxnSpLocks/>
            <a:stCxn id="61" idx="2"/>
            <a:endCxn id="59" idx="1"/>
          </p:cNvCxnSpPr>
          <p:nvPr/>
        </p:nvCxnSpPr>
        <p:spPr>
          <a:xfrm flipH="1">
            <a:off x="17409566" y="8194020"/>
            <a:ext cx="1918045" cy="84694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9B3D795-1BD8-E0FC-B7B9-0E6BAC54303F}"/>
              </a:ext>
            </a:extLst>
          </p:cNvPr>
          <p:cNvCxnSpPr>
            <a:cxnSpLocks/>
            <a:stCxn id="54" idx="4"/>
            <a:endCxn id="61" idx="1"/>
          </p:cNvCxnSpPr>
          <p:nvPr/>
        </p:nvCxnSpPr>
        <p:spPr>
          <a:xfrm>
            <a:off x="17440041" y="6795731"/>
            <a:ext cx="1929226" cy="130490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BE4409-667C-9E2E-3880-75471AAEDFE4}"/>
              </a:ext>
            </a:extLst>
          </p:cNvPr>
          <p:cNvCxnSpPr/>
          <p:nvPr/>
        </p:nvCxnSpPr>
        <p:spPr>
          <a:xfrm>
            <a:off x="12025072" y="5102927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7870ED2E-2366-F9BF-70EC-96AA5E0DCEF9}"/>
              </a:ext>
            </a:extLst>
          </p:cNvPr>
          <p:cNvCxnSpPr/>
          <p:nvPr/>
        </p:nvCxnSpPr>
        <p:spPr>
          <a:xfrm>
            <a:off x="15885645" y="5108002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B760A0B0-C77F-4115-9648-6048E0863E44}"/>
              </a:ext>
            </a:extLst>
          </p:cNvPr>
          <p:cNvSpPr txBox="1"/>
          <p:nvPr/>
        </p:nvSpPr>
        <p:spPr>
          <a:xfrm>
            <a:off x="12273984" y="5082631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3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B0048E22-0A2D-74E6-3D21-0181016AD3B6}"/>
              </a:ext>
            </a:extLst>
          </p:cNvPr>
          <p:cNvSpPr txBox="1"/>
          <p:nvPr/>
        </p:nvSpPr>
        <p:spPr>
          <a:xfrm>
            <a:off x="16161461" y="5072470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4</a:t>
            </a:r>
          </a:p>
        </p:txBody>
      </p:sp>
      <p:sp>
        <p:nvSpPr>
          <p:cNvPr id="69" name="Pfeil: nach oben 68">
            <a:extLst>
              <a:ext uri="{FF2B5EF4-FFF2-40B4-BE49-F238E27FC236}">
                <a16:creationId xmlns:a16="http://schemas.microsoft.com/office/drawing/2014/main" id="{8E659198-4832-FABD-6FC4-4C5B4FCBADCD}"/>
              </a:ext>
            </a:extLst>
          </p:cNvPr>
          <p:cNvSpPr/>
          <p:nvPr/>
        </p:nvSpPr>
        <p:spPr>
          <a:xfrm>
            <a:off x="9380343" y="5142287"/>
            <a:ext cx="326297" cy="695503"/>
          </a:xfrm>
          <a:prstGeom prst="upArrow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CB18D3D7-84D4-4E6E-CA57-BA4CC28D4132}"/>
              </a:ext>
            </a:extLst>
          </p:cNvPr>
          <p:cNvSpPr txBox="1"/>
          <p:nvPr/>
        </p:nvSpPr>
        <p:spPr>
          <a:xfrm>
            <a:off x="9642211" y="5277669"/>
            <a:ext cx="1586460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Notification</a:t>
            </a:r>
          </a:p>
        </p:txBody>
      </p:sp>
      <p:sp>
        <p:nvSpPr>
          <p:cNvPr id="71" name="Gewitterblitz 70">
            <a:extLst>
              <a:ext uri="{FF2B5EF4-FFF2-40B4-BE49-F238E27FC236}">
                <a16:creationId xmlns:a16="http://schemas.microsoft.com/office/drawing/2014/main" id="{A357F203-11EC-F0F7-7992-A76C6B4D1C1F}"/>
              </a:ext>
            </a:extLst>
          </p:cNvPr>
          <p:cNvSpPr/>
          <p:nvPr/>
        </p:nvSpPr>
        <p:spPr>
          <a:xfrm>
            <a:off x="8867937" y="5417478"/>
            <a:ext cx="585738" cy="778431"/>
          </a:xfrm>
          <a:prstGeom prst="lightningBol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083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llipse 26">
            <a:extLst>
              <a:ext uri="{FF2B5EF4-FFF2-40B4-BE49-F238E27FC236}">
                <a16:creationId xmlns:a16="http://schemas.microsoft.com/office/drawing/2014/main" id="{15DF8775-8456-3A39-C387-9A6912D056E9}"/>
              </a:ext>
            </a:extLst>
          </p:cNvPr>
          <p:cNvSpPr/>
          <p:nvPr/>
        </p:nvSpPr>
        <p:spPr>
          <a:xfrm>
            <a:off x="6217383" y="6913065"/>
            <a:ext cx="3902904" cy="138000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ControllerDomainManager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D05EB0-1C43-D322-A732-261066A2DF0F}"/>
              </a:ext>
            </a:extLst>
          </p:cNvPr>
          <p:cNvSpPr/>
          <p:nvPr/>
        </p:nvSpPr>
        <p:spPr>
          <a:xfrm>
            <a:off x="17641998" y="8778630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93D79AF-9840-B4AF-DF86-97495DC7E728}"/>
              </a:ext>
            </a:extLst>
          </p:cNvPr>
          <p:cNvSpPr/>
          <p:nvPr/>
        </p:nvSpPr>
        <p:spPr>
          <a:xfrm>
            <a:off x="13253356" y="8778630"/>
            <a:ext cx="1255576" cy="45246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A288BE-768B-B7C7-C6FD-32DC2F9FB279}"/>
              </a:ext>
            </a:extLst>
          </p:cNvPr>
          <p:cNvSpPr/>
          <p:nvPr/>
        </p:nvSpPr>
        <p:spPr>
          <a:xfrm>
            <a:off x="8864713" y="8778630"/>
            <a:ext cx="1255576" cy="4524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9CD254C-5DC3-5E2F-29F4-F6DDF5F2842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10120289" y="9004860"/>
            <a:ext cx="3133066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9345A38-7290-FBD7-F3A7-C9F883A43FFC}"/>
              </a:ext>
            </a:extLst>
          </p:cNvPr>
          <p:cNvCxnSpPr>
            <a:stCxn id="11" idx="3"/>
            <a:endCxn id="7" idx="1"/>
          </p:cNvCxnSpPr>
          <p:nvPr/>
        </p:nvCxnSpPr>
        <p:spPr>
          <a:xfrm>
            <a:off x="14508931" y="9004860"/>
            <a:ext cx="31330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83442E4-EFB5-9008-7E1D-1468FAE5EA69}"/>
              </a:ext>
            </a:extLst>
          </p:cNvPr>
          <p:cNvSpPr/>
          <p:nvPr/>
        </p:nvSpPr>
        <p:spPr>
          <a:xfrm>
            <a:off x="4961808" y="8778630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3641E5C-EF3C-B0EE-624D-188F5F10047A}"/>
              </a:ext>
            </a:extLst>
          </p:cNvPr>
          <p:cNvCxnSpPr>
            <a:cxnSpLocks/>
            <a:stCxn id="29" idx="3"/>
            <a:endCxn id="12" idx="1"/>
          </p:cNvCxnSpPr>
          <p:nvPr/>
        </p:nvCxnSpPr>
        <p:spPr>
          <a:xfrm>
            <a:off x="6217387" y="9004860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294E5044-37A3-930B-5093-B91957397826}"/>
              </a:ext>
            </a:extLst>
          </p:cNvPr>
          <p:cNvSpPr/>
          <p:nvPr/>
        </p:nvSpPr>
        <p:spPr>
          <a:xfrm>
            <a:off x="10672353" y="4868689"/>
            <a:ext cx="1255576" cy="4524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LiveDomainManager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7FDBE0D-9BAE-71BB-0399-953CABAEAA46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6217386" y="3920575"/>
            <a:ext cx="1142461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109D0C59-D120-76CC-3E13-2E8B044E2645}"/>
              </a:ext>
            </a:extLst>
          </p:cNvPr>
          <p:cNvSpPr/>
          <p:nvPr/>
        </p:nvSpPr>
        <p:spPr>
          <a:xfrm>
            <a:off x="4961807" y="3694345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4216C26-482B-3A23-53D0-0AC91F2E3317}"/>
              </a:ext>
            </a:extLst>
          </p:cNvPr>
          <p:cNvSpPr/>
          <p:nvPr/>
        </p:nvSpPr>
        <p:spPr>
          <a:xfrm>
            <a:off x="17641998" y="3694345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47" name="Pfeil: nach unten 46">
            <a:extLst>
              <a:ext uri="{FF2B5EF4-FFF2-40B4-BE49-F238E27FC236}">
                <a16:creationId xmlns:a16="http://schemas.microsoft.com/office/drawing/2014/main" id="{9D742086-4DBE-B082-B3CE-0288C173FD75}"/>
              </a:ext>
            </a:extLst>
          </p:cNvPr>
          <p:cNvSpPr/>
          <p:nvPr/>
        </p:nvSpPr>
        <p:spPr>
          <a:xfrm rot="11161196">
            <a:off x="11164402" y="4200136"/>
            <a:ext cx="271476" cy="408147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8" name="Pfeil: nach unten 47">
            <a:extLst>
              <a:ext uri="{FF2B5EF4-FFF2-40B4-BE49-F238E27FC236}">
                <a16:creationId xmlns:a16="http://schemas.microsoft.com/office/drawing/2014/main" id="{4EBDD885-493F-898D-D26C-99811B575D4C}"/>
              </a:ext>
            </a:extLst>
          </p:cNvPr>
          <p:cNvSpPr/>
          <p:nvPr/>
        </p:nvSpPr>
        <p:spPr>
          <a:xfrm rot="13604950">
            <a:off x="8297882" y="5695575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49" name="Pfeil: nach unten 48">
            <a:extLst>
              <a:ext uri="{FF2B5EF4-FFF2-40B4-BE49-F238E27FC236}">
                <a16:creationId xmlns:a16="http://schemas.microsoft.com/office/drawing/2014/main" id="{FFDC376D-DA84-9C09-0ACA-F3EE0533B57A}"/>
              </a:ext>
            </a:extLst>
          </p:cNvPr>
          <p:cNvSpPr/>
          <p:nvPr/>
        </p:nvSpPr>
        <p:spPr>
          <a:xfrm rot="6592321">
            <a:off x="13720689" y="5176375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ED5A9BD-057D-5BD6-D147-09920CB2582A}"/>
              </a:ext>
            </a:extLst>
          </p:cNvPr>
          <p:cNvSpPr/>
          <p:nvPr/>
        </p:nvSpPr>
        <p:spPr>
          <a:xfrm>
            <a:off x="10120290" y="6691462"/>
            <a:ext cx="8777285" cy="184377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DeviceDomainManager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54E655E-2B34-B04D-3363-A302E7369520}"/>
              </a:ext>
            </a:extLst>
          </p:cNvPr>
          <p:cNvSpPr/>
          <p:nvPr/>
        </p:nvSpPr>
        <p:spPr>
          <a:xfrm>
            <a:off x="14508929" y="6917690"/>
            <a:ext cx="4388642" cy="1380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MIM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630BD30-CC38-FB1F-F6DE-5513D494C452}"/>
              </a:ext>
            </a:extLst>
          </p:cNvPr>
          <p:cNvCxnSpPr>
            <a:cxnSpLocks/>
          </p:cNvCxnSpPr>
          <p:nvPr/>
        </p:nvCxnSpPr>
        <p:spPr>
          <a:xfrm>
            <a:off x="6217387" y="6395331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843FC30-AB65-AA48-C611-856241EA0340}"/>
              </a:ext>
            </a:extLst>
          </p:cNvPr>
          <p:cNvCxnSpPr>
            <a:cxnSpLocks/>
          </p:cNvCxnSpPr>
          <p:nvPr/>
        </p:nvCxnSpPr>
        <p:spPr>
          <a:xfrm>
            <a:off x="8864713" y="6484231"/>
            <a:ext cx="125557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6DB98520-FB80-D721-EFDC-E78AEAA20F2D}"/>
              </a:ext>
            </a:extLst>
          </p:cNvPr>
          <p:cNvCxnSpPr>
            <a:cxnSpLocks/>
          </p:cNvCxnSpPr>
          <p:nvPr/>
        </p:nvCxnSpPr>
        <p:spPr>
          <a:xfrm>
            <a:off x="10128987" y="6357231"/>
            <a:ext cx="312437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61E99FEE-C895-7B80-6777-65CF92E93E2D}"/>
              </a:ext>
            </a:extLst>
          </p:cNvPr>
          <p:cNvCxnSpPr>
            <a:cxnSpLocks/>
          </p:cNvCxnSpPr>
          <p:nvPr/>
        </p:nvCxnSpPr>
        <p:spPr>
          <a:xfrm>
            <a:off x="13253355" y="6427126"/>
            <a:ext cx="1255574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5F5A1B8-2C7E-E1CC-CB12-952679A680F9}"/>
              </a:ext>
            </a:extLst>
          </p:cNvPr>
          <p:cNvCxnSpPr>
            <a:cxnSpLocks/>
          </p:cNvCxnSpPr>
          <p:nvPr/>
        </p:nvCxnSpPr>
        <p:spPr>
          <a:xfrm>
            <a:off x="14517629" y="6350926"/>
            <a:ext cx="31243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Geschweifte Klammer rechts 22">
            <a:extLst>
              <a:ext uri="{FF2B5EF4-FFF2-40B4-BE49-F238E27FC236}">
                <a16:creationId xmlns:a16="http://schemas.microsoft.com/office/drawing/2014/main" id="{466EF11B-29FD-7A77-EA0E-BEDFB2BD0DC6}"/>
              </a:ext>
            </a:extLst>
          </p:cNvPr>
          <p:cNvSpPr/>
          <p:nvPr/>
        </p:nvSpPr>
        <p:spPr>
          <a:xfrm rot="16200000">
            <a:off x="14451733" y="1781193"/>
            <a:ext cx="159086" cy="8732590"/>
          </a:xfrm>
          <a:prstGeom prst="righ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3CA5F0B8-F8DB-F7F2-6934-CC36BE107716}"/>
              </a:ext>
            </a:extLst>
          </p:cNvPr>
          <p:cNvSpPr txBox="1"/>
          <p:nvPr/>
        </p:nvSpPr>
        <p:spPr>
          <a:xfrm>
            <a:off x="7136191" y="6375009"/>
            <a:ext cx="10534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RestconfLink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0D74D6ED-A6F6-5A0A-6F12-F48F51B20136}"/>
              </a:ext>
            </a:extLst>
          </p:cNvPr>
          <p:cNvSpPr txBox="1"/>
          <p:nvPr/>
        </p:nvSpPr>
        <p:spPr>
          <a:xfrm>
            <a:off x="8932944" y="6256834"/>
            <a:ext cx="1111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MountPointFc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64BABF6-7539-6951-AFB3-FC1CA3AF26E0}"/>
              </a:ext>
            </a:extLst>
          </p:cNvPr>
          <p:cNvSpPr txBox="1"/>
          <p:nvPr/>
        </p:nvSpPr>
        <p:spPr>
          <a:xfrm>
            <a:off x="13154202" y="6202575"/>
            <a:ext cx="1470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MediatorProcessFc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5FBDA780-C7A0-2D26-705D-90AF4FB2D538}"/>
              </a:ext>
            </a:extLst>
          </p:cNvPr>
          <p:cNvSpPr txBox="1"/>
          <p:nvPr/>
        </p:nvSpPr>
        <p:spPr>
          <a:xfrm>
            <a:off x="11300141" y="6341074"/>
            <a:ext cx="995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NetconfLink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D67830D5-9585-F8F1-C047-028467F57783}"/>
              </a:ext>
            </a:extLst>
          </p:cNvPr>
          <p:cNvSpPr txBox="1"/>
          <p:nvPr/>
        </p:nvSpPr>
        <p:spPr>
          <a:xfrm>
            <a:off x="15623758" y="6338763"/>
            <a:ext cx="848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SnmpLink</a:t>
            </a:r>
          </a:p>
        </p:txBody>
      </p:sp>
      <p:sp>
        <p:nvSpPr>
          <p:cNvPr id="33" name="Geschweifte Klammer rechts 32">
            <a:extLst>
              <a:ext uri="{FF2B5EF4-FFF2-40B4-BE49-F238E27FC236}">
                <a16:creationId xmlns:a16="http://schemas.microsoft.com/office/drawing/2014/main" id="{5A82855C-6FF6-0C22-BC7A-A3E94E9CD8FA}"/>
              </a:ext>
            </a:extLst>
          </p:cNvPr>
          <p:cNvSpPr/>
          <p:nvPr/>
        </p:nvSpPr>
        <p:spPr>
          <a:xfrm rot="16200000">
            <a:off x="8093640" y="4192989"/>
            <a:ext cx="159086" cy="3911602"/>
          </a:xfrm>
          <a:prstGeom prst="rightBrac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2DC5D979-CBD6-E279-D7FA-93569BEB60DF}"/>
              </a:ext>
            </a:extLst>
          </p:cNvPr>
          <p:cNvSpPr txBox="1"/>
          <p:nvPr/>
        </p:nvSpPr>
        <p:spPr>
          <a:xfrm>
            <a:off x="10845946" y="3918325"/>
            <a:ext cx="28984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Transport of Read from Live – Operation ?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3F67427-C9F9-534A-8E80-5DEB5C266EC6}"/>
              </a:ext>
            </a:extLst>
          </p:cNvPr>
          <p:cNvCxnSpPr>
            <a:cxnSpLocks/>
          </p:cNvCxnSpPr>
          <p:nvPr/>
        </p:nvCxnSpPr>
        <p:spPr>
          <a:xfrm>
            <a:off x="4932743" y="3421911"/>
            <a:ext cx="1268019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F1C87441-A171-4006-4456-3437467DD47E}"/>
              </a:ext>
            </a:extLst>
          </p:cNvPr>
          <p:cNvSpPr txBox="1"/>
          <p:nvPr/>
        </p:nvSpPr>
        <p:spPr>
          <a:xfrm>
            <a:off x="10390103" y="3426631"/>
            <a:ext cx="20747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Read from Live – Operation ?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16922BC-64F9-D223-69A6-7109BF41F9BA}"/>
              </a:ext>
            </a:extLst>
          </p:cNvPr>
          <p:cNvSpPr txBox="1"/>
          <p:nvPr/>
        </p:nvSpPr>
        <p:spPr>
          <a:xfrm>
            <a:off x="10080784" y="6124162"/>
            <a:ext cx="10143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&lt;get-config&gt;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F03B1639-50D8-D533-33CA-648284718463}"/>
              </a:ext>
            </a:extLst>
          </p:cNvPr>
          <p:cNvSpPr txBox="1"/>
          <p:nvPr/>
        </p:nvSpPr>
        <p:spPr>
          <a:xfrm>
            <a:off x="6149156" y="6177568"/>
            <a:ext cx="452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GET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15F57D7-5599-DFC3-B6E9-DA8E26F58329}"/>
              </a:ext>
            </a:extLst>
          </p:cNvPr>
          <p:cNvCxnSpPr>
            <a:cxnSpLocks/>
          </p:cNvCxnSpPr>
          <p:nvPr/>
        </p:nvCxnSpPr>
        <p:spPr>
          <a:xfrm>
            <a:off x="10099923" y="10141002"/>
            <a:ext cx="7513013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EE58D74-87E6-4A14-9122-102D98610CDC}"/>
              </a:ext>
            </a:extLst>
          </p:cNvPr>
          <p:cNvCxnSpPr>
            <a:cxnSpLocks/>
          </p:cNvCxnSpPr>
          <p:nvPr/>
        </p:nvCxnSpPr>
        <p:spPr>
          <a:xfrm>
            <a:off x="13174863" y="10522798"/>
            <a:ext cx="4438073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AA52B7F9-F012-88DE-87BF-2C8D2910D710}"/>
              </a:ext>
            </a:extLst>
          </p:cNvPr>
          <p:cNvSpPr txBox="1"/>
          <p:nvPr/>
        </p:nvSpPr>
        <p:spPr>
          <a:xfrm>
            <a:off x="13025330" y="9916405"/>
            <a:ext cx="20288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Connected state at the ODL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C1B0018D-7D20-0014-257D-BAF1E45FF92C}"/>
              </a:ext>
            </a:extLst>
          </p:cNvPr>
          <p:cNvSpPr txBox="1"/>
          <p:nvPr/>
        </p:nvSpPr>
        <p:spPr>
          <a:xfrm>
            <a:off x="13368030" y="10304019"/>
            <a:ext cx="41431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Addressing an attribute with an NCM-internal NetconfClient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2CEB087D-6A36-0216-6770-BEDF1124CA9F}"/>
              </a:ext>
            </a:extLst>
          </p:cNvPr>
          <p:cNvSpPr txBox="1"/>
          <p:nvPr/>
        </p:nvSpPr>
        <p:spPr>
          <a:xfrm>
            <a:off x="1828744" y="8866363"/>
            <a:ext cx="8140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Elements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668C06B6-6A0F-B5CA-F0D2-EEEC1DB4791F}"/>
              </a:ext>
            </a:extLst>
          </p:cNvPr>
          <p:cNvSpPr txBox="1"/>
          <p:nvPr/>
        </p:nvSpPr>
        <p:spPr>
          <a:xfrm>
            <a:off x="1828744" y="7336353"/>
            <a:ext cx="7857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Domains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0C262B0E-D458-CB62-691D-F98F7C5FD237}"/>
              </a:ext>
            </a:extLst>
          </p:cNvPr>
          <p:cNvSpPr txBox="1"/>
          <p:nvPr/>
        </p:nvSpPr>
        <p:spPr>
          <a:xfrm>
            <a:off x="1828743" y="6337981"/>
            <a:ext cx="10390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Connections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80E54012-F6A5-2CBA-AF56-9ED147C2C8EB}"/>
              </a:ext>
            </a:extLst>
          </p:cNvPr>
          <p:cNvSpPr txBox="1"/>
          <p:nvPr/>
        </p:nvSpPr>
        <p:spPr>
          <a:xfrm>
            <a:off x="1828743" y="4956422"/>
            <a:ext cx="27142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Element holding higher layer Domain ?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CBEB432B-CDB6-9FB5-306F-E45DCFE0523F}"/>
              </a:ext>
            </a:extLst>
          </p:cNvPr>
          <p:cNvSpPr txBox="1"/>
          <p:nvPr/>
        </p:nvSpPr>
        <p:spPr>
          <a:xfrm>
            <a:off x="1828743" y="3553731"/>
            <a:ext cx="1973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Higher layer Connections ?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F4F316C-ACA9-5A1A-70BB-DE6AB61CB4BC}"/>
              </a:ext>
            </a:extLst>
          </p:cNvPr>
          <p:cNvSpPr txBox="1"/>
          <p:nvPr/>
        </p:nvSpPr>
        <p:spPr>
          <a:xfrm>
            <a:off x="1828744" y="10165519"/>
            <a:ext cx="22661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Potential status measurements</a:t>
            </a:r>
          </a:p>
        </p:txBody>
      </p:sp>
    </p:spTree>
    <p:extLst>
      <p:ext uri="{BB962C8B-B14F-4D97-AF65-F5344CB8AC3E}">
        <p14:creationId xmlns:p14="http://schemas.microsoft.com/office/powerpoint/2010/main" val="3819450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Ellipse 125">
            <a:extLst>
              <a:ext uri="{FF2B5EF4-FFF2-40B4-BE49-F238E27FC236}">
                <a16:creationId xmlns:a16="http://schemas.microsoft.com/office/drawing/2014/main" id="{8433F276-58B1-8611-F513-917A26BDA823}"/>
              </a:ext>
            </a:extLst>
          </p:cNvPr>
          <p:cNvSpPr/>
          <p:nvPr/>
        </p:nvSpPr>
        <p:spPr>
          <a:xfrm>
            <a:off x="2283626" y="9153433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27" name="Ellipse 126">
            <a:extLst>
              <a:ext uri="{FF2B5EF4-FFF2-40B4-BE49-F238E27FC236}">
                <a16:creationId xmlns:a16="http://schemas.microsoft.com/office/drawing/2014/main" id="{D1E65784-8FD9-B02F-A1D5-5343CD6554A3}"/>
              </a:ext>
            </a:extLst>
          </p:cNvPr>
          <p:cNvSpPr/>
          <p:nvPr/>
        </p:nvSpPr>
        <p:spPr>
          <a:xfrm>
            <a:off x="7420554" y="9986242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de-DE" sz="2160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5B1A2157-6724-A43D-0B35-9160EA316445}"/>
              </a:ext>
            </a:extLst>
          </p:cNvPr>
          <p:cNvSpPr/>
          <p:nvPr/>
        </p:nvSpPr>
        <p:spPr>
          <a:xfrm>
            <a:off x="2283626" y="5420567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0B17F57F-53EB-18D9-E3D6-4AFE0C884ADC}"/>
              </a:ext>
            </a:extLst>
          </p:cNvPr>
          <p:cNvSpPr/>
          <p:nvPr/>
        </p:nvSpPr>
        <p:spPr>
          <a:xfrm>
            <a:off x="7420554" y="6253376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ManagementPlane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AB3C92-1309-21F9-5A2A-D5B19E58CC97}"/>
              </a:ext>
            </a:extLst>
          </p:cNvPr>
          <p:cNvCxnSpPr>
            <a:cxnSpLocks/>
            <a:stCxn id="23" idx="6"/>
            <a:endCxn id="33" idx="2"/>
          </p:cNvCxnSpPr>
          <p:nvPr/>
        </p:nvCxnSpPr>
        <p:spPr>
          <a:xfrm>
            <a:off x="7516167" y="3830711"/>
            <a:ext cx="259468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FC42089-4FAE-409E-7490-894A8A151E87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3611370" y="3830711"/>
            <a:ext cx="259657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AE8FF5DD-0F69-94CD-E5C6-BF4111366C68}"/>
              </a:ext>
            </a:extLst>
          </p:cNvPr>
          <p:cNvGrpSpPr/>
          <p:nvPr/>
        </p:nvGrpSpPr>
        <p:grpSpPr>
          <a:xfrm>
            <a:off x="2330406" y="2874281"/>
            <a:ext cx="1280967" cy="1260000"/>
            <a:chOff x="1398758" y="3673888"/>
            <a:chExt cx="1280967" cy="1260000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8F729F81-6911-53C6-716D-0E24554FC6A4}"/>
                </a:ext>
              </a:extLst>
            </p:cNvPr>
            <p:cNvSpPr/>
            <p:nvPr/>
          </p:nvSpPr>
          <p:spPr>
            <a:xfrm>
              <a:off x="1398758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App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29968352-5BC7-5AD3-37C3-C7EC1A2DCA48}"/>
                </a:ext>
              </a:extLst>
            </p:cNvPr>
            <p:cNvSpPr/>
            <p:nvPr/>
          </p:nvSpPr>
          <p:spPr>
            <a:xfrm>
              <a:off x="26333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032BD62B-69A4-8E99-1CBB-A0B36211BB4E}"/>
                </a:ext>
              </a:extLst>
            </p:cNvPr>
            <p:cNvSpPr/>
            <p:nvPr/>
          </p:nvSpPr>
          <p:spPr>
            <a:xfrm>
              <a:off x="26340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A8C6AA90-00CD-9995-68BF-D14927F49C25}"/>
                </a:ext>
              </a:extLst>
            </p:cNvPr>
            <p:cNvSpPr/>
            <p:nvPr/>
          </p:nvSpPr>
          <p:spPr>
            <a:xfrm>
              <a:off x="26340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64A51F24-01B7-0D2F-EE94-0784C47DB1FD}"/>
              </a:ext>
            </a:extLst>
          </p:cNvPr>
          <p:cNvGrpSpPr/>
          <p:nvPr/>
        </p:nvGrpSpPr>
        <p:grpSpPr>
          <a:xfrm>
            <a:off x="6207339" y="2874281"/>
            <a:ext cx="1308831" cy="1260000"/>
            <a:chOff x="5275691" y="3673888"/>
            <a:chExt cx="1308831" cy="1260000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D9ACD396-053F-098F-6E39-579A071B2680}"/>
                </a:ext>
              </a:extLst>
            </p:cNvPr>
            <p:cNvSpPr/>
            <p:nvPr/>
          </p:nvSpPr>
          <p:spPr>
            <a:xfrm>
              <a:off x="5301663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MWDI</a:t>
              </a:r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76C8B7B3-4DB8-7758-7D3B-4733C3103382}"/>
                </a:ext>
              </a:extLst>
            </p:cNvPr>
            <p:cNvSpPr/>
            <p:nvPr/>
          </p:nvSpPr>
          <p:spPr>
            <a:xfrm>
              <a:off x="5275691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55D626B-9E23-1A5B-2E00-E5EDDDF2DC31}"/>
                </a:ext>
              </a:extLst>
            </p:cNvPr>
            <p:cNvSpPr/>
            <p:nvPr/>
          </p:nvSpPr>
          <p:spPr>
            <a:xfrm>
              <a:off x="5276301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35B14177-28C3-5A1E-CD0F-588C785F14DB}"/>
                </a:ext>
              </a:extLst>
            </p:cNvPr>
            <p:cNvSpPr/>
            <p:nvPr/>
          </p:nvSpPr>
          <p:spPr>
            <a:xfrm>
              <a:off x="5276301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DE4D244-E117-810E-FE87-3CCDF7FC1B8C}"/>
                </a:ext>
              </a:extLst>
            </p:cNvPr>
            <p:cNvSpPr/>
            <p:nvPr/>
          </p:nvSpPr>
          <p:spPr>
            <a:xfrm>
              <a:off x="6538193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D0D0DCA3-8707-D186-05E8-6917AAF9187B}"/>
                </a:ext>
              </a:extLst>
            </p:cNvPr>
            <p:cNvSpPr/>
            <p:nvPr/>
          </p:nvSpPr>
          <p:spPr>
            <a:xfrm>
              <a:off x="6538803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012ABAB0-185A-7992-9793-D8DD22CF49D2}"/>
                </a:ext>
              </a:extLst>
            </p:cNvPr>
            <p:cNvSpPr/>
            <p:nvPr/>
          </p:nvSpPr>
          <p:spPr>
            <a:xfrm>
              <a:off x="6538803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E9702C-51E2-AFC6-3951-EF8A032F76C9}"/>
              </a:ext>
            </a:extLst>
          </p:cNvPr>
          <p:cNvGrpSpPr/>
          <p:nvPr/>
        </p:nvGrpSpPr>
        <p:grpSpPr>
          <a:xfrm>
            <a:off x="10110244" y="2874281"/>
            <a:ext cx="1308831" cy="1260000"/>
            <a:chOff x="9178596" y="3673888"/>
            <a:chExt cx="1308831" cy="1260000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1B07028-9DDA-7F66-B27B-353CE67D042F}"/>
                </a:ext>
              </a:extLst>
            </p:cNvPr>
            <p:cNvSpPr/>
            <p:nvPr/>
          </p:nvSpPr>
          <p:spPr>
            <a:xfrm>
              <a:off x="9204568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Controller</a:t>
              </a:r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6CDAE638-E460-9348-B48C-6379641A7504}"/>
                </a:ext>
              </a:extLst>
            </p:cNvPr>
            <p:cNvSpPr/>
            <p:nvPr/>
          </p:nvSpPr>
          <p:spPr>
            <a:xfrm>
              <a:off x="91785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BE6D7D4B-E6A1-7A5C-1919-1066E23704E4}"/>
                </a:ext>
              </a:extLst>
            </p:cNvPr>
            <p:cNvSpPr/>
            <p:nvPr/>
          </p:nvSpPr>
          <p:spPr>
            <a:xfrm>
              <a:off x="91792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A7E4F72-7D1F-0E44-030B-E6F687D122D1}"/>
                </a:ext>
              </a:extLst>
            </p:cNvPr>
            <p:cNvSpPr/>
            <p:nvPr/>
          </p:nvSpPr>
          <p:spPr>
            <a:xfrm>
              <a:off x="91792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206407B4-8ECE-021E-1A03-AF47F7B9E83E}"/>
                </a:ext>
              </a:extLst>
            </p:cNvPr>
            <p:cNvSpPr/>
            <p:nvPr/>
          </p:nvSpPr>
          <p:spPr>
            <a:xfrm>
              <a:off x="1044109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33187CE9-B892-2AFD-AB38-BB8958DD03BA}"/>
                </a:ext>
              </a:extLst>
            </p:cNvPr>
            <p:cNvSpPr/>
            <p:nvPr/>
          </p:nvSpPr>
          <p:spPr>
            <a:xfrm>
              <a:off x="1044170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20CD0AB2-DE58-BA48-54DE-8FCE795DC626}"/>
                </a:ext>
              </a:extLst>
            </p:cNvPr>
            <p:cNvSpPr/>
            <p:nvPr/>
          </p:nvSpPr>
          <p:spPr>
            <a:xfrm>
              <a:off x="1044170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ACDB93A0-2E20-EAB5-5E77-E14468EEC040}"/>
              </a:ext>
            </a:extLst>
          </p:cNvPr>
          <p:cNvGrpSpPr/>
          <p:nvPr/>
        </p:nvGrpSpPr>
        <p:grpSpPr>
          <a:xfrm>
            <a:off x="14496776" y="2874281"/>
            <a:ext cx="1308831" cy="1260000"/>
            <a:chOff x="13565128" y="3673888"/>
            <a:chExt cx="1308831" cy="126000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A0D90752-E600-F455-0214-43CAB7E7F87E}"/>
                </a:ext>
              </a:extLst>
            </p:cNvPr>
            <p:cNvSpPr/>
            <p:nvPr/>
          </p:nvSpPr>
          <p:spPr>
            <a:xfrm>
              <a:off x="13593211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Mediator</a:t>
              </a: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B99D0CC0-05DA-53A5-C8E1-9D45E66A83C5}"/>
                </a:ext>
              </a:extLst>
            </p:cNvPr>
            <p:cNvSpPr/>
            <p:nvPr/>
          </p:nvSpPr>
          <p:spPr>
            <a:xfrm>
              <a:off x="1356512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0BC7643-AB67-AD60-6073-601A5A85AB72}"/>
                </a:ext>
              </a:extLst>
            </p:cNvPr>
            <p:cNvSpPr/>
            <p:nvPr/>
          </p:nvSpPr>
          <p:spPr>
            <a:xfrm>
              <a:off x="1356573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C3D91A7-CF9E-7F00-0067-0C4FF862A152}"/>
                </a:ext>
              </a:extLst>
            </p:cNvPr>
            <p:cNvSpPr/>
            <p:nvPr/>
          </p:nvSpPr>
          <p:spPr>
            <a:xfrm>
              <a:off x="1356573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B6F7CCB-1D34-AEC2-A285-88D28C4C759E}"/>
                </a:ext>
              </a:extLst>
            </p:cNvPr>
            <p:cNvSpPr/>
            <p:nvPr/>
          </p:nvSpPr>
          <p:spPr>
            <a:xfrm>
              <a:off x="14827630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F8EE7A2A-2AAA-62D3-EFD0-12A741008F83}"/>
                </a:ext>
              </a:extLst>
            </p:cNvPr>
            <p:cNvSpPr/>
            <p:nvPr/>
          </p:nvSpPr>
          <p:spPr>
            <a:xfrm>
              <a:off x="14828240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8BC01D64-4360-C779-329D-53F4E34B73C8}"/>
                </a:ext>
              </a:extLst>
            </p:cNvPr>
            <p:cNvSpPr/>
            <p:nvPr/>
          </p:nvSpPr>
          <p:spPr>
            <a:xfrm>
              <a:off x="14828240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083FE96D-5BFD-BE19-9D31-9BCA0E038D76}"/>
              </a:ext>
            </a:extLst>
          </p:cNvPr>
          <p:cNvGrpSpPr/>
          <p:nvPr/>
        </p:nvGrpSpPr>
        <p:grpSpPr>
          <a:xfrm>
            <a:off x="18884512" y="2874281"/>
            <a:ext cx="1288986" cy="1260000"/>
            <a:chOff x="17952867" y="3673888"/>
            <a:chExt cx="1288986" cy="126000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0BB5D594-F1DB-B50A-6F3D-508ABF55786F}"/>
                </a:ext>
              </a:extLst>
            </p:cNvPr>
            <p:cNvSpPr/>
            <p:nvPr/>
          </p:nvSpPr>
          <p:spPr>
            <a:xfrm>
              <a:off x="17981853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Device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5787C7D1-BC29-2037-C7E6-1111E88F43A2}"/>
                </a:ext>
              </a:extLst>
            </p:cNvPr>
            <p:cNvSpPr/>
            <p:nvPr/>
          </p:nvSpPr>
          <p:spPr>
            <a:xfrm>
              <a:off x="17952867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7FF33434-68A4-4083-BCDB-F616C66FA7FF}"/>
                </a:ext>
              </a:extLst>
            </p:cNvPr>
            <p:cNvSpPr/>
            <p:nvPr/>
          </p:nvSpPr>
          <p:spPr>
            <a:xfrm>
              <a:off x="17953477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D4D61CF3-37D7-0039-79B0-B9C56150DD73}"/>
                </a:ext>
              </a:extLst>
            </p:cNvPr>
            <p:cNvSpPr/>
            <p:nvPr/>
          </p:nvSpPr>
          <p:spPr>
            <a:xfrm>
              <a:off x="17953477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D99F935-BC1C-7FB5-AA10-C25DB56C26BA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>
            <a:off x="11419075" y="3830711"/>
            <a:ext cx="3078311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F8B944E-61B3-5541-4813-24A7010A3273}"/>
              </a:ext>
            </a:extLst>
          </p:cNvPr>
          <p:cNvCxnSpPr>
            <a:cxnSpLocks/>
            <a:stCxn id="42" idx="6"/>
            <a:endCxn id="45" idx="2"/>
          </p:cNvCxnSpPr>
          <p:nvPr/>
        </p:nvCxnSpPr>
        <p:spPr>
          <a:xfrm>
            <a:off x="15805604" y="3830711"/>
            <a:ext cx="307951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BCDF4640-A923-C50A-D33F-C95DCE08E5DF}"/>
              </a:ext>
            </a:extLst>
          </p:cNvPr>
          <p:cNvSpPr txBox="1"/>
          <p:nvPr/>
        </p:nvSpPr>
        <p:spPr>
          <a:xfrm>
            <a:off x="17037859" y="3606873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10976B8C-D8E4-9C83-78A0-E39C05AC7017}"/>
              </a:ext>
            </a:extLst>
          </p:cNvPr>
          <p:cNvSpPr txBox="1"/>
          <p:nvPr/>
        </p:nvSpPr>
        <p:spPr>
          <a:xfrm>
            <a:off x="12551714" y="3606873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B2B3BEB-4ABD-3B35-BFD8-E9EC20B947F6}"/>
              </a:ext>
            </a:extLst>
          </p:cNvPr>
          <p:cNvSpPr txBox="1"/>
          <p:nvPr/>
        </p:nvSpPr>
        <p:spPr>
          <a:xfrm>
            <a:off x="8700310" y="3606873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E88919C4-04D4-F788-2D5F-5F9BD515EBC1}"/>
              </a:ext>
            </a:extLst>
          </p:cNvPr>
          <p:cNvSpPr txBox="1"/>
          <p:nvPr/>
        </p:nvSpPr>
        <p:spPr>
          <a:xfrm>
            <a:off x="4778442" y="3606873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8885771B-7D60-4D67-1DC8-58927B546288}"/>
              </a:ext>
            </a:extLst>
          </p:cNvPr>
          <p:cNvCxnSpPr>
            <a:cxnSpLocks/>
            <a:stCxn id="22" idx="6"/>
            <a:endCxn id="32" idx="2"/>
          </p:cNvCxnSpPr>
          <p:nvPr/>
        </p:nvCxnSpPr>
        <p:spPr>
          <a:xfrm>
            <a:off x="7516167" y="3504281"/>
            <a:ext cx="2594684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52E4B6B1-5F47-45D4-F97F-5497D49E3D10}"/>
              </a:ext>
            </a:extLst>
          </p:cNvPr>
          <p:cNvCxnSpPr>
            <a:cxnSpLocks/>
            <a:stCxn id="16" idx="6"/>
            <a:endCxn id="19" idx="2"/>
          </p:cNvCxnSpPr>
          <p:nvPr/>
        </p:nvCxnSpPr>
        <p:spPr>
          <a:xfrm>
            <a:off x="3611370" y="3504281"/>
            <a:ext cx="259657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BC29E72E-8D36-95B1-1907-CDE61FE7D64F}"/>
              </a:ext>
            </a:extLst>
          </p:cNvPr>
          <p:cNvCxnSpPr>
            <a:cxnSpLocks/>
            <a:stCxn id="35" idx="6"/>
            <a:endCxn id="38" idx="2"/>
          </p:cNvCxnSpPr>
          <p:nvPr/>
        </p:nvCxnSpPr>
        <p:spPr>
          <a:xfrm>
            <a:off x="11419075" y="3504281"/>
            <a:ext cx="3078311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E601EBED-2241-F91D-096B-94B6BFABEB7D}"/>
              </a:ext>
            </a:extLst>
          </p:cNvPr>
          <p:cNvCxnSpPr>
            <a:cxnSpLocks/>
            <a:stCxn id="41" idx="6"/>
            <a:endCxn id="44" idx="2"/>
          </p:cNvCxnSpPr>
          <p:nvPr/>
        </p:nvCxnSpPr>
        <p:spPr>
          <a:xfrm>
            <a:off x="15805604" y="3504281"/>
            <a:ext cx="3079518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D7F48A95-951D-7F41-BAAF-E8A53492969E}"/>
              </a:ext>
            </a:extLst>
          </p:cNvPr>
          <p:cNvSpPr txBox="1"/>
          <p:nvPr/>
        </p:nvSpPr>
        <p:spPr>
          <a:xfrm>
            <a:off x="17037859" y="3277962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43B7A890-9072-1201-E3D8-951559C79B92}"/>
              </a:ext>
            </a:extLst>
          </p:cNvPr>
          <p:cNvSpPr txBox="1"/>
          <p:nvPr/>
        </p:nvSpPr>
        <p:spPr>
          <a:xfrm>
            <a:off x="12551714" y="3277962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F7C5B4D-87FD-393D-33BE-08FC530AD93F}"/>
              </a:ext>
            </a:extLst>
          </p:cNvPr>
          <p:cNvSpPr txBox="1"/>
          <p:nvPr/>
        </p:nvSpPr>
        <p:spPr>
          <a:xfrm>
            <a:off x="8700310" y="327796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759EB66E-2779-F3D3-CFB5-59B0954FB901}"/>
              </a:ext>
            </a:extLst>
          </p:cNvPr>
          <p:cNvSpPr txBox="1"/>
          <p:nvPr/>
        </p:nvSpPr>
        <p:spPr>
          <a:xfrm>
            <a:off x="4778442" y="327796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CA3EBB93-7CD2-AACC-5EBB-7D31CDA4CFA0}"/>
              </a:ext>
            </a:extLst>
          </p:cNvPr>
          <p:cNvCxnSpPr>
            <a:cxnSpLocks/>
            <a:stCxn id="21" idx="6"/>
            <a:endCxn id="31" idx="2"/>
          </p:cNvCxnSpPr>
          <p:nvPr/>
        </p:nvCxnSpPr>
        <p:spPr>
          <a:xfrm>
            <a:off x="7515557" y="3177852"/>
            <a:ext cx="2594684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B144BA72-D2A1-464F-BC3B-A2F67BF9DA23}"/>
              </a:ext>
            </a:extLst>
          </p:cNvPr>
          <p:cNvCxnSpPr>
            <a:cxnSpLocks/>
            <a:stCxn id="15" idx="6"/>
            <a:endCxn id="18" idx="2"/>
          </p:cNvCxnSpPr>
          <p:nvPr/>
        </p:nvCxnSpPr>
        <p:spPr>
          <a:xfrm>
            <a:off x="3610760" y="3177852"/>
            <a:ext cx="2596576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7CE98A98-9BDB-7C66-5508-98080A443ADD}"/>
              </a:ext>
            </a:extLst>
          </p:cNvPr>
          <p:cNvCxnSpPr>
            <a:cxnSpLocks/>
            <a:stCxn id="34" idx="6"/>
            <a:endCxn id="37" idx="2"/>
          </p:cNvCxnSpPr>
          <p:nvPr/>
        </p:nvCxnSpPr>
        <p:spPr>
          <a:xfrm>
            <a:off x="11418465" y="3177852"/>
            <a:ext cx="3078311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6282EA90-F799-C253-8E43-89E00032E84F}"/>
              </a:ext>
            </a:extLst>
          </p:cNvPr>
          <p:cNvCxnSpPr>
            <a:cxnSpLocks/>
            <a:stCxn id="40" idx="6"/>
            <a:endCxn id="43" idx="2"/>
          </p:cNvCxnSpPr>
          <p:nvPr/>
        </p:nvCxnSpPr>
        <p:spPr>
          <a:xfrm>
            <a:off x="15804994" y="3177852"/>
            <a:ext cx="307951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9" name="Textfeld 98">
            <a:extLst>
              <a:ext uri="{FF2B5EF4-FFF2-40B4-BE49-F238E27FC236}">
                <a16:creationId xmlns:a16="http://schemas.microsoft.com/office/drawing/2014/main" id="{1CE85E13-D3E1-CDE4-FA8A-7B4CB9781801}"/>
              </a:ext>
            </a:extLst>
          </p:cNvPr>
          <p:cNvSpPr txBox="1"/>
          <p:nvPr/>
        </p:nvSpPr>
        <p:spPr>
          <a:xfrm>
            <a:off x="17164691" y="2957862"/>
            <a:ext cx="3481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BBF2B485-0227-7BD9-6033-C4315B506AE6}"/>
              </a:ext>
            </a:extLst>
          </p:cNvPr>
          <p:cNvSpPr txBox="1"/>
          <p:nvPr/>
        </p:nvSpPr>
        <p:spPr>
          <a:xfrm>
            <a:off x="12678546" y="2957862"/>
            <a:ext cx="3481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C815FC97-AD4D-0C80-F066-35BB0B840AC8}"/>
              </a:ext>
            </a:extLst>
          </p:cNvPr>
          <p:cNvSpPr txBox="1"/>
          <p:nvPr/>
        </p:nvSpPr>
        <p:spPr>
          <a:xfrm>
            <a:off x="8383909" y="2957862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308F75B1-D1B4-38E1-CF26-C30BA04F2A8A}"/>
              </a:ext>
            </a:extLst>
          </p:cNvPr>
          <p:cNvSpPr txBox="1"/>
          <p:nvPr/>
        </p:nvSpPr>
        <p:spPr>
          <a:xfrm>
            <a:off x="4355444" y="2957862"/>
            <a:ext cx="11112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2 x 64 x 42ooo</a:t>
            </a:r>
          </a:p>
        </p:txBody>
      </p:sp>
      <p:sp>
        <p:nvSpPr>
          <p:cNvPr id="111" name="Zylinder 110">
            <a:extLst>
              <a:ext uri="{FF2B5EF4-FFF2-40B4-BE49-F238E27FC236}">
                <a16:creationId xmlns:a16="http://schemas.microsoft.com/office/drawing/2014/main" id="{EEAF48E4-E9A4-2D4B-7617-7D8C20BAC087}"/>
              </a:ext>
            </a:extLst>
          </p:cNvPr>
          <p:cNvSpPr/>
          <p:nvPr/>
        </p:nvSpPr>
        <p:spPr>
          <a:xfrm>
            <a:off x="6233308" y="4630800"/>
            <a:ext cx="1260000" cy="646383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ES</a:t>
            </a:r>
          </a:p>
        </p:txBody>
      </p: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4FD7D465-6D31-BFEF-B46D-1454ADFAA9B3}"/>
              </a:ext>
            </a:extLst>
          </p:cNvPr>
          <p:cNvCxnSpPr>
            <a:cxnSpLocks/>
            <a:stCxn id="7" idx="2"/>
            <a:endCxn id="111" idx="1"/>
          </p:cNvCxnSpPr>
          <p:nvPr/>
        </p:nvCxnSpPr>
        <p:spPr>
          <a:xfrm>
            <a:off x="6863308" y="4134281"/>
            <a:ext cx="0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6" name="Textfeld 115">
            <a:extLst>
              <a:ext uri="{FF2B5EF4-FFF2-40B4-BE49-F238E27FC236}">
                <a16:creationId xmlns:a16="http://schemas.microsoft.com/office/drawing/2014/main" id="{3DF136E3-FD31-8918-9947-5F2C1C7D86FD}"/>
              </a:ext>
            </a:extLst>
          </p:cNvPr>
          <p:cNvSpPr txBox="1"/>
          <p:nvPr/>
        </p:nvSpPr>
        <p:spPr>
          <a:xfrm>
            <a:off x="6863308" y="4254856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17" name="Ellipse 116">
            <a:extLst>
              <a:ext uri="{FF2B5EF4-FFF2-40B4-BE49-F238E27FC236}">
                <a16:creationId xmlns:a16="http://schemas.microsoft.com/office/drawing/2014/main" id="{A6214C1A-00CB-38C4-E48D-E4041FFB9D28}"/>
              </a:ext>
            </a:extLst>
          </p:cNvPr>
          <p:cNvSpPr/>
          <p:nvPr/>
        </p:nvSpPr>
        <p:spPr>
          <a:xfrm>
            <a:off x="11349436" y="7175263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C085F62A-119E-7200-7A6A-22973EC1DAC0}"/>
              </a:ext>
            </a:extLst>
          </p:cNvPr>
          <p:cNvSpPr/>
          <p:nvPr/>
        </p:nvSpPr>
        <p:spPr>
          <a:xfrm>
            <a:off x="11349436" y="706498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501C3D70-C860-9451-D948-575F8C49F169}"/>
              </a:ext>
            </a:extLst>
          </p:cNvPr>
          <p:cNvSpPr/>
          <p:nvPr/>
        </p:nvSpPr>
        <p:spPr>
          <a:xfrm>
            <a:off x="11349436" y="693131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36E1CA6E-4E8C-B872-7092-F763D320DFBC}"/>
              </a:ext>
            </a:extLst>
          </p:cNvPr>
          <p:cNvSpPr/>
          <p:nvPr/>
        </p:nvSpPr>
        <p:spPr>
          <a:xfrm>
            <a:off x="11349436" y="6788978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972E8878-090E-BD88-49B5-278906ACB9F8}"/>
              </a:ext>
            </a:extLst>
          </p:cNvPr>
          <p:cNvSpPr/>
          <p:nvPr/>
        </p:nvSpPr>
        <p:spPr>
          <a:xfrm>
            <a:off x="6160554" y="6949033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13A933C6-6F51-820D-1884-D22E261B735C}"/>
              </a:ext>
            </a:extLst>
          </p:cNvPr>
          <p:cNvSpPr>
            <a:spLocks noChangeAspect="1"/>
          </p:cNvSpPr>
          <p:nvPr/>
        </p:nvSpPr>
        <p:spPr>
          <a:xfrm rot="5400000">
            <a:off x="6128286" y="7739068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28" name="Ellipse 127">
            <a:extLst>
              <a:ext uri="{FF2B5EF4-FFF2-40B4-BE49-F238E27FC236}">
                <a16:creationId xmlns:a16="http://schemas.microsoft.com/office/drawing/2014/main" id="{759780D8-753C-B87D-4B60-A1C63064CC00}"/>
              </a:ext>
            </a:extLst>
          </p:cNvPr>
          <p:cNvSpPr/>
          <p:nvPr/>
        </p:nvSpPr>
        <p:spPr>
          <a:xfrm>
            <a:off x="11349436" y="10908129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9" name="Ellipse 128">
            <a:extLst>
              <a:ext uri="{FF2B5EF4-FFF2-40B4-BE49-F238E27FC236}">
                <a16:creationId xmlns:a16="http://schemas.microsoft.com/office/drawing/2014/main" id="{408DD293-C6B5-A4EB-D7A1-EC8BA573C54A}"/>
              </a:ext>
            </a:extLst>
          </p:cNvPr>
          <p:cNvSpPr/>
          <p:nvPr/>
        </p:nvSpPr>
        <p:spPr>
          <a:xfrm>
            <a:off x="11349436" y="10797848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0" name="Ellipse 129">
            <a:extLst>
              <a:ext uri="{FF2B5EF4-FFF2-40B4-BE49-F238E27FC236}">
                <a16:creationId xmlns:a16="http://schemas.microsoft.com/office/drawing/2014/main" id="{CADEDB5F-2929-CB20-07BC-6A95CEBA98E0}"/>
              </a:ext>
            </a:extLst>
          </p:cNvPr>
          <p:cNvSpPr/>
          <p:nvPr/>
        </p:nvSpPr>
        <p:spPr>
          <a:xfrm>
            <a:off x="11349436" y="10664183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1" name="Ellipse 130">
            <a:extLst>
              <a:ext uri="{FF2B5EF4-FFF2-40B4-BE49-F238E27FC236}">
                <a16:creationId xmlns:a16="http://schemas.microsoft.com/office/drawing/2014/main" id="{9CC590DC-D93B-10DA-730C-23217E4A1688}"/>
              </a:ext>
            </a:extLst>
          </p:cNvPr>
          <p:cNvSpPr/>
          <p:nvPr/>
        </p:nvSpPr>
        <p:spPr>
          <a:xfrm>
            <a:off x="11349436" y="10521844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781149D7-2160-45B2-8188-F8ACB853B399}"/>
              </a:ext>
            </a:extLst>
          </p:cNvPr>
          <p:cNvSpPr/>
          <p:nvPr/>
        </p:nvSpPr>
        <p:spPr>
          <a:xfrm>
            <a:off x="6160554" y="10681899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33" name="Ellipse 132">
            <a:extLst>
              <a:ext uri="{FF2B5EF4-FFF2-40B4-BE49-F238E27FC236}">
                <a16:creationId xmlns:a16="http://schemas.microsoft.com/office/drawing/2014/main" id="{C1C48BAA-5BA7-2C9B-F00F-27C0F59C6004}"/>
              </a:ext>
            </a:extLst>
          </p:cNvPr>
          <p:cNvSpPr>
            <a:spLocks noChangeAspect="1"/>
          </p:cNvSpPr>
          <p:nvPr/>
        </p:nvSpPr>
        <p:spPr>
          <a:xfrm rot="5400000">
            <a:off x="6128286" y="11471934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36" name="Ellipse 135">
            <a:extLst>
              <a:ext uri="{FF2B5EF4-FFF2-40B4-BE49-F238E27FC236}">
                <a16:creationId xmlns:a16="http://schemas.microsoft.com/office/drawing/2014/main" id="{3F153420-288D-2E18-E137-2B9D78F13334}"/>
              </a:ext>
            </a:extLst>
          </p:cNvPr>
          <p:cNvSpPr/>
          <p:nvPr/>
        </p:nvSpPr>
        <p:spPr>
          <a:xfrm>
            <a:off x="7469839" y="10528797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F173FF4D-59E6-382E-1D1F-90DC01878C36}"/>
              </a:ext>
            </a:extLst>
          </p:cNvPr>
          <p:cNvSpPr/>
          <p:nvPr/>
        </p:nvSpPr>
        <p:spPr>
          <a:xfrm>
            <a:off x="10117168" y="6952165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283625" y="13032929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420553" y="13865738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349435" y="14787625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349435" y="14677344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349435" y="14543679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349435" y="14401340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6160553" y="14561395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6128285" y="15351430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469838" y="14408293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1179232" y="14134584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cxnSp>
        <p:nvCxnSpPr>
          <p:cNvPr id="153" name="Gerader Verbinder 152">
            <a:extLst>
              <a:ext uri="{FF2B5EF4-FFF2-40B4-BE49-F238E27FC236}">
                <a16:creationId xmlns:a16="http://schemas.microsoft.com/office/drawing/2014/main" id="{C6CD39DF-AFCF-4284-6807-DCEF77710727}"/>
              </a:ext>
            </a:extLst>
          </p:cNvPr>
          <p:cNvCxnSpPr/>
          <p:nvPr/>
        </p:nvCxnSpPr>
        <p:spPr>
          <a:xfrm>
            <a:off x="2080423" y="5277181"/>
            <a:ext cx="0" cy="107978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E9390CF-9B19-E0A6-CBE7-8F903C0117AA}"/>
              </a:ext>
            </a:extLst>
          </p:cNvPr>
          <p:cNvCxnSpPr>
            <a:cxnSpLocks/>
          </p:cNvCxnSpPr>
          <p:nvPr/>
        </p:nvCxnSpPr>
        <p:spPr>
          <a:xfrm rot="5400000">
            <a:off x="7515557" y="7407480"/>
            <a:ext cx="0" cy="107978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783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hteck 29">
            <a:extLst>
              <a:ext uri="{FF2B5EF4-FFF2-40B4-BE49-F238E27FC236}">
                <a16:creationId xmlns:a16="http://schemas.microsoft.com/office/drawing/2014/main" id="{A759E68E-FC52-CDA9-26E1-2A750D430DDD}"/>
              </a:ext>
            </a:extLst>
          </p:cNvPr>
          <p:cNvSpPr/>
          <p:nvPr/>
        </p:nvSpPr>
        <p:spPr>
          <a:xfrm>
            <a:off x="7190228" y="4957339"/>
            <a:ext cx="12710588" cy="1597494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LiveDomain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4464D08-EF53-AD08-F9BE-58657BE6EDF6}"/>
              </a:ext>
            </a:extLst>
          </p:cNvPr>
          <p:cNvSpPr/>
          <p:nvPr/>
        </p:nvSpPr>
        <p:spPr>
          <a:xfrm>
            <a:off x="11146234" y="8424346"/>
            <a:ext cx="8754583" cy="2236396"/>
          </a:xfrm>
          <a:prstGeom prst="rect">
            <a:avLst/>
          </a:prstGeom>
          <a:solidFill>
            <a:schemeClr val="accent5">
              <a:alpha val="2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DeviceDomain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919688F-DE37-08C1-118D-7D350AFE0CD0}"/>
              </a:ext>
            </a:extLst>
          </p:cNvPr>
          <p:cNvSpPr/>
          <p:nvPr/>
        </p:nvSpPr>
        <p:spPr>
          <a:xfrm>
            <a:off x="7190228" y="8424346"/>
            <a:ext cx="3948624" cy="2236396"/>
          </a:xfrm>
          <a:prstGeom prst="rect">
            <a:avLst/>
          </a:prstGeom>
          <a:solidFill>
            <a:schemeClr val="accent6">
              <a:alpha val="2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ControllerDomain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AB3C92-1309-21F9-5A2A-D5B19E58CC97}"/>
              </a:ext>
            </a:extLst>
          </p:cNvPr>
          <p:cNvCxnSpPr>
            <a:cxnSpLocks/>
            <a:stCxn id="23" idx="6"/>
            <a:endCxn id="33" idx="2"/>
          </p:cNvCxnSpPr>
          <p:nvPr/>
        </p:nvCxnSpPr>
        <p:spPr>
          <a:xfrm>
            <a:off x="7243937" y="10134860"/>
            <a:ext cx="259468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FC42089-4FAE-409E-7490-894A8A151E87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3339140" y="10134860"/>
            <a:ext cx="259657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AE8FF5DD-0F69-94CD-E5C6-BF4111366C68}"/>
              </a:ext>
            </a:extLst>
          </p:cNvPr>
          <p:cNvGrpSpPr/>
          <p:nvPr/>
        </p:nvGrpSpPr>
        <p:grpSpPr>
          <a:xfrm>
            <a:off x="2058176" y="9178430"/>
            <a:ext cx="1280967" cy="1260000"/>
            <a:chOff x="1398758" y="3673888"/>
            <a:chExt cx="1280967" cy="1260000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8F729F81-6911-53C6-716D-0E24554FC6A4}"/>
                </a:ext>
              </a:extLst>
            </p:cNvPr>
            <p:cNvSpPr/>
            <p:nvPr/>
          </p:nvSpPr>
          <p:spPr>
            <a:xfrm>
              <a:off x="1398758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App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29968352-5BC7-5AD3-37C3-C7EC1A2DCA48}"/>
                </a:ext>
              </a:extLst>
            </p:cNvPr>
            <p:cNvSpPr/>
            <p:nvPr/>
          </p:nvSpPr>
          <p:spPr>
            <a:xfrm>
              <a:off x="26333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032BD62B-69A4-8E99-1CBB-A0B36211BB4E}"/>
                </a:ext>
              </a:extLst>
            </p:cNvPr>
            <p:cNvSpPr/>
            <p:nvPr/>
          </p:nvSpPr>
          <p:spPr>
            <a:xfrm>
              <a:off x="26340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A8C6AA90-00CD-9995-68BF-D14927F49C25}"/>
                </a:ext>
              </a:extLst>
            </p:cNvPr>
            <p:cNvSpPr/>
            <p:nvPr/>
          </p:nvSpPr>
          <p:spPr>
            <a:xfrm>
              <a:off x="26340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64A51F24-01B7-0D2F-EE94-0784C47DB1FD}"/>
              </a:ext>
            </a:extLst>
          </p:cNvPr>
          <p:cNvGrpSpPr/>
          <p:nvPr/>
        </p:nvGrpSpPr>
        <p:grpSpPr>
          <a:xfrm>
            <a:off x="5935109" y="9178430"/>
            <a:ext cx="1308831" cy="1260000"/>
            <a:chOff x="5275691" y="3673888"/>
            <a:chExt cx="1308831" cy="1260000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D9ACD396-053F-098F-6E39-579A071B2680}"/>
                </a:ext>
              </a:extLst>
            </p:cNvPr>
            <p:cNvSpPr/>
            <p:nvPr/>
          </p:nvSpPr>
          <p:spPr>
            <a:xfrm>
              <a:off x="5301663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MWDI</a:t>
              </a:r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76C8B7B3-4DB8-7758-7D3B-4733C3103382}"/>
                </a:ext>
              </a:extLst>
            </p:cNvPr>
            <p:cNvSpPr/>
            <p:nvPr/>
          </p:nvSpPr>
          <p:spPr>
            <a:xfrm>
              <a:off x="5275691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55D626B-9E23-1A5B-2E00-E5EDDDF2DC31}"/>
                </a:ext>
              </a:extLst>
            </p:cNvPr>
            <p:cNvSpPr/>
            <p:nvPr/>
          </p:nvSpPr>
          <p:spPr>
            <a:xfrm>
              <a:off x="5276301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35B14177-28C3-5A1E-CD0F-588C785F14DB}"/>
                </a:ext>
              </a:extLst>
            </p:cNvPr>
            <p:cNvSpPr/>
            <p:nvPr/>
          </p:nvSpPr>
          <p:spPr>
            <a:xfrm>
              <a:off x="5276301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DE4D244-E117-810E-FE87-3CCDF7FC1B8C}"/>
                </a:ext>
              </a:extLst>
            </p:cNvPr>
            <p:cNvSpPr/>
            <p:nvPr/>
          </p:nvSpPr>
          <p:spPr>
            <a:xfrm>
              <a:off x="6538193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D0D0DCA3-8707-D186-05E8-6917AAF9187B}"/>
                </a:ext>
              </a:extLst>
            </p:cNvPr>
            <p:cNvSpPr/>
            <p:nvPr/>
          </p:nvSpPr>
          <p:spPr>
            <a:xfrm>
              <a:off x="6538803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012ABAB0-185A-7992-9793-D8DD22CF49D2}"/>
                </a:ext>
              </a:extLst>
            </p:cNvPr>
            <p:cNvSpPr/>
            <p:nvPr/>
          </p:nvSpPr>
          <p:spPr>
            <a:xfrm>
              <a:off x="6538803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E9702C-51E2-AFC6-3951-EF8A032F76C9}"/>
              </a:ext>
            </a:extLst>
          </p:cNvPr>
          <p:cNvGrpSpPr/>
          <p:nvPr/>
        </p:nvGrpSpPr>
        <p:grpSpPr>
          <a:xfrm>
            <a:off x="9838014" y="9178430"/>
            <a:ext cx="1308831" cy="1260000"/>
            <a:chOff x="9178596" y="3673888"/>
            <a:chExt cx="1308831" cy="1260000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1B07028-9DDA-7F66-B27B-353CE67D042F}"/>
                </a:ext>
              </a:extLst>
            </p:cNvPr>
            <p:cNvSpPr/>
            <p:nvPr/>
          </p:nvSpPr>
          <p:spPr>
            <a:xfrm>
              <a:off x="9204568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Controller</a:t>
              </a:r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6CDAE638-E460-9348-B48C-6379641A7504}"/>
                </a:ext>
              </a:extLst>
            </p:cNvPr>
            <p:cNvSpPr/>
            <p:nvPr/>
          </p:nvSpPr>
          <p:spPr>
            <a:xfrm>
              <a:off x="91785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BE6D7D4B-E6A1-7A5C-1919-1066E23704E4}"/>
                </a:ext>
              </a:extLst>
            </p:cNvPr>
            <p:cNvSpPr/>
            <p:nvPr/>
          </p:nvSpPr>
          <p:spPr>
            <a:xfrm>
              <a:off x="91792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A7E4F72-7D1F-0E44-030B-E6F687D122D1}"/>
                </a:ext>
              </a:extLst>
            </p:cNvPr>
            <p:cNvSpPr/>
            <p:nvPr/>
          </p:nvSpPr>
          <p:spPr>
            <a:xfrm>
              <a:off x="91792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206407B4-8ECE-021E-1A03-AF47F7B9E83E}"/>
                </a:ext>
              </a:extLst>
            </p:cNvPr>
            <p:cNvSpPr/>
            <p:nvPr/>
          </p:nvSpPr>
          <p:spPr>
            <a:xfrm>
              <a:off x="1044109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33187CE9-B892-2AFD-AB38-BB8958DD03BA}"/>
                </a:ext>
              </a:extLst>
            </p:cNvPr>
            <p:cNvSpPr/>
            <p:nvPr/>
          </p:nvSpPr>
          <p:spPr>
            <a:xfrm>
              <a:off x="1044170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20CD0AB2-DE58-BA48-54DE-8FCE795DC626}"/>
                </a:ext>
              </a:extLst>
            </p:cNvPr>
            <p:cNvSpPr/>
            <p:nvPr/>
          </p:nvSpPr>
          <p:spPr>
            <a:xfrm>
              <a:off x="1044170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ACDB93A0-2E20-EAB5-5E77-E14468EEC040}"/>
              </a:ext>
            </a:extLst>
          </p:cNvPr>
          <p:cNvGrpSpPr/>
          <p:nvPr/>
        </p:nvGrpSpPr>
        <p:grpSpPr>
          <a:xfrm>
            <a:off x="14224546" y="9178430"/>
            <a:ext cx="1308831" cy="1260000"/>
            <a:chOff x="13565128" y="3673888"/>
            <a:chExt cx="1308831" cy="126000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A0D90752-E600-F455-0214-43CAB7E7F87E}"/>
                </a:ext>
              </a:extLst>
            </p:cNvPr>
            <p:cNvSpPr/>
            <p:nvPr/>
          </p:nvSpPr>
          <p:spPr>
            <a:xfrm>
              <a:off x="13593211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Mediator</a:t>
              </a: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B99D0CC0-05DA-53A5-C8E1-9D45E66A83C5}"/>
                </a:ext>
              </a:extLst>
            </p:cNvPr>
            <p:cNvSpPr/>
            <p:nvPr/>
          </p:nvSpPr>
          <p:spPr>
            <a:xfrm>
              <a:off x="1356512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0BC7643-AB67-AD60-6073-601A5A85AB72}"/>
                </a:ext>
              </a:extLst>
            </p:cNvPr>
            <p:cNvSpPr/>
            <p:nvPr/>
          </p:nvSpPr>
          <p:spPr>
            <a:xfrm>
              <a:off x="1356573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C3D91A7-CF9E-7F00-0067-0C4FF862A152}"/>
                </a:ext>
              </a:extLst>
            </p:cNvPr>
            <p:cNvSpPr/>
            <p:nvPr/>
          </p:nvSpPr>
          <p:spPr>
            <a:xfrm>
              <a:off x="1356573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B6F7CCB-1D34-AEC2-A285-88D28C4C759E}"/>
                </a:ext>
              </a:extLst>
            </p:cNvPr>
            <p:cNvSpPr/>
            <p:nvPr/>
          </p:nvSpPr>
          <p:spPr>
            <a:xfrm>
              <a:off x="14827630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F8EE7A2A-2AAA-62D3-EFD0-12A741008F83}"/>
                </a:ext>
              </a:extLst>
            </p:cNvPr>
            <p:cNvSpPr/>
            <p:nvPr/>
          </p:nvSpPr>
          <p:spPr>
            <a:xfrm>
              <a:off x="14828240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8BC01D64-4360-C779-329D-53F4E34B73C8}"/>
                </a:ext>
              </a:extLst>
            </p:cNvPr>
            <p:cNvSpPr/>
            <p:nvPr/>
          </p:nvSpPr>
          <p:spPr>
            <a:xfrm>
              <a:off x="14828240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083FE96D-5BFD-BE19-9D31-9BCA0E038D76}"/>
              </a:ext>
            </a:extLst>
          </p:cNvPr>
          <p:cNvGrpSpPr/>
          <p:nvPr/>
        </p:nvGrpSpPr>
        <p:grpSpPr>
          <a:xfrm>
            <a:off x="18612282" y="9178430"/>
            <a:ext cx="1288986" cy="1260000"/>
            <a:chOff x="17952867" y="3673888"/>
            <a:chExt cx="1288986" cy="126000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0BB5D594-F1DB-B50A-6F3D-508ABF55786F}"/>
                </a:ext>
              </a:extLst>
            </p:cNvPr>
            <p:cNvSpPr/>
            <p:nvPr/>
          </p:nvSpPr>
          <p:spPr>
            <a:xfrm>
              <a:off x="17981853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Device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5787C7D1-BC29-2037-C7E6-1111E88F43A2}"/>
                </a:ext>
              </a:extLst>
            </p:cNvPr>
            <p:cNvSpPr/>
            <p:nvPr/>
          </p:nvSpPr>
          <p:spPr>
            <a:xfrm>
              <a:off x="17952867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7FF33434-68A4-4083-BCDB-F616C66FA7FF}"/>
                </a:ext>
              </a:extLst>
            </p:cNvPr>
            <p:cNvSpPr/>
            <p:nvPr/>
          </p:nvSpPr>
          <p:spPr>
            <a:xfrm>
              <a:off x="17953477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D4D61CF3-37D7-0039-79B0-B9C56150DD73}"/>
                </a:ext>
              </a:extLst>
            </p:cNvPr>
            <p:cNvSpPr/>
            <p:nvPr/>
          </p:nvSpPr>
          <p:spPr>
            <a:xfrm>
              <a:off x="17953477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D99F935-BC1C-7FB5-AA10-C25DB56C26BA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>
            <a:off x="11146845" y="10134860"/>
            <a:ext cx="3078311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F8B944E-61B3-5541-4813-24A7010A3273}"/>
              </a:ext>
            </a:extLst>
          </p:cNvPr>
          <p:cNvCxnSpPr>
            <a:cxnSpLocks/>
            <a:stCxn id="42" idx="6"/>
            <a:endCxn id="45" idx="2"/>
          </p:cNvCxnSpPr>
          <p:nvPr/>
        </p:nvCxnSpPr>
        <p:spPr>
          <a:xfrm>
            <a:off x="15533374" y="10134860"/>
            <a:ext cx="307951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BCDF4640-A923-C50A-D33F-C95DCE08E5DF}"/>
              </a:ext>
            </a:extLst>
          </p:cNvPr>
          <p:cNvSpPr txBox="1"/>
          <p:nvPr/>
        </p:nvSpPr>
        <p:spPr>
          <a:xfrm>
            <a:off x="16933944" y="991102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10976B8C-D8E4-9C83-78A0-E39C05AC7017}"/>
              </a:ext>
            </a:extLst>
          </p:cNvPr>
          <p:cNvSpPr txBox="1"/>
          <p:nvPr/>
        </p:nvSpPr>
        <p:spPr>
          <a:xfrm>
            <a:off x="12447799" y="991102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B2B3BEB-4ABD-3B35-BFD8-E9EC20B947F6}"/>
              </a:ext>
            </a:extLst>
          </p:cNvPr>
          <p:cNvSpPr txBox="1"/>
          <p:nvPr/>
        </p:nvSpPr>
        <p:spPr>
          <a:xfrm>
            <a:off x="8428080" y="991102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E88919C4-04D4-F788-2D5F-5F9BD515EBC1}"/>
              </a:ext>
            </a:extLst>
          </p:cNvPr>
          <p:cNvSpPr txBox="1"/>
          <p:nvPr/>
        </p:nvSpPr>
        <p:spPr>
          <a:xfrm>
            <a:off x="4506212" y="991102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8885771B-7D60-4D67-1DC8-58927B546288}"/>
              </a:ext>
            </a:extLst>
          </p:cNvPr>
          <p:cNvCxnSpPr>
            <a:cxnSpLocks/>
            <a:stCxn id="22" idx="6"/>
            <a:endCxn id="32" idx="2"/>
          </p:cNvCxnSpPr>
          <p:nvPr/>
        </p:nvCxnSpPr>
        <p:spPr>
          <a:xfrm>
            <a:off x="7243937" y="9808430"/>
            <a:ext cx="2594684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52E4B6B1-5F47-45D4-F97F-5497D49E3D10}"/>
              </a:ext>
            </a:extLst>
          </p:cNvPr>
          <p:cNvCxnSpPr>
            <a:cxnSpLocks/>
            <a:stCxn id="16" idx="6"/>
            <a:endCxn id="19" idx="2"/>
          </p:cNvCxnSpPr>
          <p:nvPr/>
        </p:nvCxnSpPr>
        <p:spPr>
          <a:xfrm>
            <a:off x="3339140" y="9808430"/>
            <a:ext cx="259657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BC29E72E-8D36-95B1-1907-CDE61FE7D64F}"/>
              </a:ext>
            </a:extLst>
          </p:cNvPr>
          <p:cNvCxnSpPr>
            <a:cxnSpLocks/>
            <a:stCxn id="35" idx="6"/>
            <a:endCxn id="38" idx="2"/>
          </p:cNvCxnSpPr>
          <p:nvPr/>
        </p:nvCxnSpPr>
        <p:spPr>
          <a:xfrm>
            <a:off x="11146845" y="9808430"/>
            <a:ext cx="3078311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E601EBED-2241-F91D-096B-94B6BFABEB7D}"/>
              </a:ext>
            </a:extLst>
          </p:cNvPr>
          <p:cNvCxnSpPr>
            <a:cxnSpLocks/>
            <a:stCxn id="41" idx="6"/>
            <a:endCxn id="44" idx="2"/>
          </p:cNvCxnSpPr>
          <p:nvPr/>
        </p:nvCxnSpPr>
        <p:spPr>
          <a:xfrm>
            <a:off x="15533374" y="9808430"/>
            <a:ext cx="3079518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D7F48A95-951D-7F41-BAAF-E8A53492969E}"/>
              </a:ext>
            </a:extLst>
          </p:cNvPr>
          <p:cNvSpPr txBox="1"/>
          <p:nvPr/>
        </p:nvSpPr>
        <p:spPr>
          <a:xfrm>
            <a:off x="16933944" y="958211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43B7A890-9072-1201-E3D8-951559C79B92}"/>
              </a:ext>
            </a:extLst>
          </p:cNvPr>
          <p:cNvSpPr txBox="1"/>
          <p:nvPr/>
        </p:nvSpPr>
        <p:spPr>
          <a:xfrm>
            <a:off x="12447799" y="958211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F7C5B4D-87FD-393D-33BE-08FC530AD93F}"/>
              </a:ext>
            </a:extLst>
          </p:cNvPr>
          <p:cNvSpPr txBox="1"/>
          <p:nvPr/>
        </p:nvSpPr>
        <p:spPr>
          <a:xfrm>
            <a:off x="8428080" y="958211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759EB66E-2779-F3D3-CFB5-59B0954FB901}"/>
              </a:ext>
            </a:extLst>
          </p:cNvPr>
          <p:cNvSpPr txBox="1"/>
          <p:nvPr/>
        </p:nvSpPr>
        <p:spPr>
          <a:xfrm>
            <a:off x="4506212" y="958211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B144BA72-D2A1-464F-BC3B-A2F67BF9DA23}"/>
              </a:ext>
            </a:extLst>
          </p:cNvPr>
          <p:cNvCxnSpPr>
            <a:cxnSpLocks/>
            <a:stCxn id="15" idx="6"/>
            <a:endCxn id="18" idx="2"/>
          </p:cNvCxnSpPr>
          <p:nvPr/>
        </p:nvCxnSpPr>
        <p:spPr>
          <a:xfrm>
            <a:off x="3338530" y="9482001"/>
            <a:ext cx="2596576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308F75B1-D1B4-38E1-CF26-C30BA04F2A8A}"/>
              </a:ext>
            </a:extLst>
          </p:cNvPr>
          <p:cNvSpPr txBox="1"/>
          <p:nvPr/>
        </p:nvSpPr>
        <p:spPr>
          <a:xfrm>
            <a:off x="4083214" y="9262011"/>
            <a:ext cx="11112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2 x 64 x 42ooo</a:t>
            </a:r>
          </a:p>
        </p:txBody>
      </p:sp>
      <p:sp>
        <p:nvSpPr>
          <p:cNvPr id="111" name="Zylinder 110">
            <a:extLst>
              <a:ext uri="{FF2B5EF4-FFF2-40B4-BE49-F238E27FC236}">
                <a16:creationId xmlns:a16="http://schemas.microsoft.com/office/drawing/2014/main" id="{EEAF48E4-E9A4-2D4B-7617-7D8C20BAC087}"/>
              </a:ext>
            </a:extLst>
          </p:cNvPr>
          <p:cNvSpPr/>
          <p:nvPr/>
        </p:nvSpPr>
        <p:spPr>
          <a:xfrm>
            <a:off x="5961078" y="10934949"/>
            <a:ext cx="1260000" cy="646383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ES</a:t>
            </a:r>
          </a:p>
        </p:txBody>
      </p: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4FD7D465-6D31-BFEF-B46D-1454ADFAA9B3}"/>
              </a:ext>
            </a:extLst>
          </p:cNvPr>
          <p:cNvCxnSpPr>
            <a:cxnSpLocks/>
            <a:stCxn id="7" idx="2"/>
            <a:endCxn id="111" idx="1"/>
          </p:cNvCxnSpPr>
          <p:nvPr/>
        </p:nvCxnSpPr>
        <p:spPr>
          <a:xfrm>
            <a:off x="6591078" y="10438430"/>
            <a:ext cx="0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6" name="Textfeld 115">
            <a:extLst>
              <a:ext uri="{FF2B5EF4-FFF2-40B4-BE49-F238E27FC236}">
                <a16:creationId xmlns:a16="http://schemas.microsoft.com/office/drawing/2014/main" id="{3DF136E3-FD31-8918-9947-5F2C1C7D86FD}"/>
              </a:ext>
            </a:extLst>
          </p:cNvPr>
          <p:cNvSpPr txBox="1"/>
          <p:nvPr/>
        </p:nvSpPr>
        <p:spPr>
          <a:xfrm>
            <a:off x="6591078" y="10559005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080424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217352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146234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146234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146234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146234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957352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925084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266637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976031" y="1237411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784CA366-28F1-C25B-757A-C46EC1D4400F}"/>
              </a:ext>
            </a:extLst>
          </p:cNvPr>
          <p:cNvCxnSpPr>
            <a:cxnSpLocks/>
          </p:cNvCxnSpPr>
          <p:nvPr/>
        </p:nvCxnSpPr>
        <p:spPr>
          <a:xfrm flipV="1">
            <a:off x="7190228" y="8806542"/>
            <a:ext cx="3956006" cy="1500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B4BCD004-1121-6524-C7D5-F21DDF747ABA}"/>
              </a:ext>
            </a:extLst>
          </p:cNvPr>
          <p:cNvSpPr txBox="1"/>
          <p:nvPr/>
        </p:nvSpPr>
        <p:spPr>
          <a:xfrm>
            <a:off x="8841976" y="8590847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4283A065-EFDC-D4DE-E66D-64FF372380E4}"/>
              </a:ext>
            </a:extLst>
          </p:cNvPr>
          <p:cNvCxnSpPr>
            <a:cxnSpLocks/>
          </p:cNvCxnSpPr>
          <p:nvPr/>
        </p:nvCxnSpPr>
        <p:spPr>
          <a:xfrm>
            <a:off x="11153614" y="8878705"/>
            <a:ext cx="7487044" cy="1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BC323A48-6CC7-3B53-AB86-D381F5467C22}"/>
              </a:ext>
            </a:extLst>
          </p:cNvPr>
          <p:cNvSpPr txBox="1"/>
          <p:nvPr/>
        </p:nvSpPr>
        <p:spPr>
          <a:xfrm>
            <a:off x="13547734" y="8643856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8EE26BEE-DA65-743C-4E18-9DBADEDD465A}"/>
              </a:ext>
            </a:extLst>
          </p:cNvPr>
          <p:cNvSpPr txBox="1"/>
          <p:nvPr/>
        </p:nvSpPr>
        <p:spPr>
          <a:xfrm>
            <a:off x="19093740" y="8187657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0DE3C1C8-C579-D0F0-92CB-5CCB5318330E}"/>
              </a:ext>
            </a:extLst>
          </p:cNvPr>
          <p:cNvCxnSpPr>
            <a:cxnSpLocks/>
          </p:cNvCxnSpPr>
          <p:nvPr/>
        </p:nvCxnSpPr>
        <p:spPr>
          <a:xfrm>
            <a:off x="7177678" y="5566804"/>
            <a:ext cx="114629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6E63747B-722D-B5B3-C62D-05734C6E8D7E}"/>
              </a:ext>
            </a:extLst>
          </p:cNvPr>
          <p:cNvSpPr txBox="1"/>
          <p:nvPr/>
        </p:nvSpPr>
        <p:spPr>
          <a:xfrm>
            <a:off x="12869984" y="5341134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E087717E-97C2-CC8A-86D0-A0AD28F8E8F3}"/>
              </a:ext>
            </a:extLst>
          </p:cNvPr>
          <p:cNvSpPr/>
          <p:nvPr/>
        </p:nvSpPr>
        <p:spPr>
          <a:xfrm>
            <a:off x="5960470" y="5341134"/>
            <a:ext cx="1260000" cy="1065692"/>
          </a:xfrm>
          <a:prstGeom prst="rect">
            <a:avLst/>
          </a:prstGeom>
          <a:solidFill>
            <a:schemeClr val="bg1">
              <a:lumMod val="50000"/>
              <a:alpha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1BB23D9F-6730-9632-59F9-D87C79136B20}"/>
              </a:ext>
            </a:extLst>
          </p:cNvPr>
          <p:cNvSpPr/>
          <p:nvPr/>
        </p:nvSpPr>
        <p:spPr>
          <a:xfrm>
            <a:off x="9863375" y="5942832"/>
            <a:ext cx="1260000" cy="463994"/>
          </a:xfrm>
          <a:prstGeom prst="rect">
            <a:avLst/>
          </a:prstGeom>
          <a:solidFill>
            <a:schemeClr val="accent6">
              <a:alpha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7A35A77E-C566-F7DD-8261-C4264E949765}"/>
              </a:ext>
            </a:extLst>
          </p:cNvPr>
          <p:cNvSpPr/>
          <p:nvPr/>
        </p:nvSpPr>
        <p:spPr>
          <a:xfrm>
            <a:off x="18640658" y="5341134"/>
            <a:ext cx="1260000" cy="1065693"/>
          </a:xfrm>
          <a:prstGeom prst="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cxnSp>
        <p:nvCxnSpPr>
          <p:cNvPr id="155" name="Gerader Verbinder 154">
            <a:extLst>
              <a:ext uri="{FF2B5EF4-FFF2-40B4-BE49-F238E27FC236}">
                <a16:creationId xmlns:a16="http://schemas.microsoft.com/office/drawing/2014/main" id="{1E568CB8-CFC1-2854-CA1F-DF16C3ED20D4}"/>
              </a:ext>
            </a:extLst>
          </p:cNvPr>
          <p:cNvCxnSpPr>
            <a:cxnSpLocks/>
            <a:stCxn id="57" idx="2"/>
          </p:cNvCxnSpPr>
          <p:nvPr/>
        </p:nvCxnSpPr>
        <p:spPr>
          <a:xfrm flipH="1">
            <a:off x="6590468" y="6406826"/>
            <a:ext cx="2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56" name="Textfeld 155">
            <a:extLst>
              <a:ext uri="{FF2B5EF4-FFF2-40B4-BE49-F238E27FC236}">
                <a16:creationId xmlns:a16="http://schemas.microsoft.com/office/drawing/2014/main" id="{636D5ACB-A697-732D-CBB5-9E2584C98C70}"/>
              </a:ext>
            </a:extLst>
          </p:cNvPr>
          <p:cNvSpPr txBox="1"/>
          <p:nvPr/>
        </p:nvSpPr>
        <p:spPr>
          <a:xfrm>
            <a:off x="6590468" y="6527401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cxnSp>
        <p:nvCxnSpPr>
          <p:cNvPr id="159" name="Gerader Verbinder 158">
            <a:extLst>
              <a:ext uri="{FF2B5EF4-FFF2-40B4-BE49-F238E27FC236}">
                <a16:creationId xmlns:a16="http://schemas.microsoft.com/office/drawing/2014/main" id="{28938B6D-DD42-C367-3909-01E59FF18F3C}"/>
              </a:ext>
            </a:extLst>
          </p:cNvPr>
          <p:cNvCxnSpPr>
            <a:cxnSpLocks/>
          </p:cNvCxnSpPr>
          <p:nvPr/>
        </p:nvCxnSpPr>
        <p:spPr>
          <a:xfrm>
            <a:off x="11138852" y="6177682"/>
            <a:ext cx="7473430" cy="4214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0" name="Textfeld 159">
            <a:extLst>
              <a:ext uri="{FF2B5EF4-FFF2-40B4-BE49-F238E27FC236}">
                <a16:creationId xmlns:a16="http://schemas.microsoft.com/office/drawing/2014/main" id="{9F687025-CC2A-C9C1-16D8-E004D6B73C48}"/>
              </a:ext>
            </a:extLst>
          </p:cNvPr>
          <p:cNvSpPr txBox="1"/>
          <p:nvPr/>
        </p:nvSpPr>
        <p:spPr>
          <a:xfrm>
            <a:off x="13532972" y="5942833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4200 x 64</a:t>
            </a:r>
          </a:p>
        </p:txBody>
      </p:sp>
      <p:cxnSp>
        <p:nvCxnSpPr>
          <p:cNvPr id="161" name="Gerader Verbinder 160">
            <a:extLst>
              <a:ext uri="{FF2B5EF4-FFF2-40B4-BE49-F238E27FC236}">
                <a16:creationId xmlns:a16="http://schemas.microsoft.com/office/drawing/2014/main" id="{594E8F19-5099-DCB8-648B-0182E8D4BE18}"/>
              </a:ext>
            </a:extLst>
          </p:cNvPr>
          <p:cNvCxnSpPr>
            <a:cxnSpLocks/>
          </p:cNvCxnSpPr>
          <p:nvPr/>
        </p:nvCxnSpPr>
        <p:spPr>
          <a:xfrm flipV="1">
            <a:off x="7152114" y="6250475"/>
            <a:ext cx="3956006" cy="1500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2" name="Textfeld 161">
            <a:extLst>
              <a:ext uri="{FF2B5EF4-FFF2-40B4-BE49-F238E27FC236}">
                <a16:creationId xmlns:a16="http://schemas.microsoft.com/office/drawing/2014/main" id="{B33D63A8-39C3-9AA3-4E80-C654A975A080}"/>
              </a:ext>
            </a:extLst>
          </p:cNvPr>
          <p:cNvSpPr txBox="1"/>
          <p:nvPr/>
        </p:nvSpPr>
        <p:spPr>
          <a:xfrm>
            <a:off x="8656386" y="6034780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217" name="Pfeil: nach unten 216">
            <a:extLst>
              <a:ext uri="{FF2B5EF4-FFF2-40B4-BE49-F238E27FC236}">
                <a16:creationId xmlns:a16="http://schemas.microsoft.com/office/drawing/2014/main" id="{CBDAC551-9C5A-8A6E-FA59-650A19DD3550}"/>
              </a:ext>
            </a:extLst>
          </p:cNvPr>
          <p:cNvSpPr/>
          <p:nvPr/>
        </p:nvSpPr>
        <p:spPr>
          <a:xfrm rot="13604950">
            <a:off x="9392053" y="6682254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218" name="Pfeil: nach unten 217">
            <a:extLst>
              <a:ext uri="{FF2B5EF4-FFF2-40B4-BE49-F238E27FC236}">
                <a16:creationId xmlns:a16="http://schemas.microsoft.com/office/drawing/2014/main" id="{745AACB9-9982-444E-18BB-78CFBD39AB11}"/>
              </a:ext>
            </a:extLst>
          </p:cNvPr>
          <p:cNvSpPr/>
          <p:nvPr/>
        </p:nvSpPr>
        <p:spPr>
          <a:xfrm rot="6592321">
            <a:off x="14814860" y="6163054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cxnSp>
        <p:nvCxnSpPr>
          <p:cNvPr id="219" name="Gerader Verbinder 218">
            <a:extLst>
              <a:ext uri="{FF2B5EF4-FFF2-40B4-BE49-F238E27FC236}">
                <a16:creationId xmlns:a16="http://schemas.microsoft.com/office/drawing/2014/main" id="{16535D00-DA20-9C37-AE31-C34F09051861}"/>
              </a:ext>
            </a:extLst>
          </p:cNvPr>
          <p:cNvCxnSpPr>
            <a:cxnSpLocks/>
          </p:cNvCxnSpPr>
          <p:nvPr/>
        </p:nvCxnSpPr>
        <p:spPr>
          <a:xfrm>
            <a:off x="7311558" y="7861031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20" name="Gerader Verbinder 219">
            <a:extLst>
              <a:ext uri="{FF2B5EF4-FFF2-40B4-BE49-F238E27FC236}">
                <a16:creationId xmlns:a16="http://schemas.microsoft.com/office/drawing/2014/main" id="{FA6B79BC-434F-33F7-42CE-14A0AB371B7A}"/>
              </a:ext>
            </a:extLst>
          </p:cNvPr>
          <p:cNvCxnSpPr>
            <a:cxnSpLocks/>
          </p:cNvCxnSpPr>
          <p:nvPr/>
        </p:nvCxnSpPr>
        <p:spPr>
          <a:xfrm>
            <a:off x="9958884" y="7949931"/>
            <a:ext cx="125557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4A7BE190-93DC-71F2-3BC6-B1E594A78580}"/>
              </a:ext>
            </a:extLst>
          </p:cNvPr>
          <p:cNvCxnSpPr>
            <a:cxnSpLocks/>
          </p:cNvCxnSpPr>
          <p:nvPr/>
        </p:nvCxnSpPr>
        <p:spPr>
          <a:xfrm>
            <a:off x="11223158" y="7822931"/>
            <a:ext cx="312437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22" name="Gerader Verbinder 221">
            <a:extLst>
              <a:ext uri="{FF2B5EF4-FFF2-40B4-BE49-F238E27FC236}">
                <a16:creationId xmlns:a16="http://schemas.microsoft.com/office/drawing/2014/main" id="{89B708AA-D914-44E1-9045-0E0CEC378C96}"/>
              </a:ext>
            </a:extLst>
          </p:cNvPr>
          <p:cNvCxnSpPr>
            <a:cxnSpLocks/>
          </p:cNvCxnSpPr>
          <p:nvPr/>
        </p:nvCxnSpPr>
        <p:spPr>
          <a:xfrm>
            <a:off x="14347526" y="7892826"/>
            <a:ext cx="1255574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23" name="Gerader Verbinder 222">
            <a:extLst>
              <a:ext uri="{FF2B5EF4-FFF2-40B4-BE49-F238E27FC236}">
                <a16:creationId xmlns:a16="http://schemas.microsoft.com/office/drawing/2014/main" id="{F4D25091-2A9E-7E2C-D029-E4A09E2F23DF}"/>
              </a:ext>
            </a:extLst>
          </p:cNvPr>
          <p:cNvCxnSpPr>
            <a:cxnSpLocks/>
          </p:cNvCxnSpPr>
          <p:nvPr/>
        </p:nvCxnSpPr>
        <p:spPr>
          <a:xfrm>
            <a:off x="15611800" y="7816626"/>
            <a:ext cx="31243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Geschweifte Klammer rechts 223">
            <a:extLst>
              <a:ext uri="{FF2B5EF4-FFF2-40B4-BE49-F238E27FC236}">
                <a16:creationId xmlns:a16="http://schemas.microsoft.com/office/drawing/2014/main" id="{8951DA17-AE83-6C5B-221D-C72C44D93739}"/>
              </a:ext>
            </a:extLst>
          </p:cNvPr>
          <p:cNvSpPr/>
          <p:nvPr/>
        </p:nvSpPr>
        <p:spPr>
          <a:xfrm rot="16200000">
            <a:off x="15545904" y="2767872"/>
            <a:ext cx="159086" cy="8732590"/>
          </a:xfrm>
          <a:prstGeom prst="righ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5" name="Textfeld 224">
            <a:extLst>
              <a:ext uri="{FF2B5EF4-FFF2-40B4-BE49-F238E27FC236}">
                <a16:creationId xmlns:a16="http://schemas.microsoft.com/office/drawing/2014/main" id="{8BBF860C-986E-4D78-9F87-5F04364EF030}"/>
              </a:ext>
            </a:extLst>
          </p:cNvPr>
          <p:cNvSpPr txBox="1"/>
          <p:nvPr/>
        </p:nvSpPr>
        <p:spPr>
          <a:xfrm>
            <a:off x="8230362" y="7840709"/>
            <a:ext cx="10534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RestconfLink</a:t>
            </a:r>
          </a:p>
        </p:txBody>
      </p:sp>
      <p:sp>
        <p:nvSpPr>
          <p:cNvPr id="226" name="Textfeld 225">
            <a:extLst>
              <a:ext uri="{FF2B5EF4-FFF2-40B4-BE49-F238E27FC236}">
                <a16:creationId xmlns:a16="http://schemas.microsoft.com/office/drawing/2014/main" id="{8D387E64-4BCA-66B6-70E1-7D45503060B6}"/>
              </a:ext>
            </a:extLst>
          </p:cNvPr>
          <p:cNvSpPr txBox="1"/>
          <p:nvPr/>
        </p:nvSpPr>
        <p:spPr>
          <a:xfrm>
            <a:off x="10027115" y="7722534"/>
            <a:ext cx="1111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MountPointFc</a:t>
            </a:r>
          </a:p>
        </p:txBody>
      </p:sp>
      <p:sp>
        <p:nvSpPr>
          <p:cNvPr id="227" name="Textfeld 226">
            <a:extLst>
              <a:ext uri="{FF2B5EF4-FFF2-40B4-BE49-F238E27FC236}">
                <a16:creationId xmlns:a16="http://schemas.microsoft.com/office/drawing/2014/main" id="{8E4CF222-5866-09E4-CEF1-F77A2E582179}"/>
              </a:ext>
            </a:extLst>
          </p:cNvPr>
          <p:cNvSpPr txBox="1"/>
          <p:nvPr/>
        </p:nvSpPr>
        <p:spPr>
          <a:xfrm>
            <a:off x="14248373" y="7668275"/>
            <a:ext cx="1470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MediatorProcessFc</a:t>
            </a:r>
          </a:p>
        </p:txBody>
      </p:sp>
      <p:sp>
        <p:nvSpPr>
          <p:cNvPr id="228" name="Textfeld 227">
            <a:extLst>
              <a:ext uri="{FF2B5EF4-FFF2-40B4-BE49-F238E27FC236}">
                <a16:creationId xmlns:a16="http://schemas.microsoft.com/office/drawing/2014/main" id="{41F604F7-3B97-16A0-7639-BAE0AC5FCB99}"/>
              </a:ext>
            </a:extLst>
          </p:cNvPr>
          <p:cNvSpPr txBox="1"/>
          <p:nvPr/>
        </p:nvSpPr>
        <p:spPr>
          <a:xfrm>
            <a:off x="12394312" y="7806774"/>
            <a:ext cx="995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NetconfLink</a:t>
            </a:r>
          </a:p>
        </p:txBody>
      </p:sp>
      <p:sp>
        <p:nvSpPr>
          <p:cNvPr id="229" name="Textfeld 228">
            <a:extLst>
              <a:ext uri="{FF2B5EF4-FFF2-40B4-BE49-F238E27FC236}">
                <a16:creationId xmlns:a16="http://schemas.microsoft.com/office/drawing/2014/main" id="{872B2AA5-9684-873A-DAA2-C5063F168B48}"/>
              </a:ext>
            </a:extLst>
          </p:cNvPr>
          <p:cNvSpPr txBox="1"/>
          <p:nvPr/>
        </p:nvSpPr>
        <p:spPr>
          <a:xfrm>
            <a:off x="16717929" y="7804463"/>
            <a:ext cx="848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SnmpLink</a:t>
            </a:r>
          </a:p>
        </p:txBody>
      </p:sp>
      <p:sp>
        <p:nvSpPr>
          <p:cNvPr id="230" name="Geschweifte Klammer rechts 229">
            <a:extLst>
              <a:ext uri="{FF2B5EF4-FFF2-40B4-BE49-F238E27FC236}">
                <a16:creationId xmlns:a16="http://schemas.microsoft.com/office/drawing/2014/main" id="{1B2B2BE4-7CF1-023D-7FF4-FF94CA235C90}"/>
              </a:ext>
            </a:extLst>
          </p:cNvPr>
          <p:cNvSpPr/>
          <p:nvPr/>
        </p:nvSpPr>
        <p:spPr>
          <a:xfrm rot="16200000">
            <a:off x="9187811" y="5179668"/>
            <a:ext cx="159086" cy="3911602"/>
          </a:xfrm>
          <a:prstGeom prst="rightBrac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6637CC3F-39A7-3055-AC71-8B42005C3657}"/>
              </a:ext>
            </a:extLst>
          </p:cNvPr>
          <p:cNvSpPr txBox="1"/>
          <p:nvPr/>
        </p:nvSpPr>
        <p:spPr>
          <a:xfrm>
            <a:off x="11174955" y="7589862"/>
            <a:ext cx="10143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&lt;get-config&gt;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67DAE4BA-5DD0-3D10-73F5-7811C838F76D}"/>
              </a:ext>
            </a:extLst>
          </p:cNvPr>
          <p:cNvSpPr txBox="1"/>
          <p:nvPr/>
        </p:nvSpPr>
        <p:spPr>
          <a:xfrm>
            <a:off x="7243327" y="7643268"/>
            <a:ext cx="452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GET</a:t>
            </a:r>
          </a:p>
        </p:txBody>
      </p:sp>
      <p:cxnSp>
        <p:nvCxnSpPr>
          <p:cNvPr id="233" name="Gerader Verbinder 232">
            <a:extLst>
              <a:ext uri="{FF2B5EF4-FFF2-40B4-BE49-F238E27FC236}">
                <a16:creationId xmlns:a16="http://schemas.microsoft.com/office/drawing/2014/main" id="{0BD0BBE8-B1D8-0794-495D-B0AA36DE01CC}"/>
              </a:ext>
            </a:extLst>
          </p:cNvPr>
          <p:cNvCxnSpPr>
            <a:cxnSpLocks/>
          </p:cNvCxnSpPr>
          <p:nvPr/>
        </p:nvCxnSpPr>
        <p:spPr>
          <a:xfrm flipV="1">
            <a:off x="7288078" y="7485776"/>
            <a:ext cx="3956006" cy="1500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4" name="Textfeld 233">
            <a:extLst>
              <a:ext uri="{FF2B5EF4-FFF2-40B4-BE49-F238E27FC236}">
                <a16:creationId xmlns:a16="http://schemas.microsoft.com/office/drawing/2014/main" id="{E192759D-A425-2BC5-ACF9-3D217D790BAF}"/>
              </a:ext>
            </a:extLst>
          </p:cNvPr>
          <p:cNvSpPr txBox="1"/>
          <p:nvPr/>
        </p:nvSpPr>
        <p:spPr>
          <a:xfrm>
            <a:off x="8792350" y="7270081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cxnSp>
        <p:nvCxnSpPr>
          <p:cNvPr id="235" name="Gerader Verbinder 234">
            <a:extLst>
              <a:ext uri="{FF2B5EF4-FFF2-40B4-BE49-F238E27FC236}">
                <a16:creationId xmlns:a16="http://schemas.microsoft.com/office/drawing/2014/main" id="{97BB8CA5-5A7C-ED54-E5E0-9F16DFE5073E}"/>
              </a:ext>
            </a:extLst>
          </p:cNvPr>
          <p:cNvCxnSpPr>
            <a:cxnSpLocks/>
          </p:cNvCxnSpPr>
          <p:nvPr/>
        </p:nvCxnSpPr>
        <p:spPr>
          <a:xfrm>
            <a:off x="11259152" y="7483417"/>
            <a:ext cx="7487044" cy="1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6" name="Textfeld 235">
            <a:extLst>
              <a:ext uri="{FF2B5EF4-FFF2-40B4-BE49-F238E27FC236}">
                <a16:creationId xmlns:a16="http://schemas.microsoft.com/office/drawing/2014/main" id="{98C8E64A-278A-5F82-E33E-6CBCFCCE6705}"/>
              </a:ext>
            </a:extLst>
          </p:cNvPr>
          <p:cNvSpPr txBox="1"/>
          <p:nvPr/>
        </p:nvSpPr>
        <p:spPr>
          <a:xfrm>
            <a:off x="13653272" y="7248568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749DA09-6288-202C-3744-45770460D429}"/>
              </a:ext>
            </a:extLst>
          </p:cNvPr>
          <p:cNvCxnSpPr/>
          <p:nvPr/>
        </p:nvCxnSpPr>
        <p:spPr>
          <a:xfrm flipH="1">
            <a:off x="3541714" y="4013201"/>
            <a:ext cx="15552027" cy="75681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3040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B07028-9DDA-7F66-B27B-353CE67D042F}"/>
              </a:ext>
            </a:extLst>
          </p:cNvPr>
          <p:cNvSpPr/>
          <p:nvPr/>
        </p:nvSpPr>
        <p:spPr>
          <a:xfrm>
            <a:off x="9863985" y="4149228"/>
            <a:ext cx="1260000" cy="12600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AB3C92-1309-21F9-5A2A-D5B19E58CC97}"/>
              </a:ext>
            </a:extLst>
          </p:cNvPr>
          <p:cNvCxnSpPr>
            <a:cxnSpLocks/>
            <a:stCxn id="23" idx="6"/>
            <a:endCxn id="11" idx="2"/>
          </p:cNvCxnSpPr>
          <p:nvPr/>
        </p:nvCxnSpPr>
        <p:spPr>
          <a:xfrm flipV="1">
            <a:off x="7243940" y="5105658"/>
            <a:ext cx="3232504" cy="1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D9ACD396-053F-098F-6E39-579A071B2680}"/>
              </a:ext>
            </a:extLst>
          </p:cNvPr>
          <p:cNvSpPr/>
          <p:nvPr/>
        </p:nvSpPr>
        <p:spPr>
          <a:xfrm>
            <a:off x="5961080" y="4149228"/>
            <a:ext cx="1260000" cy="126000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DE4D244-E117-810E-FE87-3CCDF7FC1B8C}"/>
              </a:ext>
            </a:extLst>
          </p:cNvPr>
          <p:cNvSpPr/>
          <p:nvPr/>
        </p:nvSpPr>
        <p:spPr>
          <a:xfrm>
            <a:off x="7197611" y="4429940"/>
            <a:ext cx="45719" cy="45719"/>
          </a:xfrm>
          <a:prstGeom prst="ellips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012ABAB0-185A-7992-9793-D8DD22CF49D2}"/>
              </a:ext>
            </a:extLst>
          </p:cNvPr>
          <p:cNvSpPr/>
          <p:nvPr/>
        </p:nvSpPr>
        <p:spPr>
          <a:xfrm>
            <a:off x="7198221" y="5082799"/>
            <a:ext cx="45719" cy="45719"/>
          </a:xfrm>
          <a:prstGeom prst="ellipse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0D90752-E600-F455-0214-43CAB7E7F87E}"/>
              </a:ext>
            </a:extLst>
          </p:cNvPr>
          <p:cNvSpPr/>
          <p:nvPr/>
        </p:nvSpPr>
        <p:spPr>
          <a:xfrm>
            <a:off x="14252628" y="4149228"/>
            <a:ext cx="1260000" cy="126000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solidFill>
              <a:schemeClr val="accent5">
                <a:shade val="15000"/>
                <a:alpha val="2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BB5D594-F1DB-B50A-6F3D-508ABF55786F}"/>
              </a:ext>
            </a:extLst>
          </p:cNvPr>
          <p:cNvSpPr/>
          <p:nvPr/>
        </p:nvSpPr>
        <p:spPr>
          <a:xfrm>
            <a:off x="18641268" y="4149228"/>
            <a:ext cx="1260000" cy="12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5787C7D1-BC29-2037-C7E6-1111E88F43A2}"/>
              </a:ext>
            </a:extLst>
          </p:cNvPr>
          <p:cNvSpPr/>
          <p:nvPr/>
        </p:nvSpPr>
        <p:spPr>
          <a:xfrm>
            <a:off x="18612283" y="4429940"/>
            <a:ext cx="45719" cy="45719"/>
          </a:xfrm>
          <a:prstGeom prst="ellips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D4D61CF3-37D7-0039-79B0-B9C56150DD73}"/>
              </a:ext>
            </a:extLst>
          </p:cNvPr>
          <p:cNvSpPr/>
          <p:nvPr/>
        </p:nvSpPr>
        <p:spPr>
          <a:xfrm>
            <a:off x="18612893" y="5082799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D99F935-BC1C-7FB5-AA10-C25DB56C26BA}"/>
              </a:ext>
            </a:extLst>
          </p:cNvPr>
          <p:cNvCxnSpPr>
            <a:cxnSpLocks/>
            <a:stCxn id="11" idx="6"/>
            <a:endCxn id="45" idx="2"/>
          </p:cNvCxnSpPr>
          <p:nvPr/>
        </p:nvCxnSpPr>
        <p:spPr>
          <a:xfrm>
            <a:off x="10522163" y="5105658"/>
            <a:ext cx="8090730" cy="1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10976B8C-D8E4-9C83-78A0-E39C05AC7017}"/>
              </a:ext>
            </a:extLst>
          </p:cNvPr>
          <p:cNvSpPr txBox="1"/>
          <p:nvPr/>
        </p:nvSpPr>
        <p:spPr>
          <a:xfrm>
            <a:off x="11517462" y="4866608"/>
            <a:ext cx="2393605" cy="2718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425"/>
              </a:lnSpc>
            </a:pPr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ManagementPlaneTransportFc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B2B3BEB-4ABD-3B35-BFD8-E9EC20B947F6}"/>
              </a:ext>
            </a:extLst>
          </p:cNvPr>
          <p:cNvSpPr txBox="1"/>
          <p:nvPr/>
        </p:nvSpPr>
        <p:spPr>
          <a:xfrm>
            <a:off x="7358960" y="4869226"/>
            <a:ext cx="2393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ManagementPlaneTransportFc</a:t>
            </a:r>
            <a:endParaRPr lang="de-DE" sz="1200"/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080424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217352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146234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146234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146234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146234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957352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925084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266637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976031" y="1237411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4467E6A2-317A-7399-239A-7143D344A89A}"/>
              </a:ext>
            </a:extLst>
          </p:cNvPr>
          <p:cNvCxnSpPr>
            <a:cxnSpLocks/>
            <a:stCxn id="21" idx="6"/>
            <a:endCxn id="43" idx="2"/>
          </p:cNvCxnSpPr>
          <p:nvPr/>
        </p:nvCxnSpPr>
        <p:spPr>
          <a:xfrm>
            <a:off x="7243330" y="4452800"/>
            <a:ext cx="11368953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F6912587-3ADE-4684-D959-D1BFE18A4095}"/>
              </a:ext>
            </a:extLst>
          </p:cNvPr>
          <p:cNvSpPr txBox="1"/>
          <p:nvPr/>
        </p:nvSpPr>
        <p:spPr>
          <a:xfrm>
            <a:off x="11899777" y="4238067"/>
            <a:ext cx="16289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ManagementPlaneFc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44A8998-058C-2B1D-D901-032ED19F4C09}"/>
              </a:ext>
            </a:extLst>
          </p:cNvPr>
          <p:cNvSpPr txBox="1"/>
          <p:nvPr/>
        </p:nvSpPr>
        <p:spPr>
          <a:xfrm>
            <a:off x="8243016" y="4563091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uuid2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2C1DBE5-A1E7-FA00-FB16-E03A40A0628A}"/>
              </a:ext>
            </a:extLst>
          </p:cNvPr>
          <p:cNvSpPr/>
          <p:nvPr/>
        </p:nvSpPr>
        <p:spPr>
          <a:xfrm>
            <a:off x="10476444" y="5082798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307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hteck 124">
            <a:extLst>
              <a:ext uri="{FF2B5EF4-FFF2-40B4-BE49-F238E27FC236}">
                <a16:creationId xmlns:a16="http://schemas.microsoft.com/office/drawing/2014/main" id="{A59DC202-6741-C7BF-D94C-506A3CC9AA0D}"/>
              </a:ext>
            </a:extLst>
          </p:cNvPr>
          <p:cNvSpPr/>
          <p:nvPr/>
        </p:nvSpPr>
        <p:spPr>
          <a:xfrm>
            <a:off x="9863374" y="4151619"/>
            <a:ext cx="1260000" cy="12600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  <a:p>
            <a:pPr algn="ctr"/>
            <a:endParaRPr lang="de-DE" sz="2000"/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080424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217352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146234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146234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146234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146234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957352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925084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266637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976031" y="1237411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81F2B893-A78C-DB45-E609-0702CBF01171}"/>
              </a:ext>
            </a:extLst>
          </p:cNvPr>
          <p:cNvSpPr/>
          <p:nvPr/>
        </p:nvSpPr>
        <p:spPr>
          <a:xfrm>
            <a:off x="14252628" y="4157155"/>
            <a:ext cx="1260000" cy="126000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solidFill>
              <a:schemeClr val="accent5">
                <a:shade val="15000"/>
                <a:alpha val="2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9BE7CFCC-A952-3E88-0CBA-D5EF119C83C1}"/>
              </a:ext>
            </a:extLst>
          </p:cNvPr>
          <p:cNvSpPr/>
          <p:nvPr/>
        </p:nvSpPr>
        <p:spPr>
          <a:xfrm>
            <a:off x="18641268" y="4157155"/>
            <a:ext cx="1260000" cy="1260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07" name="Ellipse 106">
            <a:extLst>
              <a:ext uri="{FF2B5EF4-FFF2-40B4-BE49-F238E27FC236}">
                <a16:creationId xmlns:a16="http://schemas.microsoft.com/office/drawing/2014/main" id="{942D1C69-C807-1B99-EFB7-540D9D2FEECC}"/>
              </a:ext>
            </a:extLst>
          </p:cNvPr>
          <p:cNvSpPr/>
          <p:nvPr/>
        </p:nvSpPr>
        <p:spPr>
          <a:xfrm>
            <a:off x="7198221" y="4429850"/>
            <a:ext cx="45719" cy="45719"/>
          </a:xfrm>
          <a:prstGeom prst="ellipse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64635193-B0A3-EA22-1448-07B969191FCE}"/>
              </a:ext>
            </a:extLst>
          </p:cNvPr>
          <p:cNvSpPr txBox="1"/>
          <p:nvPr/>
        </p:nvSpPr>
        <p:spPr>
          <a:xfrm>
            <a:off x="7358960" y="4216277"/>
            <a:ext cx="2393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ManagementPlaneTransportFc</a:t>
            </a:r>
            <a:endParaRPr lang="de-DE" sz="1200"/>
          </a:p>
        </p:txBody>
      </p:sp>
      <p:sp>
        <p:nvSpPr>
          <p:cNvPr id="117" name="Rechteck 116">
            <a:extLst>
              <a:ext uri="{FF2B5EF4-FFF2-40B4-BE49-F238E27FC236}">
                <a16:creationId xmlns:a16="http://schemas.microsoft.com/office/drawing/2014/main" id="{92C882CD-80C9-C8C6-9B5B-8CE7CD3FBC3B}"/>
              </a:ext>
            </a:extLst>
          </p:cNvPr>
          <p:cNvSpPr/>
          <p:nvPr/>
        </p:nvSpPr>
        <p:spPr>
          <a:xfrm>
            <a:off x="5960469" y="4151619"/>
            <a:ext cx="1260000" cy="126000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01B9A9A2-1F58-3FDE-2BB4-DEE0581A5CB4}"/>
              </a:ext>
            </a:extLst>
          </p:cNvPr>
          <p:cNvSpPr/>
          <p:nvPr/>
        </p:nvSpPr>
        <p:spPr>
          <a:xfrm>
            <a:off x="7197000" y="4432331"/>
            <a:ext cx="45719" cy="45719"/>
          </a:xfrm>
          <a:prstGeom prst="ellipse">
            <a:avLst/>
          </a:prstGeom>
          <a:solidFill>
            <a:schemeClr val="bg1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1B7E2370-CA0E-FDD6-8B4C-2E5EF24CF67B}"/>
              </a:ext>
            </a:extLst>
          </p:cNvPr>
          <p:cNvSpPr/>
          <p:nvPr/>
        </p:nvSpPr>
        <p:spPr>
          <a:xfrm>
            <a:off x="7197610" y="4758760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3694F2F5-1F61-A876-9E60-0B4397A3D25F}"/>
              </a:ext>
            </a:extLst>
          </p:cNvPr>
          <p:cNvSpPr/>
          <p:nvPr/>
        </p:nvSpPr>
        <p:spPr>
          <a:xfrm>
            <a:off x="7197610" y="5085190"/>
            <a:ext cx="45719" cy="45719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8" name="Ellipse 127">
            <a:extLst>
              <a:ext uri="{FF2B5EF4-FFF2-40B4-BE49-F238E27FC236}">
                <a16:creationId xmlns:a16="http://schemas.microsoft.com/office/drawing/2014/main" id="{4E6EEC50-A828-9D2E-8817-70AA2B9DBF47}"/>
              </a:ext>
            </a:extLst>
          </p:cNvPr>
          <p:cNvSpPr/>
          <p:nvPr/>
        </p:nvSpPr>
        <p:spPr>
          <a:xfrm>
            <a:off x="10470514" y="5108049"/>
            <a:ext cx="45719" cy="45719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5AAA43F5-9A60-A04F-CF26-95AF9931685F}"/>
              </a:ext>
            </a:extLst>
          </p:cNvPr>
          <p:cNvCxnSpPr>
            <a:cxnSpLocks/>
            <a:stCxn id="122" idx="6"/>
            <a:endCxn id="5" idx="2"/>
          </p:cNvCxnSpPr>
          <p:nvPr/>
        </p:nvCxnSpPr>
        <p:spPr>
          <a:xfrm>
            <a:off x="7243329" y="4781620"/>
            <a:ext cx="3227185" cy="5536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4" name="Textfeld 133">
            <a:extLst>
              <a:ext uri="{FF2B5EF4-FFF2-40B4-BE49-F238E27FC236}">
                <a16:creationId xmlns:a16="http://schemas.microsoft.com/office/drawing/2014/main" id="{10249A19-10F8-4F42-1E5C-9AEA67855AFA}"/>
              </a:ext>
            </a:extLst>
          </p:cNvPr>
          <p:cNvSpPr txBox="1"/>
          <p:nvPr/>
        </p:nvSpPr>
        <p:spPr>
          <a:xfrm>
            <a:off x="7953673" y="4555301"/>
            <a:ext cx="12041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RestconfLink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288AB854-6938-CE0E-0D93-28C3C3E890F6}"/>
              </a:ext>
            </a:extLst>
          </p:cNvPr>
          <p:cNvCxnSpPr>
            <a:cxnSpLocks/>
            <a:stCxn id="107" idx="6"/>
            <a:endCxn id="8" idx="2"/>
          </p:cNvCxnSpPr>
          <p:nvPr/>
        </p:nvCxnSpPr>
        <p:spPr>
          <a:xfrm>
            <a:off x="7243940" y="4452710"/>
            <a:ext cx="3229743" cy="138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Ellipse 4">
            <a:extLst>
              <a:ext uri="{FF2B5EF4-FFF2-40B4-BE49-F238E27FC236}">
                <a16:creationId xmlns:a16="http://schemas.microsoft.com/office/drawing/2014/main" id="{F9CB11C8-0EBC-F424-F019-52B1CE750A86}"/>
              </a:ext>
            </a:extLst>
          </p:cNvPr>
          <p:cNvSpPr/>
          <p:nvPr/>
        </p:nvSpPr>
        <p:spPr>
          <a:xfrm>
            <a:off x="10470514" y="4764296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B047050-6A4A-5A78-7D7A-0B02BD5DAA19}"/>
              </a:ext>
            </a:extLst>
          </p:cNvPr>
          <p:cNvSpPr/>
          <p:nvPr/>
        </p:nvSpPr>
        <p:spPr>
          <a:xfrm>
            <a:off x="10473683" y="4431230"/>
            <a:ext cx="45719" cy="45719"/>
          </a:xfrm>
          <a:prstGeom prst="ellipse">
            <a:avLst/>
          </a:prstGeom>
          <a:solidFill>
            <a:schemeClr val="bg1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</p:spTree>
    <p:extLst>
      <p:ext uri="{BB962C8B-B14F-4D97-AF65-F5344CB8AC3E}">
        <p14:creationId xmlns:p14="http://schemas.microsoft.com/office/powerpoint/2010/main" val="3103104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080424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217352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146234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146234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146234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146234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957352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925084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266637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976031" y="1237411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3ED78662-2A96-30AA-F3D5-01A49570358E}"/>
              </a:ext>
            </a:extLst>
          </p:cNvPr>
          <p:cNvSpPr/>
          <p:nvPr/>
        </p:nvSpPr>
        <p:spPr>
          <a:xfrm>
            <a:off x="5959859" y="4157519"/>
            <a:ext cx="1260000" cy="12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solidFill>
              <a:schemeClr val="accent6">
                <a:shade val="15000"/>
                <a:alpha val="2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65F9F537-E439-F6E8-242E-7EF2AB2D1B86}"/>
              </a:ext>
            </a:extLst>
          </p:cNvPr>
          <p:cNvSpPr/>
          <p:nvPr/>
        </p:nvSpPr>
        <p:spPr>
          <a:xfrm>
            <a:off x="9862764" y="4157519"/>
            <a:ext cx="1260000" cy="12600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  <a:p>
            <a:pPr algn="ctr"/>
            <a:endParaRPr lang="de-DE" sz="2000"/>
          </a:p>
        </p:txBody>
      </p:sp>
      <p:sp>
        <p:nvSpPr>
          <p:cNvPr id="179" name="Rechteck 178">
            <a:extLst>
              <a:ext uri="{FF2B5EF4-FFF2-40B4-BE49-F238E27FC236}">
                <a16:creationId xmlns:a16="http://schemas.microsoft.com/office/drawing/2014/main" id="{8404B881-7652-7153-B2F4-444541516FF0}"/>
              </a:ext>
            </a:extLst>
          </p:cNvPr>
          <p:cNvSpPr/>
          <p:nvPr/>
        </p:nvSpPr>
        <p:spPr>
          <a:xfrm>
            <a:off x="14251407" y="4157519"/>
            <a:ext cx="1260000" cy="12600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900"/>
          </a:p>
          <a:p>
            <a:pPr algn="ctr"/>
            <a:endParaRPr lang="de-DE" sz="1440"/>
          </a:p>
          <a:p>
            <a:pPr algn="ctr"/>
            <a:r>
              <a:rPr lang="de-DE" sz="1440"/>
              <a:t>Mediator</a:t>
            </a:r>
          </a:p>
        </p:txBody>
      </p:sp>
      <p:sp>
        <p:nvSpPr>
          <p:cNvPr id="187" name="Rechteck 186">
            <a:extLst>
              <a:ext uri="{FF2B5EF4-FFF2-40B4-BE49-F238E27FC236}">
                <a16:creationId xmlns:a16="http://schemas.microsoft.com/office/drawing/2014/main" id="{4A367FCB-79B0-120B-7D5E-50786E9568C7}"/>
              </a:ext>
            </a:extLst>
          </p:cNvPr>
          <p:cNvSpPr/>
          <p:nvPr/>
        </p:nvSpPr>
        <p:spPr>
          <a:xfrm>
            <a:off x="18640047" y="4157519"/>
            <a:ext cx="1260000" cy="12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88" name="Ellipse 187">
            <a:extLst>
              <a:ext uri="{FF2B5EF4-FFF2-40B4-BE49-F238E27FC236}">
                <a16:creationId xmlns:a16="http://schemas.microsoft.com/office/drawing/2014/main" id="{5A939DF4-EBBB-9AC6-1140-7A66818D61B3}"/>
              </a:ext>
            </a:extLst>
          </p:cNvPr>
          <p:cNvSpPr/>
          <p:nvPr/>
        </p:nvSpPr>
        <p:spPr>
          <a:xfrm>
            <a:off x="18611062" y="4438231"/>
            <a:ext cx="45719" cy="45719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89" name="Ellipse 188">
            <a:extLst>
              <a:ext uri="{FF2B5EF4-FFF2-40B4-BE49-F238E27FC236}">
                <a16:creationId xmlns:a16="http://schemas.microsoft.com/office/drawing/2014/main" id="{34D51D38-7B67-569D-4340-87C47014F0AE}"/>
              </a:ext>
            </a:extLst>
          </p:cNvPr>
          <p:cNvSpPr/>
          <p:nvPr/>
        </p:nvSpPr>
        <p:spPr>
          <a:xfrm>
            <a:off x="18611672" y="4764660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B6AC246A-756E-DAB9-3397-0AEEBEFA8769}"/>
              </a:ext>
            </a:extLst>
          </p:cNvPr>
          <p:cNvCxnSpPr>
            <a:cxnSpLocks/>
            <a:stCxn id="4" idx="6"/>
            <a:endCxn id="9" idx="2"/>
          </p:cNvCxnSpPr>
          <p:nvPr/>
        </p:nvCxnSpPr>
        <p:spPr>
          <a:xfrm>
            <a:off x="10517598" y="4787520"/>
            <a:ext cx="4342918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8" name="Gerader Verbinder 197">
            <a:extLst>
              <a:ext uri="{FF2B5EF4-FFF2-40B4-BE49-F238E27FC236}">
                <a16:creationId xmlns:a16="http://schemas.microsoft.com/office/drawing/2014/main" id="{4884B5B2-B783-A64A-45EA-13CB7F61E01A}"/>
              </a:ext>
            </a:extLst>
          </p:cNvPr>
          <p:cNvCxnSpPr>
            <a:cxnSpLocks/>
            <a:endCxn id="189" idx="2"/>
          </p:cNvCxnSpPr>
          <p:nvPr/>
        </p:nvCxnSpPr>
        <p:spPr>
          <a:xfrm>
            <a:off x="14902398" y="4787519"/>
            <a:ext cx="3709274" cy="1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99" name="Textfeld 198">
            <a:extLst>
              <a:ext uri="{FF2B5EF4-FFF2-40B4-BE49-F238E27FC236}">
                <a16:creationId xmlns:a16="http://schemas.microsoft.com/office/drawing/2014/main" id="{14A77B87-AF25-623C-03D0-F2AEEEA4E27B}"/>
              </a:ext>
            </a:extLst>
          </p:cNvPr>
          <p:cNvSpPr txBox="1"/>
          <p:nvPr/>
        </p:nvSpPr>
        <p:spPr>
          <a:xfrm>
            <a:off x="16641781" y="4561200"/>
            <a:ext cx="848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SnmpLink</a:t>
            </a:r>
          </a:p>
        </p:txBody>
      </p:sp>
      <p:sp>
        <p:nvSpPr>
          <p:cNvPr id="200" name="Textfeld 199">
            <a:extLst>
              <a:ext uri="{FF2B5EF4-FFF2-40B4-BE49-F238E27FC236}">
                <a16:creationId xmlns:a16="http://schemas.microsoft.com/office/drawing/2014/main" id="{D31F9D91-2800-195E-79D7-2067E9849F93}"/>
              </a:ext>
            </a:extLst>
          </p:cNvPr>
          <p:cNvSpPr txBox="1"/>
          <p:nvPr/>
        </p:nvSpPr>
        <p:spPr>
          <a:xfrm>
            <a:off x="12082282" y="4561200"/>
            <a:ext cx="9950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NetconfLink</a:t>
            </a:r>
          </a:p>
        </p:txBody>
      </p:sp>
      <p:sp>
        <p:nvSpPr>
          <p:cNvPr id="205" name="Ellipse 204">
            <a:extLst>
              <a:ext uri="{FF2B5EF4-FFF2-40B4-BE49-F238E27FC236}">
                <a16:creationId xmlns:a16="http://schemas.microsoft.com/office/drawing/2014/main" id="{70B1D5AF-540D-623A-27DB-59932A6F2ED6}"/>
              </a:ext>
            </a:extLst>
          </p:cNvPr>
          <p:cNvSpPr/>
          <p:nvPr/>
        </p:nvSpPr>
        <p:spPr>
          <a:xfrm>
            <a:off x="18617799" y="4437693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BF57349F-6587-E3C5-84F2-46F65ECC64DD}"/>
              </a:ext>
            </a:extLst>
          </p:cNvPr>
          <p:cNvSpPr txBox="1"/>
          <p:nvPr/>
        </p:nvSpPr>
        <p:spPr>
          <a:xfrm>
            <a:off x="11522368" y="4221502"/>
            <a:ext cx="2393605" cy="2718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425"/>
              </a:lnSpc>
            </a:pPr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ManagementPlaneTransportFc</a:t>
            </a:r>
          </a:p>
        </p:txBody>
      </p: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5D5EA44F-52DC-DB6C-6E61-F46B72575118}"/>
              </a:ext>
            </a:extLst>
          </p:cNvPr>
          <p:cNvCxnSpPr>
            <a:cxnSpLocks/>
            <a:stCxn id="16" idx="6"/>
            <a:endCxn id="205" idx="2"/>
          </p:cNvCxnSpPr>
          <p:nvPr/>
        </p:nvCxnSpPr>
        <p:spPr>
          <a:xfrm>
            <a:off x="10513761" y="4460553"/>
            <a:ext cx="810403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8" name="Ellipse 27">
            <a:extLst>
              <a:ext uri="{FF2B5EF4-FFF2-40B4-BE49-F238E27FC236}">
                <a16:creationId xmlns:a16="http://schemas.microsoft.com/office/drawing/2014/main" id="{9240DD67-F57C-0FF6-D297-2C5D9228A8A0}"/>
              </a:ext>
            </a:extLst>
          </p:cNvPr>
          <p:cNvSpPr/>
          <p:nvPr/>
        </p:nvSpPr>
        <p:spPr>
          <a:xfrm>
            <a:off x="18611059" y="5081668"/>
            <a:ext cx="45719" cy="45719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6CCDFBBA-CE14-47E6-8A78-104EFE0B0147}"/>
              </a:ext>
            </a:extLst>
          </p:cNvPr>
          <p:cNvSpPr/>
          <p:nvPr/>
        </p:nvSpPr>
        <p:spPr>
          <a:xfrm>
            <a:off x="10471879" y="4764660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F6893BF-4E56-A923-8609-8D8A6A5459DC}"/>
              </a:ext>
            </a:extLst>
          </p:cNvPr>
          <p:cNvSpPr/>
          <p:nvPr/>
        </p:nvSpPr>
        <p:spPr>
          <a:xfrm>
            <a:off x="10468042" y="5081667"/>
            <a:ext cx="45719" cy="45719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AF8BB0A2-9D7E-E1B8-488B-F6FC5414EBB7}"/>
              </a:ext>
            </a:extLst>
          </p:cNvPr>
          <p:cNvSpPr/>
          <p:nvPr/>
        </p:nvSpPr>
        <p:spPr>
          <a:xfrm>
            <a:off x="14860516" y="4764660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F90F1AB-84C8-F981-3171-8BC780B3699C}"/>
              </a:ext>
            </a:extLst>
          </p:cNvPr>
          <p:cNvSpPr/>
          <p:nvPr/>
        </p:nvSpPr>
        <p:spPr>
          <a:xfrm>
            <a:off x="14856679" y="5081667"/>
            <a:ext cx="45719" cy="45719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E973A3D4-82C5-B98B-0379-6E42C629E437}"/>
              </a:ext>
            </a:extLst>
          </p:cNvPr>
          <p:cNvSpPr/>
          <p:nvPr/>
        </p:nvSpPr>
        <p:spPr>
          <a:xfrm>
            <a:off x="10468042" y="4437693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6777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ylinder 7">
            <a:extLst>
              <a:ext uri="{FF2B5EF4-FFF2-40B4-BE49-F238E27FC236}">
                <a16:creationId xmlns:a16="http://schemas.microsoft.com/office/drawing/2014/main" id="{58C6F6F5-FDE9-72D4-72A6-762B03B7FDF9}"/>
              </a:ext>
            </a:extLst>
          </p:cNvPr>
          <p:cNvSpPr/>
          <p:nvPr/>
        </p:nvSpPr>
        <p:spPr>
          <a:xfrm>
            <a:off x="304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Candidate</a:t>
            </a:r>
          </a:p>
        </p:txBody>
      </p:sp>
      <p:sp>
        <p:nvSpPr>
          <p:cNvPr id="23" name="Zylinder 22">
            <a:extLst>
              <a:ext uri="{FF2B5EF4-FFF2-40B4-BE49-F238E27FC236}">
                <a16:creationId xmlns:a16="http://schemas.microsoft.com/office/drawing/2014/main" id="{A9945C73-B19E-31C0-919B-03789645244D}"/>
              </a:ext>
            </a:extLst>
          </p:cNvPr>
          <p:cNvSpPr/>
          <p:nvPr/>
        </p:nvSpPr>
        <p:spPr>
          <a:xfrm>
            <a:off x="4933097" y="2612572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Running</a:t>
            </a:r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C5E74D6C-5038-AE16-6E4A-780494395AD6}"/>
              </a:ext>
            </a:extLst>
          </p:cNvPr>
          <p:cNvSpPr/>
          <p:nvPr/>
        </p:nvSpPr>
        <p:spPr>
          <a:xfrm>
            <a:off x="682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Startup</a:t>
            </a:r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DABF2D86-EEE8-57D3-6E73-9CFCC325D29E}"/>
              </a:ext>
            </a:extLst>
          </p:cNvPr>
          <p:cNvSpPr/>
          <p:nvPr/>
        </p:nvSpPr>
        <p:spPr>
          <a:xfrm>
            <a:off x="4933097" y="5370288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Operational</a:t>
            </a:r>
          </a:p>
        </p:txBody>
      </p:sp>
      <p:sp>
        <p:nvSpPr>
          <p:cNvPr id="27" name="Zylinder 26">
            <a:extLst>
              <a:ext uri="{FF2B5EF4-FFF2-40B4-BE49-F238E27FC236}">
                <a16:creationId xmlns:a16="http://schemas.microsoft.com/office/drawing/2014/main" id="{5D3E903C-0427-BEF8-08E7-9876F5058803}"/>
              </a:ext>
            </a:extLst>
          </p:cNvPr>
          <p:cNvSpPr/>
          <p:nvPr/>
        </p:nvSpPr>
        <p:spPr>
          <a:xfrm>
            <a:off x="4933097" y="3991430"/>
            <a:ext cx="1260000" cy="1132114"/>
          </a:xfrm>
          <a:prstGeom prst="can">
            <a:avLst/>
          </a:prstGeom>
          <a:solidFill>
            <a:schemeClr val="bg1">
              <a:lumMod val="50000"/>
              <a:alpha val="50000"/>
            </a:schemeClr>
          </a:solidFill>
          <a:ln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Intended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1389CC2B-9887-1818-7EEB-4BE30894941C}"/>
              </a:ext>
            </a:extLst>
          </p:cNvPr>
          <p:cNvCxnSpPr>
            <a:stCxn id="23" idx="1"/>
            <a:endCxn id="25" idx="2"/>
          </p:cNvCxnSpPr>
          <p:nvPr/>
        </p:nvCxnSpPr>
        <p:spPr>
          <a:xfrm rot="5400000" flipH="1" flipV="1">
            <a:off x="578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EC4DD0A-5515-A63F-4346-A43798B697E4}"/>
              </a:ext>
            </a:extLst>
          </p:cNvPr>
          <p:cNvCxnSpPr>
            <a:cxnSpLocks/>
            <a:stCxn id="23" idx="1"/>
            <a:endCxn id="8" idx="4"/>
          </p:cNvCxnSpPr>
          <p:nvPr/>
        </p:nvCxnSpPr>
        <p:spPr>
          <a:xfrm rot="16200000" flipV="1">
            <a:off x="452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AAF7ED06-960E-2890-D2C2-8007CA302559}"/>
              </a:ext>
            </a:extLst>
          </p:cNvPr>
          <p:cNvCxnSpPr>
            <a:cxnSpLocks/>
            <a:stCxn id="8" idx="3"/>
            <a:endCxn id="23" idx="2"/>
          </p:cNvCxnSpPr>
          <p:nvPr/>
        </p:nvCxnSpPr>
        <p:spPr>
          <a:xfrm rot="16200000" flipH="1">
            <a:off x="389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BB380CB-3A78-EA9F-1E93-FF3EE532612A}"/>
              </a:ext>
            </a:extLst>
          </p:cNvPr>
          <p:cNvCxnSpPr>
            <a:cxnSpLocks/>
            <a:stCxn id="25" idx="3"/>
            <a:endCxn id="23" idx="4"/>
          </p:cNvCxnSpPr>
          <p:nvPr/>
        </p:nvCxnSpPr>
        <p:spPr>
          <a:xfrm rot="5400000">
            <a:off x="641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3EDF634E-03E3-193D-B999-29A46C5DBA1E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>
            <a:off x="5563097" y="3744686"/>
            <a:ext cx="0" cy="246744"/>
          </a:xfrm>
          <a:prstGeom prst="straightConnector1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23207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85277" y="4788978"/>
            <a:ext cx="217278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that are changing the CandidateDS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1945550" y="6935107"/>
            <a:ext cx="242216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updating the OperationalDS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611783" y="6868712"/>
            <a:ext cx="269126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200"/>
              <a:t>Modules for comparing RunningDS with OperationalDS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41378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492755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66766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9732092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878513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8864105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0390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103442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529244" y="10001582"/>
            <a:ext cx="25058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for resolving </a:t>
            </a:r>
            <a:br>
              <a:rPr lang="de-DE" sz="1200"/>
            </a:br>
            <a:r>
              <a:rPr lang="de-DE" sz="1200"/>
              <a:t>divergences between OperationalDS</a:t>
            </a:r>
            <a:br>
              <a:rPr lang="de-DE" sz="1200"/>
            </a:br>
            <a:r>
              <a:rPr lang="de-DE" sz="1200"/>
              <a:t>and RunningDS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140183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249503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7616596" y="648663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899" y="6565599"/>
            <a:ext cx="166165" cy="174914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888791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899723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534567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643887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9821391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9930711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712189" y="7474821"/>
            <a:ext cx="225693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validating the CandidateDS and transferring it to RunningDS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41133C8-DC0D-2AC6-C684-4679506A95A5}"/>
              </a:ext>
            </a:extLst>
          </p:cNvPr>
          <p:cNvSpPr/>
          <p:nvPr/>
        </p:nvSpPr>
        <p:spPr>
          <a:xfrm>
            <a:off x="7503508" y="670605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59981EA9-B65F-EC95-B3DD-B0AED51F3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811" y="6785020"/>
            <a:ext cx="166165" cy="174914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2520D43D-BB6C-869D-C961-86A75E1D452E}"/>
              </a:ext>
            </a:extLst>
          </p:cNvPr>
          <p:cNvSpPr/>
          <p:nvPr/>
        </p:nvSpPr>
        <p:spPr>
          <a:xfrm>
            <a:off x="7427519" y="69156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0AD98EA3-FB18-6938-7D58-4720830A0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822" y="6994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08766F6C-6643-F487-EA05-49C2075FD706}"/>
              </a:ext>
            </a:extLst>
          </p:cNvPr>
          <p:cNvSpPr/>
          <p:nvPr/>
        </p:nvSpPr>
        <p:spPr>
          <a:xfrm>
            <a:off x="7032066" y="690737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Management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68642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765394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94030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10004731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905777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9136744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3116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376081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412822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522142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9160555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9269875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80720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91652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10094030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10203350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pic>
        <p:nvPicPr>
          <p:cNvPr id="59" name="Grafik 58">
            <a:extLst>
              <a:ext uri="{FF2B5EF4-FFF2-40B4-BE49-F238E27FC236}">
                <a16:creationId xmlns:a16="http://schemas.microsoft.com/office/drawing/2014/main" id="{60111AB6-85B4-2D81-324C-1F22D4C85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086" y="6978953"/>
            <a:ext cx="166165" cy="174914"/>
          </a:xfrm>
          <a:prstGeom prst="rect">
            <a:avLst/>
          </a:prstGeom>
        </p:spPr>
      </p:pic>
      <p:sp>
        <p:nvSpPr>
          <p:cNvPr id="70" name="Rechteck 69">
            <a:extLst>
              <a:ext uri="{FF2B5EF4-FFF2-40B4-BE49-F238E27FC236}">
                <a16:creationId xmlns:a16="http://schemas.microsoft.com/office/drawing/2014/main" id="{CB5E82B7-7869-BBD8-4F95-A79C5974E64C}"/>
              </a:ext>
            </a:extLst>
          </p:cNvPr>
          <p:cNvSpPr/>
          <p:nvPr/>
        </p:nvSpPr>
        <p:spPr>
          <a:xfrm>
            <a:off x="7493136" y="674386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75" name="Grafik 74">
            <a:extLst>
              <a:ext uri="{FF2B5EF4-FFF2-40B4-BE49-F238E27FC236}">
                <a16:creationId xmlns:a16="http://schemas.microsoft.com/office/drawing/2014/main" id="{DD46282F-0809-C98F-3797-FC55EDA98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6156" y="6815443"/>
            <a:ext cx="166165" cy="174914"/>
          </a:xfrm>
          <a:prstGeom prst="rect">
            <a:avLst/>
          </a:prstGeom>
        </p:spPr>
      </p:pic>
      <p:sp>
        <p:nvSpPr>
          <p:cNvPr id="79" name="Rechteck 78">
            <a:extLst>
              <a:ext uri="{FF2B5EF4-FFF2-40B4-BE49-F238E27FC236}">
                <a16:creationId xmlns:a16="http://schemas.microsoft.com/office/drawing/2014/main" id="{F3E87AB5-F65A-6087-300E-12716D02A8BA}"/>
              </a:ext>
            </a:extLst>
          </p:cNvPr>
          <p:cNvSpPr/>
          <p:nvPr/>
        </p:nvSpPr>
        <p:spPr>
          <a:xfrm>
            <a:off x="7766871" y="699483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0" name="Grafik 79">
            <a:extLst>
              <a:ext uri="{FF2B5EF4-FFF2-40B4-BE49-F238E27FC236}">
                <a16:creationId xmlns:a16="http://schemas.microsoft.com/office/drawing/2014/main" id="{D30DC09C-DB14-184D-77FC-0D4EC9817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91" y="7066410"/>
            <a:ext cx="166165" cy="174914"/>
          </a:xfrm>
          <a:prstGeom prst="rect">
            <a:avLst/>
          </a:prstGeom>
        </p:spPr>
      </p:pic>
      <p:sp>
        <p:nvSpPr>
          <p:cNvPr id="81" name="Rechteck 80">
            <a:extLst>
              <a:ext uri="{FF2B5EF4-FFF2-40B4-BE49-F238E27FC236}">
                <a16:creationId xmlns:a16="http://schemas.microsoft.com/office/drawing/2014/main" id="{219D7DF1-4838-E424-4970-637CCA5F6D9F}"/>
              </a:ext>
            </a:extLst>
          </p:cNvPr>
          <p:cNvSpPr/>
          <p:nvPr/>
        </p:nvSpPr>
        <p:spPr>
          <a:xfrm>
            <a:off x="5751123" y="75826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2" name="Grafik 81">
            <a:extLst>
              <a:ext uri="{FF2B5EF4-FFF2-40B4-BE49-F238E27FC236}">
                <a16:creationId xmlns:a16="http://schemas.microsoft.com/office/drawing/2014/main" id="{7623EEA6-4908-E4EF-5496-17FC29D01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143" y="7654275"/>
            <a:ext cx="166165" cy="174914"/>
          </a:xfrm>
          <a:prstGeom prst="rect">
            <a:avLst/>
          </a:prstGeom>
        </p:spPr>
      </p:pic>
      <p:sp>
        <p:nvSpPr>
          <p:cNvPr id="83" name="Rechteck 82">
            <a:extLst>
              <a:ext uri="{FF2B5EF4-FFF2-40B4-BE49-F238E27FC236}">
                <a16:creationId xmlns:a16="http://schemas.microsoft.com/office/drawing/2014/main" id="{7B94240D-AA8F-A17A-F0A3-98BD50B820CA}"/>
              </a:ext>
            </a:extLst>
          </p:cNvPr>
          <p:cNvSpPr/>
          <p:nvPr/>
        </p:nvSpPr>
        <p:spPr>
          <a:xfrm>
            <a:off x="5893881" y="767200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4" name="Grafik 83">
            <a:extLst>
              <a:ext uri="{FF2B5EF4-FFF2-40B4-BE49-F238E27FC236}">
                <a16:creationId xmlns:a16="http://schemas.microsoft.com/office/drawing/2014/main" id="{90585C54-0A06-5DED-7224-E7ABDF59A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901" y="7743582"/>
            <a:ext cx="166165" cy="174914"/>
          </a:xfrm>
          <a:prstGeom prst="rect">
            <a:avLst/>
          </a:prstGeom>
        </p:spPr>
      </p:pic>
      <p:sp>
        <p:nvSpPr>
          <p:cNvPr id="85" name="Rechteck 84">
            <a:extLst>
              <a:ext uri="{FF2B5EF4-FFF2-40B4-BE49-F238E27FC236}">
                <a16:creationId xmlns:a16="http://schemas.microsoft.com/office/drawing/2014/main" id="{B912B7D4-BA03-4CAC-F9EC-4328B512B88F}"/>
              </a:ext>
            </a:extLst>
          </p:cNvPr>
          <p:cNvSpPr/>
          <p:nvPr/>
        </p:nvSpPr>
        <p:spPr>
          <a:xfrm>
            <a:off x="6097010" y="77526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6" name="Grafik 85">
            <a:extLst>
              <a:ext uri="{FF2B5EF4-FFF2-40B4-BE49-F238E27FC236}">
                <a16:creationId xmlns:a16="http://schemas.microsoft.com/office/drawing/2014/main" id="{8636BC15-D9D2-0211-46EF-461DF84A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030" y="7824198"/>
            <a:ext cx="166165" cy="174914"/>
          </a:xfrm>
          <a:prstGeom prst="rect">
            <a:avLst/>
          </a:prstGeom>
        </p:spPr>
      </p:pic>
      <p:sp>
        <p:nvSpPr>
          <p:cNvPr id="87" name="Rechteck 86">
            <a:extLst>
              <a:ext uri="{FF2B5EF4-FFF2-40B4-BE49-F238E27FC236}">
                <a16:creationId xmlns:a16="http://schemas.microsoft.com/office/drawing/2014/main" id="{A735C89F-0933-53B9-0BCA-93B2AD0B2E1F}"/>
              </a:ext>
            </a:extLst>
          </p:cNvPr>
          <p:cNvSpPr/>
          <p:nvPr/>
        </p:nvSpPr>
        <p:spPr>
          <a:xfrm>
            <a:off x="6320757" y="784461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8" name="Grafik 87">
            <a:extLst>
              <a:ext uri="{FF2B5EF4-FFF2-40B4-BE49-F238E27FC236}">
                <a16:creationId xmlns:a16="http://schemas.microsoft.com/office/drawing/2014/main" id="{197F1DD4-8100-7640-41A6-58DFDCB09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777" y="7916189"/>
            <a:ext cx="166165" cy="174914"/>
          </a:xfrm>
          <a:prstGeom prst="rect">
            <a:avLst/>
          </a:prstGeom>
        </p:spPr>
      </p:pic>
      <p:sp>
        <p:nvSpPr>
          <p:cNvPr id="89" name="Rechteck 88">
            <a:extLst>
              <a:ext uri="{FF2B5EF4-FFF2-40B4-BE49-F238E27FC236}">
                <a16:creationId xmlns:a16="http://schemas.microsoft.com/office/drawing/2014/main" id="{95EFF100-5873-6569-3361-6737B43E0ADA}"/>
              </a:ext>
            </a:extLst>
          </p:cNvPr>
          <p:cNvSpPr/>
          <p:nvPr/>
        </p:nvSpPr>
        <p:spPr>
          <a:xfrm>
            <a:off x="6566616" y="774399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90" name="Grafik 89">
            <a:extLst>
              <a:ext uri="{FF2B5EF4-FFF2-40B4-BE49-F238E27FC236}">
                <a16:creationId xmlns:a16="http://schemas.microsoft.com/office/drawing/2014/main" id="{81701613-D132-8D16-D0EE-8BDADC27D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636" y="7815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40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6483FD79-3122-2236-1E99-750C73433194}"/>
              </a:ext>
            </a:extLst>
          </p:cNvPr>
          <p:cNvSpPr/>
          <p:nvPr/>
        </p:nvSpPr>
        <p:spPr>
          <a:xfrm>
            <a:off x="2080424" y="7210449"/>
            <a:ext cx="17889875" cy="1298551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 i="1"/>
          </a:p>
        </p:txBody>
      </p:sp>
      <p:sp>
        <p:nvSpPr>
          <p:cNvPr id="8" name="Flussdiagramm: Daten 7">
            <a:extLst>
              <a:ext uri="{FF2B5EF4-FFF2-40B4-BE49-F238E27FC236}">
                <a16:creationId xmlns:a16="http://schemas.microsoft.com/office/drawing/2014/main" id="{778687C1-175C-0C97-FE98-3653E7F7D6C3}"/>
              </a:ext>
            </a:extLst>
          </p:cNvPr>
          <p:cNvSpPr/>
          <p:nvPr/>
        </p:nvSpPr>
        <p:spPr>
          <a:xfrm>
            <a:off x="8893637" y="7734300"/>
            <a:ext cx="1255576" cy="177800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CDM</a:t>
            </a:r>
          </a:p>
        </p:txBody>
      </p:sp>
      <p:sp>
        <p:nvSpPr>
          <p:cNvPr id="4" name="Flussdiagramm: Daten 3">
            <a:extLst>
              <a:ext uri="{FF2B5EF4-FFF2-40B4-BE49-F238E27FC236}">
                <a16:creationId xmlns:a16="http://schemas.microsoft.com/office/drawing/2014/main" id="{CD5AA4C2-FA56-67D4-18AE-9BC27E9545C5}"/>
              </a:ext>
            </a:extLst>
          </p:cNvPr>
          <p:cNvSpPr/>
          <p:nvPr/>
        </p:nvSpPr>
        <p:spPr>
          <a:xfrm>
            <a:off x="5957352" y="7734300"/>
            <a:ext cx="1255576" cy="177800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MWDI</a:t>
            </a:r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080424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217352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146234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146234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146234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146234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957352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925084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266637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976031" y="1237411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AB23EAC-0021-654C-265E-B85F6E739C10}"/>
              </a:ext>
            </a:extLst>
          </p:cNvPr>
          <p:cNvSpPr/>
          <p:nvPr/>
        </p:nvSpPr>
        <p:spPr>
          <a:xfrm rot="21210364">
            <a:off x="7059798" y="6786007"/>
            <a:ext cx="12706164" cy="578987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 i="1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BF9CC8D0-BCA5-F006-DE2E-531644D9153B}"/>
              </a:ext>
            </a:extLst>
          </p:cNvPr>
          <p:cNvSpPr/>
          <p:nvPr/>
        </p:nvSpPr>
        <p:spPr>
          <a:xfrm rot="21232284">
            <a:off x="7067819" y="7460605"/>
            <a:ext cx="3662612" cy="273695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AAD0B84A-38D3-E7D0-962F-8F23C81EF568}"/>
              </a:ext>
            </a:extLst>
          </p:cNvPr>
          <p:cNvSpPr/>
          <p:nvPr/>
        </p:nvSpPr>
        <p:spPr>
          <a:xfrm rot="21198728">
            <a:off x="10724206" y="6686610"/>
            <a:ext cx="8947487" cy="354645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de-DE" sz="2160"/>
          </a:p>
        </p:txBody>
      </p:sp>
      <p:sp>
        <p:nvSpPr>
          <p:cNvPr id="10" name="Flussdiagramm: Daten 9">
            <a:extLst>
              <a:ext uri="{FF2B5EF4-FFF2-40B4-BE49-F238E27FC236}">
                <a16:creationId xmlns:a16="http://schemas.microsoft.com/office/drawing/2014/main" id="{70FF74F1-1530-17A7-E60D-43A21F0C38CB}"/>
              </a:ext>
            </a:extLst>
          </p:cNvPr>
          <p:cNvSpPr/>
          <p:nvPr/>
        </p:nvSpPr>
        <p:spPr>
          <a:xfrm>
            <a:off x="13480191" y="7728339"/>
            <a:ext cx="1255576" cy="177800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DDM</a:t>
            </a:r>
          </a:p>
        </p:txBody>
      </p:sp>
      <p:sp>
        <p:nvSpPr>
          <p:cNvPr id="12" name="Flussdiagramm: Daten 11">
            <a:extLst>
              <a:ext uri="{FF2B5EF4-FFF2-40B4-BE49-F238E27FC236}">
                <a16:creationId xmlns:a16="http://schemas.microsoft.com/office/drawing/2014/main" id="{9177D2DA-9E5C-67A3-7ED4-7A0812381C3A}"/>
              </a:ext>
            </a:extLst>
          </p:cNvPr>
          <p:cNvSpPr/>
          <p:nvPr/>
        </p:nvSpPr>
        <p:spPr>
          <a:xfrm>
            <a:off x="17857252" y="7728339"/>
            <a:ext cx="1255576" cy="177800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CP</a:t>
            </a:r>
          </a:p>
        </p:txBody>
      </p:sp>
      <p:sp>
        <p:nvSpPr>
          <p:cNvPr id="13" name="Flussdiagramm: Daten 12">
            <a:extLst>
              <a:ext uri="{FF2B5EF4-FFF2-40B4-BE49-F238E27FC236}">
                <a16:creationId xmlns:a16="http://schemas.microsoft.com/office/drawing/2014/main" id="{2246883D-855C-ED1C-82D9-4AF347125BED}"/>
              </a:ext>
            </a:extLst>
          </p:cNvPr>
          <p:cNvSpPr>
            <a:spLocks noChangeAspect="1"/>
          </p:cNvSpPr>
          <p:nvPr/>
        </p:nvSpPr>
        <p:spPr>
          <a:xfrm rot="21231214">
            <a:off x="13575873" y="6887721"/>
            <a:ext cx="1155131" cy="163576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xMIM</a:t>
            </a:r>
          </a:p>
        </p:txBody>
      </p:sp>
      <p:sp>
        <p:nvSpPr>
          <p:cNvPr id="14" name="Flussdiagramm: Daten 13">
            <a:extLst>
              <a:ext uri="{FF2B5EF4-FFF2-40B4-BE49-F238E27FC236}">
                <a16:creationId xmlns:a16="http://schemas.microsoft.com/office/drawing/2014/main" id="{31C4A74C-4BC6-2DFA-4CDD-49349B854C59}"/>
              </a:ext>
            </a:extLst>
          </p:cNvPr>
          <p:cNvSpPr>
            <a:spLocks noChangeAspect="1"/>
          </p:cNvSpPr>
          <p:nvPr/>
        </p:nvSpPr>
        <p:spPr>
          <a:xfrm rot="21231214">
            <a:off x="8545782" y="7494498"/>
            <a:ext cx="1057934" cy="149812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 i="1"/>
              <a:t>Controller</a:t>
            </a:r>
          </a:p>
        </p:txBody>
      </p:sp>
      <p:sp>
        <p:nvSpPr>
          <p:cNvPr id="16" name="Flussdiagramm: Daten 15">
            <a:extLst>
              <a:ext uri="{FF2B5EF4-FFF2-40B4-BE49-F238E27FC236}">
                <a16:creationId xmlns:a16="http://schemas.microsoft.com/office/drawing/2014/main" id="{79CAA643-A565-EED8-A134-932A91B681DD}"/>
              </a:ext>
            </a:extLst>
          </p:cNvPr>
          <p:cNvSpPr>
            <a:spLocks noChangeAspect="1"/>
          </p:cNvSpPr>
          <p:nvPr/>
        </p:nvSpPr>
        <p:spPr>
          <a:xfrm rot="21231214">
            <a:off x="17324472" y="6463680"/>
            <a:ext cx="1155131" cy="163576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Device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0F93EC7-AD93-332A-1AE3-7C6848D13372}"/>
              </a:ext>
            </a:extLst>
          </p:cNvPr>
          <p:cNvSpPr>
            <a:spLocks noChangeAspect="1"/>
          </p:cNvSpPr>
          <p:nvPr/>
        </p:nvSpPr>
        <p:spPr>
          <a:xfrm rot="7104719">
            <a:off x="6170000" y="8035454"/>
            <a:ext cx="497124" cy="243727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2160"/>
          </a:p>
        </p:txBody>
      </p:sp>
    </p:spTree>
    <p:extLst>
      <p:ext uri="{BB962C8B-B14F-4D97-AF65-F5344CB8AC3E}">
        <p14:creationId xmlns:p14="http://schemas.microsoft.com/office/powerpoint/2010/main" val="739359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Rechteck 233">
            <a:extLst>
              <a:ext uri="{FF2B5EF4-FFF2-40B4-BE49-F238E27FC236}">
                <a16:creationId xmlns:a16="http://schemas.microsoft.com/office/drawing/2014/main" id="{DBE03A83-E0E2-3BCA-4BCD-90FFACC4BD93}"/>
              </a:ext>
            </a:extLst>
          </p:cNvPr>
          <p:cNvSpPr/>
          <p:nvPr/>
        </p:nvSpPr>
        <p:spPr>
          <a:xfrm>
            <a:off x="211014" y="130629"/>
            <a:ext cx="22950437" cy="154242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724026"/>
            <a:ext cx="22659975" cy="136998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539756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10939218"/>
            <a:ext cx="5507681" cy="4343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811305" y="6976817"/>
            <a:ext cx="3089334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697681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230040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697681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10846855"/>
            <a:ext cx="4084142" cy="43421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735911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7804689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382734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455928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4685908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4463121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3815386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3952453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382966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454990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4772692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4559284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454990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38288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4559284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4772692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3789733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3918869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3845885"/>
            <a:ext cx="1682087" cy="4874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>
            <a:off x="13067183" y="14052453"/>
            <a:ext cx="470208" cy="371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7361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91485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1059053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98695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921601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local-id=mimOperationServer[N]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1059053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1081332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965993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937128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996324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326115" y="7380577"/>
            <a:ext cx="1815783" cy="5122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 mediatorVmTemplateName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>
            <a:off x="10141898" y="7583786"/>
            <a:ext cx="674365" cy="528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73606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7806222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454623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38252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4561045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4769021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3793352"/>
            <a:ext cx="1425832" cy="4795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 flipV="1">
            <a:off x="18992101" y="14033137"/>
            <a:ext cx="573605" cy="148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7360011"/>
            <a:ext cx="1471132" cy="532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_template=deviceTemplateName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>
            <a:off x="21416761" y="7583436"/>
            <a:ext cx="578845" cy="429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1148114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1" y="11232202"/>
            <a:ext cx="1309953" cy="50659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managementPlaneTransportClient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11485500"/>
            <a:ext cx="415686" cy="2184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1147134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[1]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269" y="11435665"/>
            <a:ext cx="1537071" cy="49105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managementPlaneTransportServer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9103340" y="11681192"/>
            <a:ext cx="440197" cy="129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230040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279242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323799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3589750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323799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323799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19074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353045"/>
            <a:ext cx="1235948" cy="50079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46691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353045"/>
            <a:ext cx="1264505" cy="23161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579485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579485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230040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279370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3591035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3239280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323928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323928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1150931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2896740" y="406892"/>
            <a:ext cx="5006072" cy="8898379"/>
          </a:xfrm>
          <a:prstGeom prst="bentConnector3">
            <a:avLst>
              <a:gd name="adj1" fmla="val 15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3552808" y="-1350799"/>
            <a:ext cx="5007605" cy="12415291"/>
          </a:xfrm>
          <a:prstGeom prst="bentConnector3">
            <a:avLst>
              <a:gd name="adj1" fmla="val 165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114869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384451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55720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511476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385443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384588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384451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585438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fctp*[{_cc,_ltp,_lp}]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579485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472807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489611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7572661"/>
            <a:ext cx="461366" cy="56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399" y="7349875"/>
            <a:ext cx="1672141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_template=controllerTemplateName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194858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11661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6475144"/>
            <a:ext cx="5639334" cy="631856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6475145"/>
            <a:ext cx="4517045" cy="631727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257231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382657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301788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4049357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404935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F9399A1-0115-1607-2776-B080F78B88E0}"/>
              </a:ext>
            </a:extLst>
          </p:cNvPr>
          <p:cNvCxnSpPr>
            <a:cxnSpLocks/>
            <a:stCxn id="26" idx="1"/>
            <a:endCxn id="4" idx="3"/>
          </p:cNvCxnSpPr>
          <p:nvPr/>
        </p:nvCxnSpPr>
        <p:spPr>
          <a:xfrm flipH="1">
            <a:off x="1219235" y="1170393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2729306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2571793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2585367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257731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38252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3022885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404800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4048004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5DE5A31-DF9A-E1CE-23BB-6874E3FA3579}"/>
              </a:ext>
            </a:extLst>
          </p:cNvPr>
          <p:cNvCxnSpPr>
            <a:cxnSpLocks/>
            <a:stCxn id="39" idx="3"/>
            <a:endCxn id="35" idx="1"/>
          </p:cNvCxnSpPr>
          <p:nvPr/>
        </p:nvCxnSpPr>
        <p:spPr>
          <a:xfrm>
            <a:off x="20704990" y="1169413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2708949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2744602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2598782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4049168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404916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4049168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404916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25741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382638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3019767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1004142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1004142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937128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3166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76226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3169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1328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539481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762526"/>
            <a:ext cx="1433" cy="37034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780657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856644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981863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901202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210689" y="9680795"/>
            <a:ext cx="4767623" cy="1019175"/>
          </a:xfrm>
          <a:prstGeom prst="bentConnector3">
            <a:avLst>
              <a:gd name="adj1" fmla="val 6047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8" y="8574054"/>
            <a:ext cx="694364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326116" y="8428234"/>
            <a:ext cx="1795782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mediator-instance-manager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625235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601764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659022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647514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47168E7-4363-C03F-6673-78870C454FCE}"/>
              </a:ext>
            </a:extLst>
          </p:cNvPr>
          <p:cNvCxnSpPr>
            <a:cxnSpLocks/>
            <a:stCxn id="117" idx="2"/>
            <a:endCxn id="74" idx="0"/>
          </p:cNvCxnSpPr>
          <p:nvPr/>
        </p:nvCxnSpPr>
        <p:spPr>
          <a:xfrm flipH="1">
            <a:off x="8574154" y="2353045"/>
            <a:ext cx="1274811" cy="13876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4" name="Abgerundetes Rechteck 1">
            <a:extLst>
              <a:ext uri="{FF2B5EF4-FFF2-40B4-BE49-F238E27FC236}">
                <a16:creationId xmlns:a16="http://schemas.microsoft.com/office/drawing/2014/main" id="{9053A4D7-3FEC-84E2-2729-0ED36463A92A}"/>
              </a:ext>
            </a:extLst>
          </p:cNvPr>
          <p:cNvSpPr/>
          <p:nvPr/>
        </p:nvSpPr>
        <p:spPr>
          <a:xfrm>
            <a:off x="8305504" y="374074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7" name="Abgerundetes Rechteck 8">
            <a:extLst>
              <a:ext uri="{FF2B5EF4-FFF2-40B4-BE49-F238E27FC236}">
                <a16:creationId xmlns:a16="http://schemas.microsoft.com/office/drawing/2014/main" id="{E6EB1221-E3FA-5840-B8B0-43FA0A2FF060}"/>
              </a:ext>
            </a:extLst>
          </p:cNvPr>
          <p:cNvSpPr/>
          <p:nvPr/>
        </p:nvSpPr>
        <p:spPr>
          <a:xfrm>
            <a:off x="6411212" y="374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mediatorVm [*]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50541A0E-B1E0-DAE6-FC3F-B31DA52DA5A1}"/>
              </a:ext>
            </a:extLst>
          </p:cNvPr>
          <p:cNvCxnSpPr>
            <a:cxnSpLocks/>
            <a:stCxn id="77" idx="3"/>
            <a:endCxn id="74" idx="1"/>
          </p:cNvCxnSpPr>
          <p:nvPr/>
        </p:nvCxnSpPr>
        <p:spPr>
          <a:xfrm flipV="1">
            <a:off x="7572665" y="3963526"/>
            <a:ext cx="732839" cy="126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89" name="Abgerundetes Rechteck 8">
            <a:extLst>
              <a:ext uri="{FF2B5EF4-FFF2-40B4-BE49-F238E27FC236}">
                <a16:creationId xmlns:a16="http://schemas.microsoft.com/office/drawing/2014/main" id="{ED5D7051-F2C6-FF88-374A-B5C6936C7BD3}"/>
              </a:ext>
            </a:extLst>
          </p:cNvPr>
          <p:cNvSpPr/>
          <p:nvPr/>
        </p:nvSpPr>
        <p:spPr>
          <a:xfrm>
            <a:off x="6411212" y="447303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device [*]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1307CFE3-61AA-DF1B-B67E-1A069FDF02F7}"/>
              </a:ext>
            </a:extLst>
          </p:cNvPr>
          <p:cNvCxnSpPr>
            <a:cxnSpLocks/>
            <a:stCxn id="89" idx="3"/>
            <a:endCxn id="74" idx="1"/>
          </p:cNvCxnSpPr>
          <p:nvPr/>
        </p:nvCxnSpPr>
        <p:spPr>
          <a:xfrm flipV="1">
            <a:off x="7572665" y="3963526"/>
            <a:ext cx="732839" cy="73229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0" name="Abgerundetes Rechteck 8">
            <a:extLst>
              <a:ext uri="{FF2B5EF4-FFF2-40B4-BE49-F238E27FC236}">
                <a16:creationId xmlns:a16="http://schemas.microsoft.com/office/drawing/2014/main" id="{77C2779D-86ED-425C-BE85-6BA8CC20C256}"/>
              </a:ext>
            </a:extLst>
          </p:cNvPr>
          <p:cNvSpPr/>
          <p:nvPr/>
        </p:nvSpPr>
        <p:spPr>
          <a:xfrm>
            <a:off x="6411212" y="3014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controller [*]</a:t>
            </a:r>
          </a:p>
        </p:txBody>
      </p: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B2B7FD5E-176F-B688-03E8-ADE893FECFDB}"/>
              </a:ext>
            </a:extLst>
          </p:cNvPr>
          <p:cNvCxnSpPr>
            <a:cxnSpLocks/>
            <a:stCxn id="100" idx="3"/>
            <a:endCxn id="74" idx="1"/>
          </p:cNvCxnSpPr>
          <p:nvPr/>
        </p:nvCxnSpPr>
        <p:spPr>
          <a:xfrm>
            <a:off x="7572665" y="3237417"/>
            <a:ext cx="732839" cy="72610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747143B-B3B4-B85A-5627-F9408617ABE2}"/>
              </a:ext>
            </a:extLst>
          </p:cNvPr>
          <p:cNvSpPr/>
          <p:nvPr/>
        </p:nvSpPr>
        <p:spPr>
          <a:xfrm>
            <a:off x="4127035" y="3042938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7A3FD0BE-3B75-BB64-F778-19F01E8B6CF0}"/>
              </a:ext>
            </a:extLst>
          </p:cNvPr>
          <p:cNvSpPr/>
          <p:nvPr/>
        </p:nvSpPr>
        <p:spPr>
          <a:xfrm>
            <a:off x="4127035" y="4417461"/>
            <a:ext cx="1815783" cy="59465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67FF7427-9093-4E22-3C85-E5B709264C91}"/>
              </a:ext>
            </a:extLst>
          </p:cNvPr>
          <p:cNvCxnSpPr>
            <a:cxnSpLocks/>
            <a:stCxn id="89" idx="1"/>
            <a:endCxn id="107" idx="3"/>
          </p:cNvCxnSpPr>
          <p:nvPr/>
        </p:nvCxnSpPr>
        <p:spPr>
          <a:xfrm flipH="1">
            <a:off x="5942818" y="4695822"/>
            <a:ext cx="468394" cy="189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6DB0620F-1934-09FB-E04A-D999B2526230}"/>
              </a:ext>
            </a:extLst>
          </p:cNvPr>
          <p:cNvSpPr/>
          <p:nvPr/>
        </p:nvSpPr>
        <p:spPr>
          <a:xfrm>
            <a:off x="4127035" y="3486860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F0EDDFFC-10F3-7D0E-6D6A-F2A10E9C76E4}"/>
              </a:ext>
            </a:extLst>
          </p:cNvPr>
          <p:cNvCxnSpPr>
            <a:cxnSpLocks/>
            <a:stCxn id="100" idx="1"/>
            <a:endCxn id="106" idx="3"/>
          </p:cNvCxnSpPr>
          <p:nvPr/>
        </p:nvCxnSpPr>
        <p:spPr>
          <a:xfrm flipH="1" flipV="1">
            <a:off x="5942818" y="3207702"/>
            <a:ext cx="468394" cy="297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EEB9E49-DE20-9A29-0EB6-0283382BCACA}"/>
              </a:ext>
            </a:extLst>
          </p:cNvPr>
          <p:cNvCxnSpPr>
            <a:cxnSpLocks/>
            <a:stCxn id="77" idx="1"/>
            <a:endCxn id="111" idx="3"/>
          </p:cNvCxnSpPr>
          <p:nvPr/>
        </p:nvCxnSpPr>
        <p:spPr>
          <a:xfrm flipH="1" flipV="1">
            <a:off x="5942818" y="3790171"/>
            <a:ext cx="468394" cy="1746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8426189" y="3173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6991939" y="358769"/>
            <a:ext cx="722507" cy="4247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parameter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>
            <a:off x="7714446" y="540148"/>
            <a:ext cx="711743" cy="309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8963488" y="539481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12041452" y="780829"/>
            <a:ext cx="1003929" cy="8221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affected-fc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affected-link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affected-cc/ltp/lp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 flipV="1">
            <a:off x="11265475" y="1191898"/>
            <a:ext cx="775977" cy="163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6184974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hteck: gefaltete Ecke 142">
            <a:extLst>
              <a:ext uri="{FF2B5EF4-FFF2-40B4-BE49-F238E27FC236}">
                <a16:creationId xmlns:a16="http://schemas.microsoft.com/office/drawing/2014/main" id="{63D0FE38-BC8F-0526-BE43-DAEF8166C57F}"/>
              </a:ext>
            </a:extLst>
          </p:cNvPr>
          <p:cNvSpPr/>
          <p:nvPr/>
        </p:nvSpPr>
        <p:spPr>
          <a:xfrm>
            <a:off x="9385607" y="225907"/>
            <a:ext cx="1231325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ProcessingConstruct</a:t>
            </a:r>
          </a:p>
          <a:p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 name required because auf ProfileCollection</a:t>
            </a:r>
          </a:p>
        </p:txBody>
      </p:sp>
      <p:sp>
        <p:nvSpPr>
          <p:cNvPr id="160" name="Abgerundetes Rechteck 1">
            <a:extLst>
              <a:ext uri="{FF2B5EF4-FFF2-40B4-BE49-F238E27FC236}">
                <a16:creationId xmlns:a16="http://schemas.microsoft.com/office/drawing/2014/main" id="{88C51D71-368E-654C-D004-DF71FF0D4036}"/>
              </a:ext>
            </a:extLst>
          </p:cNvPr>
          <p:cNvSpPr/>
          <p:nvPr/>
        </p:nvSpPr>
        <p:spPr>
          <a:xfrm>
            <a:off x="9083907" y="7420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1" name="Rechteck 160">
            <a:extLst>
              <a:ext uri="{FF2B5EF4-FFF2-40B4-BE49-F238E27FC236}">
                <a16:creationId xmlns:a16="http://schemas.microsoft.com/office/drawing/2014/main" id="{2468AE8F-AF02-0FDE-DC4D-724DE2E9C3A7}"/>
              </a:ext>
            </a:extLst>
          </p:cNvPr>
          <p:cNvSpPr/>
          <p:nvPr/>
        </p:nvSpPr>
        <p:spPr>
          <a:xfrm>
            <a:off x="10588502" y="783203"/>
            <a:ext cx="1685583" cy="115162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functionParameter*[{name, value}]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publicMethode*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privateMethode*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servingMethode*</a:t>
            </a:r>
          </a:p>
        </p:txBody>
      </p: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4AAE5D90-2955-CC05-120D-54539BBA5486}"/>
              </a:ext>
            </a:extLst>
          </p:cNvPr>
          <p:cNvCxnSpPr>
            <a:cxnSpLocks/>
            <a:stCxn id="160" idx="3"/>
            <a:endCxn id="161" idx="1"/>
          </p:cNvCxnSpPr>
          <p:nvPr/>
        </p:nvCxnSpPr>
        <p:spPr>
          <a:xfrm>
            <a:off x="9621206" y="964881"/>
            <a:ext cx="967296" cy="3941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: gefaltete Ecke 1">
            <a:extLst>
              <a:ext uri="{FF2B5EF4-FFF2-40B4-BE49-F238E27FC236}">
                <a16:creationId xmlns:a16="http://schemas.microsoft.com/office/drawing/2014/main" id="{040E0A47-F609-3C6B-0E33-7F51254AC035}"/>
              </a:ext>
            </a:extLst>
          </p:cNvPr>
          <p:cNvSpPr/>
          <p:nvPr/>
        </p:nvSpPr>
        <p:spPr>
          <a:xfrm>
            <a:off x="9332267" y="3052927"/>
            <a:ext cx="1231325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ProcessingConstruct</a:t>
            </a:r>
          </a:p>
          <a:p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 name required because auf ProfileCollection</a:t>
            </a:r>
          </a:p>
        </p:txBody>
      </p:sp>
      <p:sp>
        <p:nvSpPr>
          <p:cNvPr id="3" name="Abgerundetes Rechteck 1">
            <a:extLst>
              <a:ext uri="{FF2B5EF4-FFF2-40B4-BE49-F238E27FC236}">
                <a16:creationId xmlns:a16="http://schemas.microsoft.com/office/drawing/2014/main" id="{455301D9-89E0-3E77-1EB5-3CF672662573}"/>
              </a:ext>
            </a:extLst>
          </p:cNvPr>
          <p:cNvSpPr/>
          <p:nvPr/>
        </p:nvSpPr>
        <p:spPr>
          <a:xfrm>
            <a:off x="9030567" y="35691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F9E638E-997B-02AB-7168-DE6E0E765C7C}"/>
              </a:ext>
            </a:extLst>
          </p:cNvPr>
          <p:cNvSpPr/>
          <p:nvPr/>
        </p:nvSpPr>
        <p:spPr>
          <a:xfrm>
            <a:off x="10725662" y="3216089"/>
            <a:ext cx="1685583" cy="115162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functionParameter*[{name, value}]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publicMethode*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privateMethode*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servingMethode*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004227AD-C6AC-EF8D-7099-E6F16C297ED9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9567866" y="3791901"/>
            <a:ext cx="1157796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" name="Abgerundetes Rechteck 1">
            <a:extLst>
              <a:ext uri="{FF2B5EF4-FFF2-40B4-BE49-F238E27FC236}">
                <a16:creationId xmlns:a16="http://schemas.microsoft.com/office/drawing/2014/main" id="{B0425754-26C4-C756-9AB1-440E883FF7E2}"/>
              </a:ext>
            </a:extLst>
          </p:cNvPr>
          <p:cNvSpPr/>
          <p:nvPr/>
        </p:nvSpPr>
        <p:spPr>
          <a:xfrm>
            <a:off x="9030567" y="487213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Method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5A1AA5E-1567-E796-C3B3-947FF8C87A4E}"/>
              </a:ext>
            </a:extLst>
          </p:cNvPr>
          <p:cNvSpPr/>
          <p:nvPr/>
        </p:nvSpPr>
        <p:spPr>
          <a:xfrm>
            <a:off x="10725661" y="4937357"/>
            <a:ext cx="1685583" cy="95290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methodName=/v1/…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publicOrPrivate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methodParameter*[{name, value}]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_inputRessource*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_outputRessource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servingMethod*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C6DFD7A7-1BF5-7AD6-BF54-985174843989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9567866" y="5094921"/>
            <a:ext cx="1157795" cy="3188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" name="Rechteck: gefaltete Ecke 13">
            <a:extLst>
              <a:ext uri="{FF2B5EF4-FFF2-40B4-BE49-F238E27FC236}">
                <a16:creationId xmlns:a16="http://schemas.microsoft.com/office/drawing/2014/main" id="{FDC9911E-1968-AAC2-B67A-44A3BBF97F11}"/>
              </a:ext>
            </a:extLst>
          </p:cNvPr>
          <p:cNvSpPr/>
          <p:nvPr/>
        </p:nvSpPr>
        <p:spPr>
          <a:xfrm>
            <a:off x="12337714" y="4812537"/>
            <a:ext cx="3108026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Kategorisierung nach ???</a:t>
            </a:r>
          </a:p>
          <a:p>
            <a:pPr marL="171450" indent="-171450">
              <a:buFontTx/>
              <a:buChar char="-"/>
            </a:pPr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Device Mediator Controller</a:t>
            </a:r>
          </a:p>
          <a:p>
            <a:pPr marL="171450" indent="-171450">
              <a:buFontTx/>
              <a:buChar char="-"/>
            </a:pPr>
            <a:r>
              <a:rPr lang="de-DE" sz="800"/>
              <a:t>changing the CandidateDS, updating the running …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2418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1265871" y="4422185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1713545" y="4526733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1402628" y="4185705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sp>
        <p:nvSpPr>
          <p:cNvPr id="15" name="Scrollen: vertikal 14">
            <a:extLst>
              <a:ext uri="{FF2B5EF4-FFF2-40B4-BE49-F238E27FC236}">
                <a16:creationId xmlns:a16="http://schemas.microsoft.com/office/drawing/2014/main" id="{E0D6D35F-81FE-6F08-CAD9-CEFA629499EC}"/>
              </a:ext>
            </a:extLst>
          </p:cNvPr>
          <p:cNvSpPr/>
          <p:nvPr/>
        </p:nvSpPr>
        <p:spPr>
          <a:xfrm>
            <a:off x="9035776" y="9307334"/>
            <a:ext cx="1476137" cy="92392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rgbClr val="FF0000"/>
                </a:solidFill>
              </a:rPr>
              <a:t>netconf</a:t>
            </a:r>
            <a:r>
              <a:rPr lang="de-DE" sz="800"/>
              <a:t> </a:t>
            </a:r>
            <a:r>
              <a:rPr lang="de-DE" sz="800">
                <a:solidFill>
                  <a:srgbClr val="FF0000"/>
                </a:solidFill>
              </a:rPr>
              <a:t>interfaces</a:t>
            </a:r>
            <a:r>
              <a:rPr lang="de-DE" sz="800"/>
              <a:t> that need to be provided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15" idx="0"/>
          </p:cNvCxnSpPr>
          <p:nvPr/>
        </p:nvCxnSpPr>
        <p:spPr>
          <a:xfrm>
            <a:off x="7099176" y="4827477"/>
            <a:ext cx="2674666" cy="447985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1713543" y="4744138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5591814" y="10710090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15" idx="0"/>
          </p:cNvCxnSpPr>
          <p:nvPr/>
        </p:nvCxnSpPr>
        <p:spPr>
          <a:xfrm>
            <a:off x="7148068" y="8588425"/>
            <a:ext cx="2625774" cy="718909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15" idx="0"/>
          </p:cNvCxnSpPr>
          <p:nvPr/>
        </p:nvCxnSpPr>
        <p:spPr>
          <a:xfrm flipV="1">
            <a:off x="7154170" y="9307331"/>
            <a:ext cx="2619672" cy="2698438"/>
          </a:xfrm>
          <a:prstGeom prst="curvedConnector4">
            <a:avLst>
              <a:gd name="adj1" fmla="val 35913"/>
              <a:gd name="adj2" fmla="val 108472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3051900" y="12189955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15" idx="2"/>
            <a:endCxn id="75" idx="0"/>
          </p:cNvCxnSpPr>
          <p:nvPr/>
        </p:nvCxnSpPr>
        <p:spPr>
          <a:xfrm rot="5400000">
            <a:off x="9285595" y="10449306"/>
            <a:ext cx="706299" cy="2702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5248429" y="5280392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964212" y="5474674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2491468" y="1937689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7148068" y="6000520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7154170" y="6000520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8743230" y="5596735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5150487" y="9864751"/>
            <a:ext cx="1571625" cy="196434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UnusedMediatorProcessEraser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4189168" y="8025469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9348189" y="3296396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9320037" y="3536847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9320037" y="3659955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20827679" y="3639302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1593563" y="3461123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7747467" y="3190473"/>
            <a:ext cx="1571625" cy="1320166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6895989" y="3643104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7729239" y="4910189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436" y="5123628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6174464" y="5134375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297837" y="9091944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5591814" y="9039934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1660440" y="9229331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3156685" y="8999784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1708708" y="9455071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1727112" y="941180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088" y="10793292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297837" y="5958475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5599977" y="5619142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1660440" y="6095862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3194785" y="5866315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1708708" y="6321602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1727112" y="6278339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7729239" y="7854080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9044" y="7929602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10328629" y="11266031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1751309" y="6505010"/>
            <a:ext cx="1461538" cy="541614"/>
          </a:xfrm>
          <a:prstGeom prst="can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800" i="1"/>
              <a:t>AppDATA</a:t>
            </a:r>
            <a:br>
              <a:rPr lang="de-DE" sz="800" i="1"/>
            </a:br>
            <a:r>
              <a:rPr lang="de-DE" sz="800" i="1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10329968" y="6505010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8670991" y="10937557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10282910" y="1124182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10284249" y="1156228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10243326" y="13379754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10220467" y="1211173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10257223" y="1284267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1704113" y="7295985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1954" y="7357574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10508011" y="12812988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9831716" y="10882284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948122" y="12303099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2361322" y="7167383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6675771" y="1004860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10243327" y="1258671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7134092" y="1116579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6677304" y="1040098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7115308" y="963452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7756187" y="334737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7108096" y="919491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5591811" y="4230880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7078257" y="506849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7053460" y="480461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7060919" y="4386573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99" idx="1"/>
          </p:cNvCxnSpPr>
          <p:nvPr/>
        </p:nvCxnSpPr>
        <p:spPr>
          <a:xfrm>
            <a:off x="7106638" y="4409430"/>
            <a:ext cx="5375443" cy="2095580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7171602" y="6033998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9516280" y="4132158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5599982" y="6634086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2482078" y="3370229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7153812" y="6505010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7161024" y="7046624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7493855" y="6184271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7108454" y="1198291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7108454" y="1214813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6721490" y="3765812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2242540" y="10423841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3451202" y="7295985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5701" y="7494465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3234866" y="6293836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10529388" y="10517109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964059" y="6023029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2235741" y="1341552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10871348" y="13396568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7729239" y="979350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436" y="10009130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1746681" y="4761763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10289046" y="12609576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10266186" y="12135940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4224819" y="7084020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4594833" y="3340129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4286920" y="3082899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4548238" y="3473887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4489209" y="3457351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7146838" y="5086896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2029636" y="1166209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10289042" y="7046627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7890967" y="2966934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8670992" y="3964882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9304650" y="4168427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0248" y="11028906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8429" y="10071460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10746523" y="2868553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308" y="2974631"/>
            <a:ext cx="260088" cy="27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715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1265871" y="4422185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1713545" y="4526733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1402628" y="4185705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7" idx="1"/>
          </p:cNvCxnSpPr>
          <p:nvPr/>
        </p:nvCxnSpPr>
        <p:spPr>
          <a:xfrm>
            <a:off x="7099179" y="4827474"/>
            <a:ext cx="3274653" cy="3652356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1713543" y="4744138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5591814" y="10710090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7" idx="1"/>
          </p:cNvCxnSpPr>
          <p:nvPr/>
        </p:nvCxnSpPr>
        <p:spPr>
          <a:xfrm flipV="1">
            <a:off x="7148071" y="8479830"/>
            <a:ext cx="3225761" cy="108592"/>
          </a:xfrm>
          <a:prstGeom prst="curvedConnector4">
            <a:avLst>
              <a:gd name="adj1" fmla="val 39116"/>
              <a:gd name="adj2" fmla="val 310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7" idx="1"/>
          </p:cNvCxnSpPr>
          <p:nvPr/>
        </p:nvCxnSpPr>
        <p:spPr>
          <a:xfrm flipV="1">
            <a:off x="7154173" y="8479833"/>
            <a:ext cx="3219659" cy="3525939"/>
          </a:xfrm>
          <a:prstGeom prst="curvedConnector4">
            <a:avLst>
              <a:gd name="adj1" fmla="val 39095"/>
              <a:gd name="adj2" fmla="val 10648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3051900" y="12189955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7" idx="3"/>
          </p:cNvCxnSpPr>
          <p:nvPr/>
        </p:nvCxnSpPr>
        <p:spPr>
          <a:xfrm rot="16200000" flipH="1">
            <a:off x="10189026" y="9668802"/>
            <a:ext cx="557015" cy="1874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5248429" y="5280392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964212" y="5474674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2491468" y="1937689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7148068" y="6000520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7154170" y="6000520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8743230" y="5596735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5150487" y="9864751"/>
            <a:ext cx="1571625" cy="1964349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UnusedMediatorProcessEraser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4189168" y="8025469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9348189" y="3296396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9320037" y="3536847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9320037" y="3659955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20827679" y="3639302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1593563" y="3461123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7747467" y="3190473"/>
            <a:ext cx="1571625" cy="1320166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6895989" y="3643104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7729239" y="4910189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436" y="5123628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6174464" y="5134375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297837" y="9091944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5591814" y="9039934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1660440" y="9229331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3156685" y="8999784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1708708" y="9455071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1727112" y="941180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088" y="10793292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297837" y="5958475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5599977" y="5619142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1660440" y="6095862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3194785" y="5866315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1708708" y="6321602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1727112" y="6278339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7729239" y="7854080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9044" y="7929602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10328629" y="11266031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1751309" y="6505010"/>
            <a:ext cx="1461538" cy="541614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AppDATA</a:t>
            </a:r>
            <a:br>
              <a:rPr lang="de-DE" sz="1050"/>
            </a:br>
            <a:r>
              <a:rPr lang="de-DE" sz="1050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10329968" y="6505010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8670991" y="10937557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10282910" y="1124182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10284249" y="1156228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10243326" y="13379754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10220467" y="1211173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10257223" y="1284267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1704113" y="7295985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1954" y="7357574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10508011" y="12812988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9831716" y="10882284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948122" y="12303099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2361322" y="7167383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6675771" y="1004860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10243327" y="1258671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7134092" y="1116579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6677304" y="1040098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7115308" y="963452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7756187" y="334737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7108096" y="919491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5591811" y="4230880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targetState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targetState</a:t>
            </a:r>
          </a:p>
          <a:p>
            <a:pPr marL="171450" indent="-171450">
              <a:buFontTx/>
              <a:buChar char="-"/>
            </a:pPr>
            <a:r>
              <a:rPr lang="de-DE" sz="800">
                <a:solidFill>
                  <a:srgbClr val="FF0000"/>
                </a:solidFill>
              </a:rPr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7078257" y="506849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7053460" y="480461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7060919" y="4386573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7" idx="2"/>
          </p:cNvCxnSpPr>
          <p:nvPr/>
        </p:nvCxnSpPr>
        <p:spPr>
          <a:xfrm>
            <a:off x="7106638" y="4409433"/>
            <a:ext cx="2564989" cy="4572483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7171602" y="6033998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9516280" y="4132158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5599982" y="6634086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2482078" y="3370229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7153812" y="6505010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7161024" y="7046624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7493855" y="6184271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7108454" y="1198291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7108454" y="1214813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6721490" y="3765812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2242540" y="10423841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3451202" y="7295985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5701" y="7494465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3234866" y="6293836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10529388" y="10517109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964059" y="6023029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2235741" y="1341552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10871348" y="13396568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7729239" y="979350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436" y="10009130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1746681" y="4761763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10289046" y="12609576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10266186" y="12135940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4224819" y="7084020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4594833" y="3340129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4286920" y="3082899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4548238" y="3473887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4489209" y="3457351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7146838" y="5086896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2029636" y="1166209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10289042" y="7046627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7890967" y="2966934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8670992" y="3964882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9304650" y="4168427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0248" y="11028906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8429" y="10071460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10746523" y="2868553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308" y="2974631"/>
            <a:ext cx="260088" cy="273783"/>
          </a:xfrm>
          <a:prstGeom prst="rect">
            <a:avLst/>
          </a:prstGeom>
        </p:spPr>
      </p:pic>
      <p:sp>
        <p:nvSpPr>
          <p:cNvPr id="7" name="Zylinder 6">
            <a:extLst>
              <a:ext uri="{FF2B5EF4-FFF2-40B4-BE49-F238E27FC236}">
                <a16:creationId xmlns:a16="http://schemas.microsoft.com/office/drawing/2014/main" id="{233DA69B-402B-E4F6-2560-70F2ACC22E66}"/>
              </a:ext>
            </a:extLst>
          </p:cNvPr>
          <p:cNvSpPr/>
          <p:nvPr/>
        </p:nvSpPr>
        <p:spPr>
          <a:xfrm>
            <a:off x="9671624" y="8479830"/>
            <a:ext cx="1404410" cy="1004166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/>
              <a:t>TargetState</a:t>
            </a:r>
          </a:p>
        </p:txBody>
      </p:sp>
    </p:spTree>
    <p:extLst>
      <p:ext uri="{BB962C8B-B14F-4D97-AF65-F5344CB8AC3E}">
        <p14:creationId xmlns:p14="http://schemas.microsoft.com/office/powerpoint/2010/main" val="40057101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1CE0A02-15DF-2896-7C2D-5DFC349920D1}"/>
              </a:ext>
            </a:extLst>
          </p:cNvPr>
          <p:cNvSpPr/>
          <p:nvPr/>
        </p:nvSpPr>
        <p:spPr>
          <a:xfrm>
            <a:off x="3384312" y="5662837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MWDI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D02D88C-763B-A543-688D-9855AF14B01D}"/>
              </a:ext>
            </a:extLst>
          </p:cNvPr>
          <p:cNvSpPr/>
          <p:nvPr/>
        </p:nvSpPr>
        <p:spPr>
          <a:xfrm>
            <a:off x="5461386" y="5157787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E53494D-28D6-8CC5-DB54-81059DB5AF24}"/>
              </a:ext>
            </a:extLst>
          </p:cNvPr>
          <p:cNvSpPr/>
          <p:nvPr/>
        </p:nvSpPr>
        <p:spPr>
          <a:xfrm>
            <a:off x="8528751" y="5157787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B5FF00B-970D-C50C-579A-3D10911A26F3}"/>
              </a:ext>
            </a:extLst>
          </p:cNvPr>
          <p:cNvSpPr/>
          <p:nvPr/>
        </p:nvSpPr>
        <p:spPr>
          <a:xfrm>
            <a:off x="10591981" y="5652199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2F32273-6801-7B92-0ADB-F67B56F3C9EE}"/>
              </a:ext>
            </a:extLst>
          </p:cNvPr>
          <p:cNvSpPr/>
          <p:nvPr/>
        </p:nvSpPr>
        <p:spPr>
          <a:xfrm>
            <a:off x="1312882" y="5662838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APTP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FDEC8BC-6708-4B28-28CF-7724B85F5A50}"/>
              </a:ext>
            </a:extLst>
          </p:cNvPr>
          <p:cNvSpPr/>
          <p:nvPr/>
        </p:nvSpPr>
        <p:spPr>
          <a:xfrm>
            <a:off x="1450557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1F7B44D-B1EF-E324-F605-AB033E82776D}"/>
              </a:ext>
            </a:extLst>
          </p:cNvPr>
          <p:cNvSpPr/>
          <p:nvPr/>
        </p:nvSpPr>
        <p:spPr>
          <a:xfrm>
            <a:off x="1450557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48790B5-A649-43AD-C98B-435B22B7ED2F}"/>
              </a:ext>
            </a:extLst>
          </p:cNvPr>
          <p:cNvSpPr/>
          <p:nvPr/>
        </p:nvSpPr>
        <p:spPr>
          <a:xfrm>
            <a:off x="1450557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CEE26EF-C86B-A733-8DD9-059A9C6EC90E}"/>
              </a:ext>
            </a:extLst>
          </p:cNvPr>
          <p:cNvSpPr/>
          <p:nvPr/>
        </p:nvSpPr>
        <p:spPr>
          <a:xfrm>
            <a:off x="2274469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A455AB2-E932-7831-EE99-F5772CDAFD0C}"/>
              </a:ext>
            </a:extLst>
          </p:cNvPr>
          <p:cNvSpPr/>
          <p:nvPr/>
        </p:nvSpPr>
        <p:spPr>
          <a:xfrm>
            <a:off x="2274469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458F33B-C712-C71E-C879-C5DC8C91BB45}"/>
              </a:ext>
            </a:extLst>
          </p:cNvPr>
          <p:cNvSpPr/>
          <p:nvPr/>
        </p:nvSpPr>
        <p:spPr>
          <a:xfrm>
            <a:off x="2274469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F329620-3C22-08E1-6786-6E43712B3898}"/>
              </a:ext>
            </a:extLst>
          </p:cNvPr>
          <p:cNvSpPr/>
          <p:nvPr/>
        </p:nvSpPr>
        <p:spPr>
          <a:xfrm>
            <a:off x="3525817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B7992BE-C036-3AB7-C814-EBBDC7FC42E0}"/>
              </a:ext>
            </a:extLst>
          </p:cNvPr>
          <p:cNvSpPr/>
          <p:nvPr/>
        </p:nvSpPr>
        <p:spPr>
          <a:xfrm>
            <a:off x="3525817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AFB896A-158F-65F5-EA28-4BC001A350A5}"/>
              </a:ext>
            </a:extLst>
          </p:cNvPr>
          <p:cNvSpPr/>
          <p:nvPr/>
        </p:nvSpPr>
        <p:spPr>
          <a:xfrm>
            <a:off x="3525817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C3E0E05-CA92-3033-4FD9-38C5421204DC}"/>
              </a:ext>
            </a:extLst>
          </p:cNvPr>
          <p:cNvSpPr/>
          <p:nvPr/>
        </p:nvSpPr>
        <p:spPr>
          <a:xfrm>
            <a:off x="4349729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FFA3122-55DA-CD89-A397-A8CD9750B2B9}"/>
              </a:ext>
            </a:extLst>
          </p:cNvPr>
          <p:cNvSpPr/>
          <p:nvPr/>
        </p:nvSpPr>
        <p:spPr>
          <a:xfrm>
            <a:off x="4349729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AA074D4-D1AF-7759-FA69-2B0DD4CAFC2D}"/>
              </a:ext>
            </a:extLst>
          </p:cNvPr>
          <p:cNvSpPr/>
          <p:nvPr/>
        </p:nvSpPr>
        <p:spPr>
          <a:xfrm>
            <a:off x="4349729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E2AB45-4CA3-5B9B-E66E-E425E390B46B}"/>
              </a:ext>
            </a:extLst>
          </p:cNvPr>
          <p:cNvSpPr/>
          <p:nvPr/>
        </p:nvSpPr>
        <p:spPr>
          <a:xfrm>
            <a:off x="5617158" y="691470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54BD9F7-6B6B-B381-6EAD-966962D972D7}"/>
              </a:ext>
            </a:extLst>
          </p:cNvPr>
          <p:cNvSpPr/>
          <p:nvPr/>
        </p:nvSpPr>
        <p:spPr>
          <a:xfrm>
            <a:off x="5617158" y="651465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A081826-1714-5339-1A4A-A1B6EB3DD00D}"/>
              </a:ext>
            </a:extLst>
          </p:cNvPr>
          <p:cNvSpPr/>
          <p:nvPr/>
        </p:nvSpPr>
        <p:spPr>
          <a:xfrm>
            <a:off x="5617158" y="611460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DF739C3-C4E3-6849-2F41-DF62CEF1A558}"/>
              </a:ext>
            </a:extLst>
          </p:cNvPr>
          <p:cNvSpPr/>
          <p:nvPr/>
        </p:nvSpPr>
        <p:spPr>
          <a:xfrm>
            <a:off x="6441070" y="691470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11DDACA-62B1-F5B0-EEC2-CD44D410F5D4}"/>
              </a:ext>
            </a:extLst>
          </p:cNvPr>
          <p:cNvSpPr/>
          <p:nvPr/>
        </p:nvSpPr>
        <p:spPr>
          <a:xfrm>
            <a:off x="6441070" y="6519641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9DA1E85-2C49-6E8A-CFDB-48FE31EBD704}"/>
              </a:ext>
            </a:extLst>
          </p:cNvPr>
          <p:cNvSpPr/>
          <p:nvPr/>
        </p:nvSpPr>
        <p:spPr>
          <a:xfrm>
            <a:off x="8689130" y="691185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143F202-5361-48B9-4F64-3AA6EF735AD8}"/>
              </a:ext>
            </a:extLst>
          </p:cNvPr>
          <p:cNvSpPr/>
          <p:nvPr/>
        </p:nvSpPr>
        <p:spPr>
          <a:xfrm>
            <a:off x="8689130" y="651678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ECBD2DF-E4B2-0439-FF9C-36D68796843C}"/>
              </a:ext>
            </a:extLst>
          </p:cNvPr>
          <p:cNvSpPr/>
          <p:nvPr/>
        </p:nvSpPr>
        <p:spPr>
          <a:xfrm>
            <a:off x="9513042" y="691185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C9B7C70-2BAF-3E76-BCAB-1FCC7BE517E5}"/>
              </a:ext>
            </a:extLst>
          </p:cNvPr>
          <p:cNvSpPr/>
          <p:nvPr/>
        </p:nvSpPr>
        <p:spPr>
          <a:xfrm>
            <a:off x="9513042" y="651678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A0BA429-EEC5-F81D-6AA8-80B5299E7BE5}"/>
              </a:ext>
            </a:extLst>
          </p:cNvPr>
          <p:cNvSpPr/>
          <p:nvPr/>
        </p:nvSpPr>
        <p:spPr>
          <a:xfrm>
            <a:off x="10768667" y="690121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0D131E-4A61-2933-7E0D-0D59F14C99BA}"/>
              </a:ext>
            </a:extLst>
          </p:cNvPr>
          <p:cNvSpPr/>
          <p:nvPr/>
        </p:nvSpPr>
        <p:spPr>
          <a:xfrm>
            <a:off x="10768667" y="650614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3616450-B93D-DEBD-7CE3-CD7A817B8078}"/>
              </a:ext>
            </a:extLst>
          </p:cNvPr>
          <p:cNvSpPr/>
          <p:nvPr/>
        </p:nvSpPr>
        <p:spPr>
          <a:xfrm>
            <a:off x="11963827" y="783373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B2B469F-780C-7B6E-97F6-89C3641EDBC9}"/>
              </a:ext>
            </a:extLst>
          </p:cNvPr>
          <p:cNvSpPr/>
          <p:nvPr/>
        </p:nvSpPr>
        <p:spPr>
          <a:xfrm>
            <a:off x="11963827" y="743368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66A4ECD-0416-DEC7-F62C-900B4B28A617}"/>
              </a:ext>
            </a:extLst>
          </p:cNvPr>
          <p:cNvSpPr/>
          <p:nvPr/>
        </p:nvSpPr>
        <p:spPr>
          <a:xfrm>
            <a:off x="11963827" y="703363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B164F71-093D-4EAD-77A0-7D44E762E72F}"/>
              </a:ext>
            </a:extLst>
          </p:cNvPr>
          <p:cNvSpPr/>
          <p:nvPr/>
        </p:nvSpPr>
        <p:spPr>
          <a:xfrm>
            <a:off x="11963826" y="623353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A5166CA-90F8-FF86-8D3C-A9D517E4F906}"/>
              </a:ext>
            </a:extLst>
          </p:cNvPr>
          <p:cNvSpPr/>
          <p:nvPr/>
        </p:nvSpPr>
        <p:spPr>
          <a:xfrm>
            <a:off x="11963827" y="663358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122B215-EF92-DC6C-4D34-A3840F4E37F7}"/>
              </a:ext>
            </a:extLst>
          </p:cNvPr>
          <p:cNvCxnSpPr>
            <a:cxnSpLocks/>
          </p:cNvCxnSpPr>
          <p:nvPr/>
        </p:nvCxnSpPr>
        <p:spPr>
          <a:xfrm flipV="1">
            <a:off x="10591984" y="5662833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0A7E131-9A2D-FE2E-8F00-AC5963385B56}"/>
              </a:ext>
            </a:extLst>
          </p:cNvPr>
          <p:cNvGrpSpPr/>
          <p:nvPr/>
        </p:nvGrpSpPr>
        <p:grpSpPr>
          <a:xfrm rot="5400000">
            <a:off x="9188215" y="5173535"/>
            <a:ext cx="338137" cy="998176"/>
            <a:chOff x="7267925" y="3123310"/>
            <a:chExt cx="338137" cy="998176"/>
          </a:xfrm>
        </p:grpSpPr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E40F123A-7D28-DAF0-30FD-0C20E4BD610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79339DC1-FB69-E4B3-2427-B0D9C1C3D60C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4C1EB5C-FBB1-A635-2577-1FDD4BB6C88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68B5C107-E8B1-674E-0899-FA1D44E24ED9}"/>
              </a:ext>
            </a:extLst>
          </p:cNvPr>
          <p:cNvCxnSpPr>
            <a:cxnSpLocks/>
          </p:cNvCxnSpPr>
          <p:nvPr/>
        </p:nvCxnSpPr>
        <p:spPr>
          <a:xfrm>
            <a:off x="8522345" y="5998102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7A2DB98D-C693-6ABF-3F91-DC76D3BBE6EB}"/>
              </a:ext>
            </a:extLst>
          </p:cNvPr>
          <p:cNvSpPr/>
          <p:nvPr/>
        </p:nvSpPr>
        <p:spPr>
          <a:xfrm>
            <a:off x="8522346" y="2938462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EA305853-A808-AB18-03A6-51C5387C71C7}"/>
              </a:ext>
            </a:extLst>
          </p:cNvPr>
          <p:cNvGrpSpPr/>
          <p:nvPr/>
        </p:nvGrpSpPr>
        <p:grpSpPr>
          <a:xfrm rot="5400000">
            <a:off x="8776260" y="3360105"/>
            <a:ext cx="1162049" cy="998176"/>
            <a:chOff x="7115461" y="1735493"/>
            <a:chExt cx="1162049" cy="998176"/>
          </a:xfrm>
        </p:grpSpPr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7608F1F3-2180-5F13-7FFA-83A74EB34A0F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7AB24ABE-364B-F6B4-0452-33DF8DC753D4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527DA6FE-EEDD-B9E3-03DD-74D221727344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ABB2D503-B665-D77A-B86F-14E059956922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83CC7ED1-F16A-1896-62C7-D546E44B5B0B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3475550-2889-2F91-C960-D3DCA7DF8427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sp>
        <p:nvSpPr>
          <p:cNvPr id="49" name="Rechteck 48">
            <a:extLst>
              <a:ext uri="{FF2B5EF4-FFF2-40B4-BE49-F238E27FC236}">
                <a16:creationId xmlns:a16="http://schemas.microsoft.com/office/drawing/2014/main" id="{06710257-94F2-6744-5C46-384800311A00}"/>
              </a:ext>
            </a:extLst>
          </p:cNvPr>
          <p:cNvSpPr/>
          <p:nvPr/>
        </p:nvSpPr>
        <p:spPr>
          <a:xfrm>
            <a:off x="5457125" y="2938462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RCM</a:t>
            </a:r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3BECA846-CE12-388B-D0A3-7DCF9503D532}"/>
              </a:ext>
            </a:extLst>
          </p:cNvPr>
          <p:cNvGrpSpPr/>
          <p:nvPr/>
        </p:nvGrpSpPr>
        <p:grpSpPr>
          <a:xfrm rot="5400000">
            <a:off x="5711039" y="3360105"/>
            <a:ext cx="1162049" cy="998176"/>
            <a:chOff x="7115461" y="1735493"/>
            <a:chExt cx="1162049" cy="998176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00C418EB-45BB-672B-9C17-4AA42BF9B100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44340858-3359-78BC-0881-DF3CF6C4CE35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9E2D812D-5420-32CE-48A0-1AE6BF2A7BF5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4E017906-1474-ACF0-D4F3-A464FE7CBFFF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956CD8D0-9882-9742-5B49-B264ABEE6072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63481912-FA6A-F7F7-3828-E9E8B8381C8B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ACE194F-09C5-4337-ABFD-DFEF72FE57AD}"/>
              </a:ext>
            </a:extLst>
          </p:cNvPr>
          <p:cNvGrpSpPr/>
          <p:nvPr/>
        </p:nvGrpSpPr>
        <p:grpSpPr>
          <a:xfrm rot="5400000">
            <a:off x="6132322" y="5173535"/>
            <a:ext cx="338137" cy="998176"/>
            <a:chOff x="7267925" y="3123310"/>
            <a:chExt cx="338137" cy="998176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86CF74E5-92A2-B2B4-84F2-A08711CE4576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E723D154-0D75-5EA9-8CF6-4EE379C46676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E5206EBD-D24E-28B5-568B-CB2C238F2C7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3F94A723-31E5-282A-5981-B162DED911D4}"/>
              </a:ext>
            </a:extLst>
          </p:cNvPr>
          <p:cNvCxnSpPr>
            <a:cxnSpLocks/>
          </p:cNvCxnSpPr>
          <p:nvPr/>
        </p:nvCxnSpPr>
        <p:spPr>
          <a:xfrm>
            <a:off x="5466452" y="5998102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346B5A3-4EA9-8FBD-0F76-B4EDA3A628C9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1788694" y="6203011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3308A1E7-F373-EE81-70DD-D860FE975724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2612606" y="6203014"/>
            <a:ext cx="913211" cy="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143B4FB2-12F8-7173-BA6F-335B26BFEBB3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>
            <a:off x="3863954" y="6203011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19F5DEDC-F153-BEBB-1F1E-00186D344CDB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4687862" y="6203015"/>
            <a:ext cx="929292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2D93BD7A-37AB-F0E8-43D9-8825215C9245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 flipV="1">
            <a:off x="6779207" y="6615823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56D196D-AE0B-D035-092B-4260E960363F}"/>
              </a:ext>
            </a:extLst>
          </p:cNvPr>
          <p:cNvCxnSpPr>
            <a:cxnSpLocks/>
            <a:stCxn id="27" idx="1"/>
            <a:endCxn id="25" idx="3"/>
          </p:cNvCxnSpPr>
          <p:nvPr/>
        </p:nvCxnSpPr>
        <p:spPr>
          <a:xfrm flipH="1">
            <a:off x="9027267" y="6615819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12924405-E882-9CBE-75FE-D41CF011EFBE}"/>
              </a:ext>
            </a:extLst>
          </p:cNvPr>
          <p:cNvCxnSpPr>
            <a:cxnSpLocks/>
            <a:stCxn id="29" idx="1"/>
            <a:endCxn id="27" idx="3"/>
          </p:cNvCxnSpPr>
          <p:nvPr/>
        </p:nvCxnSpPr>
        <p:spPr>
          <a:xfrm flipH="1">
            <a:off x="9851175" y="6605190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8FCD2C10-717C-88E6-AFC8-560DB1181A3E}"/>
              </a:ext>
            </a:extLst>
          </p:cNvPr>
          <p:cNvCxnSpPr>
            <a:cxnSpLocks/>
            <a:stCxn id="53" idx="3"/>
            <a:endCxn id="56" idx="1"/>
          </p:cNvCxnSpPr>
          <p:nvPr/>
        </p:nvCxnSpPr>
        <p:spPr>
          <a:xfrm>
            <a:off x="6692111" y="3616310"/>
            <a:ext cx="0" cy="485775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62CC069B-5286-1DF7-37DC-08C2EE30445C}"/>
              </a:ext>
            </a:extLst>
          </p:cNvPr>
          <p:cNvCxnSpPr>
            <a:cxnSpLocks/>
            <a:stCxn id="56" idx="3"/>
            <a:endCxn id="60" idx="1"/>
          </p:cNvCxnSpPr>
          <p:nvPr/>
        </p:nvCxnSpPr>
        <p:spPr>
          <a:xfrm>
            <a:off x="6692115" y="4440222"/>
            <a:ext cx="9327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BD8A7BEC-DB33-B090-03AB-F516A5AE0094}"/>
              </a:ext>
            </a:extLst>
          </p:cNvPr>
          <p:cNvCxnSpPr>
            <a:cxnSpLocks/>
            <a:stCxn id="45" idx="3"/>
          </p:cNvCxnSpPr>
          <p:nvPr/>
        </p:nvCxnSpPr>
        <p:spPr>
          <a:xfrm flipH="1">
            <a:off x="9757335" y="3616306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FEA5A29-2F76-9B94-1657-646671B4A389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H="1">
            <a:off x="9757335" y="4440222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141BEA37-B8B7-2E75-E808-6581631CC6D3}"/>
              </a:ext>
            </a:extLst>
          </p:cNvPr>
          <p:cNvSpPr/>
          <p:nvPr/>
        </p:nvSpPr>
        <p:spPr>
          <a:xfrm>
            <a:off x="5461386" y="11355200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6E4F015F-7EB0-1731-7016-76835118A137}"/>
              </a:ext>
            </a:extLst>
          </p:cNvPr>
          <p:cNvSpPr/>
          <p:nvPr/>
        </p:nvSpPr>
        <p:spPr>
          <a:xfrm>
            <a:off x="8528751" y="11355200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EFCEA3C8-B645-BF8C-2685-7FE19E5CE4FC}"/>
              </a:ext>
            </a:extLst>
          </p:cNvPr>
          <p:cNvSpPr/>
          <p:nvPr/>
        </p:nvSpPr>
        <p:spPr>
          <a:xfrm>
            <a:off x="10591981" y="11849612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34F69CE8-ED93-F830-873A-7C13AB12A20A}"/>
              </a:ext>
            </a:extLst>
          </p:cNvPr>
          <p:cNvSpPr/>
          <p:nvPr/>
        </p:nvSpPr>
        <p:spPr>
          <a:xfrm>
            <a:off x="6441070" y="1311212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6DD63BA9-847D-1A2D-1C9A-FCA0DCF233B5}"/>
              </a:ext>
            </a:extLst>
          </p:cNvPr>
          <p:cNvSpPr/>
          <p:nvPr/>
        </p:nvSpPr>
        <p:spPr>
          <a:xfrm>
            <a:off x="6441070" y="1271705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0D437FAF-B507-C6CF-3948-A29EC8AF3A7B}"/>
              </a:ext>
            </a:extLst>
          </p:cNvPr>
          <p:cNvSpPr/>
          <p:nvPr/>
        </p:nvSpPr>
        <p:spPr>
          <a:xfrm>
            <a:off x="8689130" y="1310926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DC5A0C8A-D84F-A1BA-1C7B-F23ABA66D30B}"/>
              </a:ext>
            </a:extLst>
          </p:cNvPr>
          <p:cNvSpPr/>
          <p:nvPr/>
        </p:nvSpPr>
        <p:spPr>
          <a:xfrm>
            <a:off x="8689130" y="12714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C241DCC7-AAFF-3170-D434-F618D8A5DBD9}"/>
              </a:ext>
            </a:extLst>
          </p:cNvPr>
          <p:cNvSpPr/>
          <p:nvPr/>
        </p:nvSpPr>
        <p:spPr>
          <a:xfrm>
            <a:off x="9513042" y="1310926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1ABFB95-8A94-31E5-3C83-3B14E2E5CDFD}"/>
              </a:ext>
            </a:extLst>
          </p:cNvPr>
          <p:cNvSpPr/>
          <p:nvPr/>
        </p:nvSpPr>
        <p:spPr>
          <a:xfrm>
            <a:off x="9513042" y="12714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341C7B94-7B76-8229-4A2A-8134880B4926}"/>
              </a:ext>
            </a:extLst>
          </p:cNvPr>
          <p:cNvSpPr/>
          <p:nvPr/>
        </p:nvSpPr>
        <p:spPr>
          <a:xfrm>
            <a:off x="10768667" y="1309863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0A6D84C4-1B1A-112F-0A67-A4735734FABF}"/>
              </a:ext>
            </a:extLst>
          </p:cNvPr>
          <p:cNvSpPr/>
          <p:nvPr/>
        </p:nvSpPr>
        <p:spPr>
          <a:xfrm>
            <a:off x="10768667" y="1270356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C1E45473-8297-A262-FFF9-E3B2B67A4F62}"/>
              </a:ext>
            </a:extLst>
          </p:cNvPr>
          <p:cNvSpPr/>
          <p:nvPr/>
        </p:nvSpPr>
        <p:spPr>
          <a:xfrm>
            <a:off x="11963827" y="1403114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87150E2D-EB67-7B24-E6A5-676B80CE5251}"/>
              </a:ext>
            </a:extLst>
          </p:cNvPr>
          <p:cNvSpPr/>
          <p:nvPr/>
        </p:nvSpPr>
        <p:spPr>
          <a:xfrm>
            <a:off x="11963827" y="1363109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10AB6DFB-5CF2-D1E7-689E-3AA368C49408}"/>
              </a:ext>
            </a:extLst>
          </p:cNvPr>
          <p:cNvSpPr/>
          <p:nvPr/>
        </p:nvSpPr>
        <p:spPr>
          <a:xfrm>
            <a:off x="11963827" y="1323104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0A3363A3-BA54-D35E-B388-C7321B9BE878}"/>
              </a:ext>
            </a:extLst>
          </p:cNvPr>
          <p:cNvSpPr/>
          <p:nvPr/>
        </p:nvSpPr>
        <p:spPr>
          <a:xfrm>
            <a:off x="11963826" y="1243094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C6E9F742-DF08-789F-BC59-4FC946FC913F}"/>
              </a:ext>
            </a:extLst>
          </p:cNvPr>
          <p:cNvSpPr/>
          <p:nvPr/>
        </p:nvSpPr>
        <p:spPr>
          <a:xfrm>
            <a:off x="11963827" y="1283099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C68C30-1683-EA4C-845B-CB907CEC96F6}"/>
              </a:ext>
            </a:extLst>
          </p:cNvPr>
          <p:cNvCxnSpPr>
            <a:cxnSpLocks/>
          </p:cNvCxnSpPr>
          <p:nvPr/>
        </p:nvCxnSpPr>
        <p:spPr>
          <a:xfrm flipV="1">
            <a:off x="10591984" y="11860246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6742ED2-F057-78A7-5150-A41844EF625C}"/>
              </a:ext>
            </a:extLst>
          </p:cNvPr>
          <p:cNvGrpSpPr/>
          <p:nvPr/>
        </p:nvGrpSpPr>
        <p:grpSpPr>
          <a:xfrm rot="5400000">
            <a:off x="9188215" y="11370948"/>
            <a:ext cx="338137" cy="998176"/>
            <a:chOff x="7267925" y="3123310"/>
            <a:chExt cx="338137" cy="998176"/>
          </a:xfrm>
        </p:grpSpPr>
        <p:sp>
          <p:nvSpPr>
            <p:cNvPr id="108" name="Rechteck 107">
              <a:extLst>
                <a:ext uri="{FF2B5EF4-FFF2-40B4-BE49-F238E27FC236}">
                  <a16:creationId xmlns:a16="http://schemas.microsoft.com/office/drawing/2014/main" id="{996873ED-9D66-B4CD-8D11-882288108F1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E3161ECC-EE4D-308F-FC14-A34D5493E194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5D5CBAFC-63CE-84E0-F817-9B8163E5A495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E3F88B35-4DF8-36B9-FA1E-AF410D60D677}"/>
              </a:ext>
            </a:extLst>
          </p:cNvPr>
          <p:cNvCxnSpPr>
            <a:cxnSpLocks/>
          </p:cNvCxnSpPr>
          <p:nvPr/>
        </p:nvCxnSpPr>
        <p:spPr>
          <a:xfrm>
            <a:off x="8522345" y="1219551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047369EB-7578-A672-B628-5F3CF1FD0B7A}"/>
              </a:ext>
            </a:extLst>
          </p:cNvPr>
          <p:cNvSpPr/>
          <p:nvPr/>
        </p:nvSpPr>
        <p:spPr>
          <a:xfrm>
            <a:off x="8522346" y="9135875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97D29417-7626-C176-8171-B76EE10710D0}"/>
              </a:ext>
            </a:extLst>
          </p:cNvPr>
          <p:cNvGrpSpPr/>
          <p:nvPr/>
        </p:nvGrpSpPr>
        <p:grpSpPr>
          <a:xfrm rot="5400000">
            <a:off x="8776260" y="9557518"/>
            <a:ext cx="1162049" cy="998176"/>
            <a:chOff x="7115461" y="1735493"/>
            <a:chExt cx="1162049" cy="998176"/>
          </a:xfrm>
        </p:grpSpPr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FB43D1F3-B681-6EEA-3F0F-B493E6861262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15" name="Rechteck 114">
              <a:extLst>
                <a:ext uri="{FF2B5EF4-FFF2-40B4-BE49-F238E27FC236}">
                  <a16:creationId xmlns:a16="http://schemas.microsoft.com/office/drawing/2014/main" id="{6C7F02BA-C5AC-616E-DDBB-974C28E821DC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6" name="Rechteck 115">
              <a:extLst>
                <a:ext uri="{FF2B5EF4-FFF2-40B4-BE49-F238E27FC236}">
                  <a16:creationId xmlns:a16="http://schemas.microsoft.com/office/drawing/2014/main" id="{F2B3208E-962F-47AF-2FC5-F5F0E8CE1D8F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117" name="Rechteck 116">
              <a:extLst>
                <a:ext uri="{FF2B5EF4-FFF2-40B4-BE49-F238E27FC236}">
                  <a16:creationId xmlns:a16="http://schemas.microsoft.com/office/drawing/2014/main" id="{36ED8D34-FAB2-ECDA-7F59-469C3F477458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97D57EA9-EF20-AB09-6218-B2C9760CA197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7FD10FC3-ABF9-7B9C-D27A-9AF3D0750CDF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EE2E9144-2E50-61D5-6EF0-4D405BB2ED93}"/>
              </a:ext>
            </a:extLst>
          </p:cNvPr>
          <p:cNvCxnSpPr>
            <a:cxnSpLocks/>
          </p:cNvCxnSpPr>
          <p:nvPr/>
        </p:nvCxnSpPr>
        <p:spPr>
          <a:xfrm>
            <a:off x="5466452" y="1219551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Gerader Verbinder 136">
            <a:extLst>
              <a:ext uri="{FF2B5EF4-FFF2-40B4-BE49-F238E27FC236}">
                <a16:creationId xmlns:a16="http://schemas.microsoft.com/office/drawing/2014/main" id="{FA120268-DBD1-31E3-D560-DFCE67F86135}"/>
              </a:ext>
            </a:extLst>
          </p:cNvPr>
          <p:cNvCxnSpPr>
            <a:cxnSpLocks/>
            <a:stCxn id="94" idx="3"/>
            <a:endCxn id="96" idx="1"/>
          </p:cNvCxnSpPr>
          <p:nvPr/>
        </p:nvCxnSpPr>
        <p:spPr>
          <a:xfrm flipV="1">
            <a:off x="6779207" y="12813236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FF6D5A19-3A23-06BE-47EA-CFC2DA6CE54F}"/>
              </a:ext>
            </a:extLst>
          </p:cNvPr>
          <p:cNvCxnSpPr>
            <a:cxnSpLocks/>
            <a:stCxn id="98" idx="1"/>
            <a:endCxn id="96" idx="3"/>
          </p:cNvCxnSpPr>
          <p:nvPr/>
        </p:nvCxnSpPr>
        <p:spPr>
          <a:xfrm flipH="1">
            <a:off x="9027267" y="12813232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9" name="Gerader Verbinder 138">
            <a:extLst>
              <a:ext uri="{FF2B5EF4-FFF2-40B4-BE49-F238E27FC236}">
                <a16:creationId xmlns:a16="http://schemas.microsoft.com/office/drawing/2014/main" id="{9AF164CF-4371-1D84-FE7D-B883D938C666}"/>
              </a:ext>
            </a:extLst>
          </p:cNvPr>
          <p:cNvCxnSpPr>
            <a:cxnSpLocks/>
            <a:stCxn id="100" idx="1"/>
            <a:endCxn id="98" idx="3"/>
          </p:cNvCxnSpPr>
          <p:nvPr/>
        </p:nvCxnSpPr>
        <p:spPr>
          <a:xfrm flipH="1">
            <a:off x="9851175" y="12802603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D00B38C7-6860-5F20-0291-BDDAD5ADC652}"/>
              </a:ext>
            </a:extLst>
          </p:cNvPr>
          <p:cNvCxnSpPr>
            <a:cxnSpLocks/>
            <a:stCxn id="116" idx="3"/>
          </p:cNvCxnSpPr>
          <p:nvPr/>
        </p:nvCxnSpPr>
        <p:spPr>
          <a:xfrm flipH="1">
            <a:off x="9757335" y="9813719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3" name="Gerader Verbinder 142">
            <a:extLst>
              <a:ext uri="{FF2B5EF4-FFF2-40B4-BE49-F238E27FC236}">
                <a16:creationId xmlns:a16="http://schemas.microsoft.com/office/drawing/2014/main" id="{5024DC42-ED37-5014-2ACF-25AB816D582D}"/>
              </a:ext>
            </a:extLst>
          </p:cNvPr>
          <p:cNvCxnSpPr>
            <a:cxnSpLocks/>
            <a:stCxn id="119" idx="3"/>
            <a:endCxn id="110" idx="1"/>
          </p:cNvCxnSpPr>
          <p:nvPr/>
        </p:nvCxnSpPr>
        <p:spPr>
          <a:xfrm flipH="1">
            <a:off x="9757335" y="10637635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05563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3001CF1F-C555-BFFA-C65A-05C127440766}"/>
              </a:ext>
            </a:extLst>
          </p:cNvPr>
          <p:cNvSpPr txBox="1"/>
          <p:nvPr/>
        </p:nvSpPr>
        <p:spPr>
          <a:xfrm>
            <a:off x="1447800" y="1009650"/>
            <a:ext cx="1914627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Elisa + Highstreet</a:t>
            </a:r>
          </a:p>
          <a:p>
            <a:r>
              <a:rPr lang="de-DE"/>
              <a:t>7Principles</a:t>
            </a:r>
          </a:p>
          <a:p>
            <a:r>
              <a:rPr lang="de-DE"/>
              <a:t>Comarch</a:t>
            </a:r>
          </a:p>
          <a:p>
            <a:endParaRPr lang="de-DE"/>
          </a:p>
          <a:p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2935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2547947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215629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5695840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6133073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272858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066369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1147738" y="892318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1255322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1255322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1255322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1523969" y="43918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1523969" y="96050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2344788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2344788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792618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792618" y="1063648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2344785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3506238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1792621" y="416902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4077979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4077979" y="1041385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3506238" y="1056990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313512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3135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0761341" y="106362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0761341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2474962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046700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8510426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8510426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9671876" y="106362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9671876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510989" y="111337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936821" y="1134995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510989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936821" y="1031092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046700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2474962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224045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224045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224045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0492692" y="43936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0492692" y="96068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8510425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8510425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8510425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9671878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9671878" y="74004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9671878" y="59584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510988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6510988" y="485871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510988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936820" y="703049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510988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936820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936820" y="466703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936820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15700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916017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0761344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107330" y="41709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123848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9549680" y="41315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007234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3453313" y="41753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5743635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5743635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168687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168687" y="41866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1570030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0492695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1570030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1838677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046700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107326" y="870039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1570030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1838677" y="892318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10761341" y="981489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6510988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936823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9582208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9582208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9582208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9850854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9850854" y="960365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7868588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7868588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9030037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9030037" y="1063512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5869151" y="111300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7294983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5869151" y="1039983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7294983" y="1063512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20671671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20119507" y="812597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5034850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5034850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5303496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6124315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5572146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3322225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4483675" y="1344585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7857502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7285768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2298883" y="1322590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2730886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5439973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5439973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5708619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6529438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977269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3727348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4888798" y="1342792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8262625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7690891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2704006" y="1320798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3136009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918171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977272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6499387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5572146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59566" y="2059157"/>
            <a:ext cx="17091659" cy="6855221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11872"/>
            <a:ext cx="5507681" cy="3034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0933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2" name="Rechteck 281">
            <a:extLst>
              <a:ext uri="{FF2B5EF4-FFF2-40B4-BE49-F238E27FC236}">
                <a16:creationId xmlns:a16="http://schemas.microsoft.com/office/drawing/2014/main" id="{C9453577-A74B-CA25-645C-51DCBD053ABB}"/>
              </a:ext>
            </a:extLst>
          </p:cNvPr>
          <p:cNvSpPr/>
          <p:nvPr/>
        </p:nvSpPr>
        <p:spPr>
          <a:xfrm>
            <a:off x="15463488" y="3640137"/>
            <a:ext cx="2465970" cy="298680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65076" y="8916885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16885"/>
            <a:ext cx="4084142" cy="29354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681936" y="104898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950583" y="96812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219232" y="107126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219235" y="1071267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1437558"/>
            <a:ext cx="571739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504593" y="112169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Ins="72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504593" y="10553552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0709607"/>
            <a:ext cx="571738" cy="3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1353559" y="107124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1353559" y="107124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11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1549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10264094" y="107124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10264094" y="107124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7103207" y="112226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9" y="11436012"/>
            <a:ext cx="573605" cy="28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7103207" y="10530969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9" y="10714797"/>
            <a:ext cx="573605" cy="19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816263" y="104897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1084910" y="96830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10264096" y="67556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10264096" y="74766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10264096" y="60346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4969920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7103206" y="5325435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155280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description 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>
            <a:off x="8529038" y="7476641"/>
            <a:ext cx="573605" cy="205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070761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  (?)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 (?)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8529038" y="5677763"/>
            <a:ext cx="573605" cy="35684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5133759"/>
            <a:ext cx="573605" cy="900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596503"/>
            <a:ext cx="573605" cy="1591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2162249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3508235" y="40287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1353562" y="42471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699548" y="42471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10141898" y="42077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599452" y="40400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4045531" y="42515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6335853" y="40643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6335853" y="47922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760905" y="42628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760905" y="42628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638918" y="930778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699547" y="9467161"/>
            <a:ext cx="939371" cy="86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21995606" y="104885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22264255" y="9686206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20727159" y="1071132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20727159" y="10711325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189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30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8" idx="3"/>
          </p:cNvCxnSpPr>
          <p:nvPr/>
        </p:nvCxnSpPr>
        <p:spPr>
          <a:xfrm flipH="1">
            <a:off x="1219235" y="836725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504593" y="8210529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366584"/>
            <a:ext cx="571738" cy="66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8" idx="1"/>
          </p:cNvCxnSpPr>
          <p:nvPr/>
        </p:nvCxnSpPr>
        <p:spPr>
          <a:xfrm>
            <a:off x="20704990" y="835745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8336370"/>
            <a:ext cx="550745" cy="210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16885"/>
            <a:ext cx="1930625" cy="3029052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6437313" y="9523393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3"/>
            <a:endCxn id="93" idx="1"/>
          </p:cNvCxnSpPr>
          <p:nvPr/>
        </p:nvCxnSpPr>
        <p:spPr>
          <a:xfrm>
            <a:off x="16167812" y="9678529"/>
            <a:ext cx="269501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14378"/>
            <a:ext cx="1949140" cy="303239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5741059" y="9524678"/>
            <a:ext cx="824921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3"/>
            <a:endCxn id="214" idx="1"/>
          </p:cNvCxnSpPr>
          <p:nvPr/>
        </p:nvCxnSpPr>
        <p:spPr>
          <a:xfrm>
            <a:off x="5476711" y="9679814"/>
            <a:ext cx="264348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4267" y="265811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2148" cy="3679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7" y="139139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5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0925804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206088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63722"/>
            <a:ext cx="5507681" cy="298221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61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896372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72337"/>
            <a:ext cx="4084142" cy="28799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cxnSpLocks/>
            <a:stCxn id="62" idx="1"/>
            <a:endCxn id="57" idx="3"/>
          </p:cNvCxnSpPr>
          <p:nvPr/>
        </p:nvCxnSpPr>
        <p:spPr>
          <a:xfrm flipH="1" flipV="1">
            <a:off x="1219235" y="9458418"/>
            <a:ext cx="552167" cy="12550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cxnSpLocks/>
            <a:stCxn id="63" idx="1"/>
            <a:endCxn id="57" idx="3"/>
          </p:cNvCxnSpPr>
          <p:nvPr/>
        </p:nvCxnSpPr>
        <p:spPr>
          <a:xfrm flipH="1" flipV="1">
            <a:off x="1219235" y="9458418"/>
            <a:ext cx="552166" cy="19869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932854" y="11445390"/>
            <a:ext cx="431669" cy="882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3" y="11126441"/>
            <a:ext cx="1293971" cy="65554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0478705"/>
            <a:ext cx="1305694" cy="5643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>
            <a:off x="2932855" y="10713455"/>
            <a:ext cx="419945" cy="474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0" idx="3"/>
          </p:cNvCxnSpPr>
          <p:nvPr/>
        </p:nvCxnSpPr>
        <p:spPr>
          <a:xfrm flipH="1" flipV="1">
            <a:off x="11353562" y="9460301"/>
            <a:ext cx="552168" cy="1255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0" idx="3"/>
          </p:cNvCxnSpPr>
          <p:nvPr/>
        </p:nvCxnSpPr>
        <p:spPr>
          <a:xfrm flipH="1" flipV="1">
            <a:off x="11353562" y="9460301"/>
            <a:ext cx="552168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6273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22604"/>
            <a:ext cx="1425832" cy="5522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0" idx="1"/>
          </p:cNvCxnSpPr>
          <p:nvPr/>
        </p:nvCxnSpPr>
        <p:spPr>
          <a:xfrm flipV="1">
            <a:off x="10264097" y="9460301"/>
            <a:ext cx="552166" cy="1254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0" idx="1"/>
          </p:cNvCxnSpPr>
          <p:nvPr/>
        </p:nvCxnSpPr>
        <p:spPr>
          <a:xfrm flipV="1">
            <a:off x="10264097" y="9460301"/>
            <a:ext cx="552166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1222604"/>
            <a:ext cx="1537099" cy="55523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1436012"/>
            <a:ext cx="573606" cy="642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0453053"/>
            <a:ext cx="1537099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0675839"/>
            <a:ext cx="573606" cy="391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cxnSpLocks/>
            <a:stCxn id="148" idx="3"/>
            <a:endCxn id="130" idx="1"/>
          </p:cNvCxnSpPr>
          <p:nvPr/>
        </p:nvCxnSpPr>
        <p:spPr>
          <a:xfrm>
            <a:off x="10264096" y="6755624"/>
            <a:ext cx="552167" cy="27046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cxnSpLocks/>
            <a:stCxn id="147" idx="3"/>
            <a:endCxn id="130" idx="1"/>
          </p:cNvCxnSpPr>
          <p:nvPr/>
        </p:nvCxnSpPr>
        <p:spPr>
          <a:xfrm>
            <a:off x="10264096" y="7476641"/>
            <a:ext cx="552167" cy="19836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cxnSpLocks/>
            <a:stCxn id="145" idx="3"/>
            <a:endCxn id="130" idx="1"/>
          </p:cNvCxnSpPr>
          <p:nvPr/>
        </p:nvCxnSpPr>
        <p:spPr>
          <a:xfrm>
            <a:off x="10264096" y="6034607"/>
            <a:ext cx="552167" cy="3425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5879332"/>
            <a:ext cx="1425832" cy="24510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253855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529038" y="7428196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532838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6001886"/>
            <a:ext cx="573605" cy="327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707179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7"/>
            <a:ext cx="1425832" cy="6442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 flipV="1">
            <a:off x="10141898" y="4247106"/>
            <a:ext cx="674365" cy="1189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cxnSpLocks/>
            <a:stCxn id="223" idx="3"/>
            <a:endCxn id="217" idx="1"/>
          </p:cNvCxnSpPr>
          <p:nvPr/>
        </p:nvCxnSpPr>
        <p:spPr>
          <a:xfrm flipV="1">
            <a:off x="20727159" y="9463419"/>
            <a:ext cx="1268447" cy="12479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cxnSpLocks/>
            <a:stCxn id="222" idx="3"/>
            <a:endCxn id="217" idx="1"/>
          </p:cNvCxnSpPr>
          <p:nvPr/>
        </p:nvCxnSpPr>
        <p:spPr>
          <a:xfrm flipV="1">
            <a:off x="20727159" y="9463419"/>
            <a:ext cx="1268447" cy="19689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24365"/>
            <a:ext cx="1425832" cy="55051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672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7" idx="3"/>
          </p:cNvCxnSpPr>
          <p:nvPr/>
        </p:nvCxnSpPr>
        <p:spPr>
          <a:xfrm flipH="1">
            <a:off x="1219235" y="8367252"/>
            <a:ext cx="552167" cy="10911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2" y="7895521"/>
            <a:ext cx="1291228" cy="67009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230570"/>
            <a:ext cx="415687" cy="136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7" idx="1"/>
          </p:cNvCxnSpPr>
          <p:nvPr/>
        </p:nvCxnSpPr>
        <p:spPr>
          <a:xfrm>
            <a:off x="20704990" y="8357452"/>
            <a:ext cx="1290616" cy="11059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67160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clientLtp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>
            <a:off x="18992792" y="8357452"/>
            <a:ext cx="550745" cy="77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6372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0253070"/>
            <a:ext cx="1579672" cy="79000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layerProtocolName=snmpLayer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990131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6372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0254355"/>
            <a:ext cx="1594821" cy="87208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9902600"/>
            <a:ext cx="514536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2517699"/>
            <a:ext cx="2177708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route*{_fc*,_link*}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6788" cy="3048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1391397"/>
            <a:ext cx="2190409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uuid=management-plane-transport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4233825"/>
            <a:ext cx="461367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4013195"/>
            <a:ext cx="1083165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uuid=[controllerName]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32640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49443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644A63E5-CCE7-47F2-3316-9750250FD876}"/>
              </a:ext>
            </a:extLst>
          </p:cNvPr>
          <p:cNvSpPr/>
          <p:nvPr/>
        </p:nvSpPr>
        <p:spPr>
          <a:xfrm>
            <a:off x="20505060" y="3364692"/>
            <a:ext cx="1083165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99" idx="2"/>
            <a:endCxn id="213" idx="0"/>
          </p:cNvCxnSpPr>
          <p:nvPr/>
        </p:nvCxnSpPr>
        <p:spPr>
          <a:xfrm rot="5400000">
            <a:off x="4771444" y="3115002"/>
            <a:ext cx="6776068" cy="5907985"/>
          </a:xfrm>
          <a:prstGeom prst="bentConnector3">
            <a:avLst>
              <a:gd name="adj1" fmla="val 6748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99" idx="2"/>
            <a:endCxn id="87" idx="0"/>
          </p:cNvCxnSpPr>
          <p:nvPr/>
        </p:nvCxnSpPr>
        <p:spPr>
          <a:xfrm rot="16200000" flipH="1">
            <a:off x="10118925" y="3675504"/>
            <a:ext cx="6774783" cy="4785693"/>
          </a:xfrm>
          <a:prstGeom prst="bentConnector3">
            <a:avLst>
              <a:gd name="adj1" fmla="val 6740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4BF9E255-0917-93C7-EB10-57F359F8E1C8}"/>
              </a:ext>
            </a:extLst>
          </p:cNvPr>
          <p:cNvCxnSpPr>
            <a:cxnSpLocks/>
            <a:stCxn id="299" idx="2"/>
            <a:endCxn id="183" idx="3"/>
          </p:cNvCxnSpPr>
          <p:nvPr/>
        </p:nvCxnSpPr>
        <p:spPr>
          <a:xfrm rot="16200000" flipH="1">
            <a:off x="8513408" y="5281021"/>
            <a:ext cx="6786201" cy="1586077"/>
          </a:xfrm>
          <a:prstGeom prst="bentConnector4">
            <a:avLst>
              <a:gd name="adj1" fmla="val 11564"/>
              <a:gd name="adj2" fmla="val 114413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5" name="Rechteck 114">
            <a:extLst>
              <a:ext uri="{FF2B5EF4-FFF2-40B4-BE49-F238E27FC236}">
                <a16:creationId xmlns:a16="http://schemas.microsoft.com/office/drawing/2014/main" id="{6DC2F35F-8489-E4CF-5EDA-73031CB9FAE1}"/>
              </a:ext>
            </a:extLst>
          </p:cNvPr>
          <p:cNvSpPr/>
          <p:nvPr/>
        </p:nvSpPr>
        <p:spPr>
          <a:xfrm>
            <a:off x="14806391" y="1007941"/>
            <a:ext cx="2672717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noch benötigt?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chteck 198">
            <a:extLst>
              <a:ext uri="{FF2B5EF4-FFF2-40B4-BE49-F238E27FC236}">
                <a16:creationId xmlns:a16="http://schemas.microsoft.com/office/drawing/2014/main" id="{328B03C8-5BF3-B623-CC54-6BCBD2621386}"/>
              </a:ext>
            </a:extLst>
          </p:cNvPr>
          <p:cNvSpPr/>
          <p:nvPr/>
        </p:nvSpPr>
        <p:spPr>
          <a:xfrm>
            <a:off x="13634389" y="9467411"/>
            <a:ext cx="1425833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</p:txBody>
      </p:sp>
      <p:cxnSp>
        <p:nvCxnSpPr>
          <p:cNvPr id="200" name="Gerade Verbindung mit Pfeil 199">
            <a:extLst>
              <a:ext uri="{FF2B5EF4-FFF2-40B4-BE49-F238E27FC236}">
                <a16:creationId xmlns:a16="http://schemas.microsoft.com/office/drawing/2014/main" id="{B6E76DB8-22E4-AB6C-2986-552B09772221}"/>
              </a:ext>
            </a:extLst>
          </p:cNvPr>
          <p:cNvCxnSpPr>
            <a:cxnSpLocks/>
            <a:stCxn id="183" idx="3"/>
            <a:endCxn id="199" idx="1"/>
          </p:cNvCxnSpPr>
          <p:nvPr/>
        </p:nvCxnSpPr>
        <p:spPr>
          <a:xfrm>
            <a:off x="12699547" y="9467161"/>
            <a:ext cx="934842" cy="2455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4" name="Wolke 243">
            <a:extLst>
              <a:ext uri="{FF2B5EF4-FFF2-40B4-BE49-F238E27FC236}">
                <a16:creationId xmlns:a16="http://schemas.microsoft.com/office/drawing/2014/main" id="{5A65A86B-9D96-F38A-CDF9-88FBEC7A5B36}"/>
              </a:ext>
            </a:extLst>
          </p:cNvPr>
          <p:cNvSpPr/>
          <p:nvPr/>
        </p:nvSpPr>
        <p:spPr>
          <a:xfrm>
            <a:off x="5440680" y="278340"/>
            <a:ext cx="3560798" cy="1203343"/>
          </a:xfrm>
          <a:prstGeom prst="cloud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Problem:</a:t>
            </a:r>
          </a:p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DDM gets addressed to provide the operationalState of a m</a:t>
            </a:r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anagementPlaneTransportFC.</a:t>
            </a:r>
          </a:p>
          <a:p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FC is referencing the mediatorProcessFC by uuid</a:t>
            </a:r>
            <a:r>
              <a:rPr lang="de-DE" sz="800" ker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the DDM has to search all mediatorVmCC for the uuid.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5" name="Rechteck 244">
            <a:extLst>
              <a:ext uri="{FF2B5EF4-FFF2-40B4-BE49-F238E27FC236}">
                <a16:creationId xmlns:a16="http://schemas.microsoft.com/office/drawing/2014/main" id="{A3A50379-0F51-41DC-CD60-2A5D942DCDF5}"/>
              </a:ext>
            </a:extLst>
          </p:cNvPr>
          <p:cNvSpPr/>
          <p:nvPr/>
        </p:nvSpPr>
        <p:spPr>
          <a:xfrm>
            <a:off x="13638919" y="5300067"/>
            <a:ext cx="164680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uuid=mediator-process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layerProtocolName=mediatorProcess</a:t>
            </a:r>
          </a:p>
        </p:txBody>
      </p:sp>
      <p:cxnSp>
        <p:nvCxnSpPr>
          <p:cNvPr id="246" name="Gerade Verbindung mit Pfeil 245">
            <a:extLst>
              <a:ext uri="{FF2B5EF4-FFF2-40B4-BE49-F238E27FC236}">
                <a16:creationId xmlns:a16="http://schemas.microsoft.com/office/drawing/2014/main" id="{F1A5CE87-F769-814B-B48D-FA919087F934}"/>
              </a:ext>
            </a:extLst>
          </p:cNvPr>
          <p:cNvCxnSpPr>
            <a:cxnSpLocks/>
            <a:stCxn id="178" idx="3"/>
            <a:endCxn id="245" idx="1"/>
          </p:cNvCxnSpPr>
          <p:nvPr/>
        </p:nvCxnSpPr>
        <p:spPr>
          <a:xfrm flipV="1">
            <a:off x="12699547" y="5468104"/>
            <a:ext cx="939372" cy="332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1829812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209843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400691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9548568"/>
            <a:ext cx="5507681" cy="4343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811305" y="5586167"/>
            <a:ext cx="3089334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558616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090975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558616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9456205"/>
            <a:ext cx="4084142" cy="43421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59684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6414039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43669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16863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295258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072471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424736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561803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43901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382042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168634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43823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168634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382042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399083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528219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455235"/>
            <a:ext cx="1682087" cy="264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2587587"/>
            <a:ext cx="470208" cy="742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59703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775785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91998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84788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782536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local-id=mediatorVmOperationServer[N]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919988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942267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826928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local-id=mediator-vm-httpServer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798063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857259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5989927"/>
            <a:ext cx="1425832" cy="37582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 flipV="1">
            <a:off x="10141898" y="6177841"/>
            <a:ext cx="674365" cy="152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5970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6415572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1555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4345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170395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378371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40270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265735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5969361"/>
            <a:ext cx="1471132" cy="27608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6107403"/>
            <a:ext cx="578845" cy="853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100904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1" y="9841552"/>
            <a:ext cx="1309953" cy="50659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managementPlaneTransportClient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10094850"/>
            <a:ext cx="415686" cy="2184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100806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[1]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10045015"/>
            <a:ext cx="1425832" cy="49105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managementPlaneTransportServer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10290542"/>
            <a:ext cx="550745" cy="129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090975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4017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184734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199100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184734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184734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23132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67689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327854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67689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440420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440420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090975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40305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200385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1848630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184863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184863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1011866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12650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188419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1009625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41814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372411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46378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4552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446373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fctp*[{_cc,_ltp,_lp}]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440420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333742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350546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6135649"/>
            <a:ext cx="461367" cy="520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5959225"/>
            <a:ext cx="1311894" cy="35284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227243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44046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5084494"/>
            <a:ext cx="5639334" cy="631856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5084495"/>
            <a:ext cx="4517045" cy="631727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1816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43592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62723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658707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65870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F9399A1-0115-1607-2776-B080F78B88E0}"/>
              </a:ext>
            </a:extLst>
          </p:cNvPr>
          <p:cNvCxnSpPr>
            <a:cxnSpLocks/>
            <a:stCxn id="26" idx="1"/>
            <a:endCxn id="4" idx="3"/>
          </p:cNvCxnSpPr>
          <p:nvPr/>
        </p:nvCxnSpPr>
        <p:spPr>
          <a:xfrm flipH="1">
            <a:off x="1219235" y="1031328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338656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181143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194717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18666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4345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632235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65735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657354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5DE5A31-DF9A-E1CE-23BB-6874E3FA3579}"/>
              </a:ext>
            </a:extLst>
          </p:cNvPr>
          <p:cNvCxnSpPr>
            <a:cxnSpLocks/>
            <a:stCxn id="39" idx="3"/>
            <a:endCxn id="35" idx="1"/>
          </p:cNvCxnSpPr>
          <p:nvPr/>
        </p:nvCxnSpPr>
        <p:spPr>
          <a:xfrm>
            <a:off x="20704990" y="1030348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318299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353952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208132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658518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65851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658518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65851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183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4357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629117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865077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865077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798063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640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108611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6455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45671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863331"/>
            <a:ext cx="611996" cy="50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1091139"/>
            <a:ext cx="1433" cy="36558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641592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717579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842798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762137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210689" y="8290145"/>
            <a:ext cx="4767623" cy="1019175"/>
          </a:xfrm>
          <a:prstGeom prst="bentConnector3">
            <a:avLst>
              <a:gd name="adj1" fmla="val 6047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7" y="7183404"/>
            <a:ext cx="694365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716066" y="7037584"/>
            <a:ext cx="1405831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486170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462699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519957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508449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61652A37-9D04-F68D-B47F-C856369FDE5D}"/>
              </a:ext>
            </a:extLst>
          </p:cNvPr>
          <p:cNvSpPr/>
          <p:nvPr/>
        </p:nvSpPr>
        <p:spPr>
          <a:xfrm>
            <a:off x="9848964" y="14920226"/>
            <a:ext cx="1815783" cy="64151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&lt;-MetaData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creationDate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lastModificationDate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Rechteck: gefaltete Ecke 12">
            <a:extLst>
              <a:ext uri="{FF2B5EF4-FFF2-40B4-BE49-F238E27FC236}">
                <a16:creationId xmlns:a16="http://schemas.microsoft.com/office/drawing/2014/main" id="{ECA924EB-D48C-5B3F-0146-F811DB1EF619}"/>
              </a:ext>
            </a:extLst>
          </p:cNvPr>
          <p:cNvSpPr/>
          <p:nvPr/>
        </p:nvSpPr>
        <p:spPr>
          <a:xfrm>
            <a:off x="2739729" y="613120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9" name="Rechteck: gefaltete Ecke 18">
            <a:extLst>
              <a:ext uri="{FF2B5EF4-FFF2-40B4-BE49-F238E27FC236}">
                <a16:creationId xmlns:a16="http://schemas.microsoft.com/office/drawing/2014/main" id="{9E561952-AE67-C6AA-6BF6-2A873CEF614C}"/>
              </a:ext>
            </a:extLst>
          </p:cNvPr>
          <p:cNvSpPr/>
          <p:nvPr/>
        </p:nvSpPr>
        <p:spPr>
          <a:xfrm>
            <a:off x="7864534" y="6185488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</p:txBody>
      </p:sp>
      <p:sp>
        <p:nvSpPr>
          <p:cNvPr id="20" name="Rechteck: gefaltete Ecke 19">
            <a:extLst>
              <a:ext uri="{FF2B5EF4-FFF2-40B4-BE49-F238E27FC236}">
                <a16:creationId xmlns:a16="http://schemas.microsoft.com/office/drawing/2014/main" id="{BC6B810D-0410-C9F5-B957-BD10214EA935}"/>
              </a:ext>
            </a:extLst>
          </p:cNvPr>
          <p:cNvSpPr/>
          <p:nvPr/>
        </p:nvSpPr>
        <p:spPr>
          <a:xfrm>
            <a:off x="19971320" y="617784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</p:txBody>
      </p:sp>
      <p:sp>
        <p:nvSpPr>
          <p:cNvPr id="22" name="Rechteck: gefaltete Ecke 21">
            <a:extLst>
              <a:ext uri="{FF2B5EF4-FFF2-40B4-BE49-F238E27FC236}">
                <a16:creationId xmlns:a16="http://schemas.microsoft.com/office/drawing/2014/main" id="{6183E1E8-9DD5-219A-C61D-3E56B09F1F8A}"/>
              </a:ext>
            </a:extLst>
          </p:cNvPr>
          <p:cNvSpPr/>
          <p:nvPr/>
        </p:nvSpPr>
        <p:spPr>
          <a:xfrm>
            <a:off x="6123151" y="7529022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24" name="Rechteck: gefaltete Ecke 23">
            <a:extLst>
              <a:ext uri="{FF2B5EF4-FFF2-40B4-BE49-F238E27FC236}">
                <a16:creationId xmlns:a16="http://schemas.microsoft.com/office/drawing/2014/main" id="{222CEDE3-9A22-FBB1-3407-0DA0FEB06D64}"/>
              </a:ext>
            </a:extLst>
          </p:cNvPr>
          <p:cNvSpPr/>
          <p:nvPr/>
        </p:nvSpPr>
        <p:spPr>
          <a:xfrm>
            <a:off x="11201156" y="1650401"/>
            <a:ext cx="1231325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 needs to be detailed 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Rechteck: gefaltete Ecke 30">
            <a:extLst>
              <a:ext uri="{FF2B5EF4-FFF2-40B4-BE49-F238E27FC236}">
                <a16:creationId xmlns:a16="http://schemas.microsoft.com/office/drawing/2014/main" id="{2A582747-710A-3734-35D0-D6CDC3A1C3EB}"/>
              </a:ext>
            </a:extLst>
          </p:cNvPr>
          <p:cNvSpPr/>
          <p:nvPr/>
        </p:nvSpPr>
        <p:spPr>
          <a:xfrm>
            <a:off x="11353562" y="14723711"/>
            <a:ext cx="1409938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?Do we need MetaData at:</a:t>
            </a:r>
          </a:p>
          <a:p>
            <a:r>
              <a:rPr lang="de-DE" sz="800" ker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 elements of sub-domain?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045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2789</Words>
  <Application>Microsoft Office PowerPoint</Application>
  <PresentationFormat>Benutzerdefiniert</PresentationFormat>
  <Paragraphs>1271</Paragraphs>
  <Slides>21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Consolas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85</cp:revision>
  <dcterms:created xsi:type="dcterms:W3CDTF">2025-01-24T13:53:29Z</dcterms:created>
  <dcterms:modified xsi:type="dcterms:W3CDTF">2025-04-28T15:53:03Z</dcterms:modified>
</cp:coreProperties>
</file>