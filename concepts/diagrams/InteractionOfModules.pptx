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80" r:id="rId2"/>
    <p:sldId id="287" r:id="rId3"/>
    <p:sldId id="286" r:id="rId4"/>
    <p:sldId id="282" r:id="rId5"/>
    <p:sldId id="285" r:id="rId6"/>
    <p:sldId id="288" r:id="rId7"/>
  </p:sldIdLst>
  <p:sldSz cx="21599525" cy="125999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11" autoAdjust="0"/>
    <p:restoredTop sz="90850" autoAdjust="0"/>
  </p:normalViewPr>
  <p:slideViewPr>
    <p:cSldViewPr snapToGrid="0">
      <p:cViewPr>
        <p:scale>
          <a:sx n="125" d="100"/>
          <a:sy n="125" d="100"/>
        </p:scale>
        <p:origin x="-870" y="-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2062083"/>
            <a:ext cx="16199644" cy="4386662"/>
          </a:xfrm>
        </p:spPr>
        <p:txBody>
          <a:bodyPr anchor="b"/>
          <a:lstStyle>
            <a:lvl1pPr algn="ctr">
              <a:defRPr sz="1063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6617911"/>
            <a:ext cx="16199644" cy="3042080"/>
          </a:xfrm>
        </p:spPr>
        <p:txBody>
          <a:bodyPr/>
          <a:lstStyle>
            <a:lvl1pPr marL="0" indent="0" algn="ctr">
              <a:buNone/>
              <a:defRPr sz="4252"/>
            </a:lvl1pPr>
            <a:lvl2pPr marL="809976" indent="0" algn="ctr">
              <a:buNone/>
              <a:defRPr sz="3543"/>
            </a:lvl2pPr>
            <a:lvl3pPr marL="1619951" indent="0" algn="ctr">
              <a:buNone/>
              <a:defRPr sz="3189"/>
            </a:lvl3pPr>
            <a:lvl4pPr marL="2429927" indent="0" algn="ctr">
              <a:buNone/>
              <a:defRPr sz="2835"/>
            </a:lvl4pPr>
            <a:lvl5pPr marL="3239902" indent="0" algn="ctr">
              <a:buNone/>
              <a:defRPr sz="2835"/>
            </a:lvl5pPr>
            <a:lvl6pPr marL="4049878" indent="0" algn="ctr">
              <a:buNone/>
              <a:defRPr sz="2835"/>
            </a:lvl6pPr>
            <a:lvl7pPr marL="4859853" indent="0" algn="ctr">
              <a:buNone/>
              <a:defRPr sz="2835"/>
            </a:lvl7pPr>
            <a:lvl8pPr marL="5669829" indent="0" algn="ctr">
              <a:buNone/>
              <a:defRPr sz="2835"/>
            </a:lvl8pPr>
            <a:lvl9pPr marL="6479804" indent="0" algn="ctr">
              <a:buNone/>
              <a:defRPr sz="2835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0498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171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3141249"/>
            <a:ext cx="18629590" cy="5241244"/>
          </a:xfrm>
        </p:spPr>
        <p:txBody>
          <a:bodyPr anchor="b"/>
          <a:lstStyle>
            <a:lvl1pPr>
              <a:defRPr sz="1063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8432077"/>
            <a:ext cx="18629590" cy="2756246"/>
          </a:xfrm>
        </p:spPr>
        <p:txBody>
          <a:bodyPr/>
          <a:lstStyle>
            <a:lvl1pPr marL="0" indent="0">
              <a:buNone/>
              <a:defRPr sz="4252">
                <a:solidFill>
                  <a:schemeClr val="tx1">
                    <a:tint val="82000"/>
                  </a:schemeClr>
                </a:solidFill>
              </a:defRPr>
            </a:lvl1pPr>
            <a:lvl2pPr marL="809976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2pPr>
            <a:lvl3pPr marL="1619951" indent="0">
              <a:buNone/>
              <a:defRPr sz="3189">
                <a:solidFill>
                  <a:schemeClr val="tx1">
                    <a:tint val="82000"/>
                  </a:schemeClr>
                </a:solidFill>
              </a:defRPr>
            </a:lvl3pPr>
            <a:lvl4pPr marL="242992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4pPr>
            <a:lvl5pPr marL="3239902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5pPr>
            <a:lvl6pPr marL="4049878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6pPr>
            <a:lvl7pPr marL="4859853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7pPr>
            <a:lvl8pPr marL="5669829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8pPr>
            <a:lvl9pPr marL="6479804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0159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3354163"/>
            <a:ext cx="9179798" cy="79945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3354163"/>
            <a:ext cx="9179798" cy="79945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094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670834"/>
            <a:ext cx="18629590" cy="243541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3088748"/>
            <a:ext cx="9137611" cy="1513748"/>
          </a:xfrm>
        </p:spPr>
        <p:txBody>
          <a:bodyPr anchor="b"/>
          <a:lstStyle>
            <a:lvl1pPr marL="0" indent="0">
              <a:buNone/>
              <a:defRPr sz="4252" b="1"/>
            </a:lvl1pPr>
            <a:lvl2pPr marL="809976" indent="0">
              <a:buNone/>
              <a:defRPr sz="3543" b="1"/>
            </a:lvl2pPr>
            <a:lvl3pPr marL="1619951" indent="0">
              <a:buNone/>
              <a:defRPr sz="3189" b="1"/>
            </a:lvl3pPr>
            <a:lvl4pPr marL="2429927" indent="0">
              <a:buNone/>
              <a:defRPr sz="2835" b="1"/>
            </a:lvl4pPr>
            <a:lvl5pPr marL="3239902" indent="0">
              <a:buNone/>
              <a:defRPr sz="2835" b="1"/>
            </a:lvl5pPr>
            <a:lvl6pPr marL="4049878" indent="0">
              <a:buNone/>
              <a:defRPr sz="2835" b="1"/>
            </a:lvl6pPr>
            <a:lvl7pPr marL="4859853" indent="0">
              <a:buNone/>
              <a:defRPr sz="2835" b="1"/>
            </a:lvl7pPr>
            <a:lvl8pPr marL="5669829" indent="0">
              <a:buNone/>
              <a:defRPr sz="2835" b="1"/>
            </a:lvl8pPr>
            <a:lvl9pPr marL="6479804" indent="0">
              <a:buNone/>
              <a:defRPr sz="283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4602496"/>
            <a:ext cx="9137611" cy="6769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3088748"/>
            <a:ext cx="9182611" cy="1513748"/>
          </a:xfrm>
        </p:spPr>
        <p:txBody>
          <a:bodyPr anchor="b"/>
          <a:lstStyle>
            <a:lvl1pPr marL="0" indent="0">
              <a:buNone/>
              <a:defRPr sz="4252" b="1"/>
            </a:lvl1pPr>
            <a:lvl2pPr marL="809976" indent="0">
              <a:buNone/>
              <a:defRPr sz="3543" b="1"/>
            </a:lvl2pPr>
            <a:lvl3pPr marL="1619951" indent="0">
              <a:buNone/>
              <a:defRPr sz="3189" b="1"/>
            </a:lvl3pPr>
            <a:lvl4pPr marL="2429927" indent="0">
              <a:buNone/>
              <a:defRPr sz="2835" b="1"/>
            </a:lvl4pPr>
            <a:lvl5pPr marL="3239902" indent="0">
              <a:buNone/>
              <a:defRPr sz="2835" b="1"/>
            </a:lvl5pPr>
            <a:lvl6pPr marL="4049878" indent="0">
              <a:buNone/>
              <a:defRPr sz="2835" b="1"/>
            </a:lvl6pPr>
            <a:lvl7pPr marL="4859853" indent="0">
              <a:buNone/>
              <a:defRPr sz="2835" b="1"/>
            </a:lvl7pPr>
            <a:lvl8pPr marL="5669829" indent="0">
              <a:buNone/>
              <a:defRPr sz="2835" b="1"/>
            </a:lvl8pPr>
            <a:lvl9pPr marL="6479804" indent="0">
              <a:buNone/>
              <a:defRPr sz="283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4602496"/>
            <a:ext cx="9182611" cy="6769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479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0988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4988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839999"/>
            <a:ext cx="6966408" cy="2939997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1814166"/>
            <a:ext cx="10934760" cy="8954158"/>
          </a:xfrm>
        </p:spPr>
        <p:txBody>
          <a:bodyPr/>
          <a:lstStyle>
            <a:lvl1pPr>
              <a:defRPr sz="5669"/>
            </a:lvl1pPr>
            <a:lvl2pPr>
              <a:defRPr sz="4960"/>
            </a:lvl2pPr>
            <a:lvl3pPr>
              <a:defRPr sz="4252"/>
            </a:lvl3pPr>
            <a:lvl4pPr>
              <a:defRPr sz="3543"/>
            </a:lvl4pPr>
            <a:lvl5pPr>
              <a:defRPr sz="3543"/>
            </a:lvl5pPr>
            <a:lvl6pPr>
              <a:defRPr sz="3543"/>
            </a:lvl6pPr>
            <a:lvl7pPr>
              <a:defRPr sz="3543"/>
            </a:lvl7pPr>
            <a:lvl8pPr>
              <a:defRPr sz="3543"/>
            </a:lvl8pPr>
            <a:lvl9pPr>
              <a:defRPr sz="3543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3779996"/>
            <a:ext cx="6966408" cy="7002911"/>
          </a:xfrm>
        </p:spPr>
        <p:txBody>
          <a:bodyPr/>
          <a:lstStyle>
            <a:lvl1pPr marL="0" indent="0">
              <a:buNone/>
              <a:defRPr sz="2835"/>
            </a:lvl1pPr>
            <a:lvl2pPr marL="809976" indent="0">
              <a:buNone/>
              <a:defRPr sz="2480"/>
            </a:lvl2pPr>
            <a:lvl3pPr marL="1619951" indent="0">
              <a:buNone/>
              <a:defRPr sz="2126"/>
            </a:lvl3pPr>
            <a:lvl4pPr marL="2429927" indent="0">
              <a:buNone/>
              <a:defRPr sz="1772"/>
            </a:lvl4pPr>
            <a:lvl5pPr marL="3239902" indent="0">
              <a:buNone/>
              <a:defRPr sz="1772"/>
            </a:lvl5pPr>
            <a:lvl6pPr marL="4049878" indent="0">
              <a:buNone/>
              <a:defRPr sz="1772"/>
            </a:lvl6pPr>
            <a:lvl7pPr marL="4859853" indent="0">
              <a:buNone/>
              <a:defRPr sz="1772"/>
            </a:lvl7pPr>
            <a:lvl8pPr marL="5669829" indent="0">
              <a:buNone/>
              <a:defRPr sz="1772"/>
            </a:lvl8pPr>
            <a:lvl9pPr marL="6479804" indent="0">
              <a:buNone/>
              <a:defRPr sz="177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3562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839999"/>
            <a:ext cx="6966408" cy="2939997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1814166"/>
            <a:ext cx="10934760" cy="8954158"/>
          </a:xfrm>
        </p:spPr>
        <p:txBody>
          <a:bodyPr anchor="t"/>
          <a:lstStyle>
            <a:lvl1pPr marL="0" indent="0">
              <a:buNone/>
              <a:defRPr sz="5669"/>
            </a:lvl1pPr>
            <a:lvl2pPr marL="809976" indent="0">
              <a:buNone/>
              <a:defRPr sz="4960"/>
            </a:lvl2pPr>
            <a:lvl3pPr marL="1619951" indent="0">
              <a:buNone/>
              <a:defRPr sz="4252"/>
            </a:lvl3pPr>
            <a:lvl4pPr marL="2429927" indent="0">
              <a:buNone/>
              <a:defRPr sz="3543"/>
            </a:lvl4pPr>
            <a:lvl5pPr marL="3239902" indent="0">
              <a:buNone/>
              <a:defRPr sz="3543"/>
            </a:lvl5pPr>
            <a:lvl6pPr marL="4049878" indent="0">
              <a:buNone/>
              <a:defRPr sz="3543"/>
            </a:lvl6pPr>
            <a:lvl7pPr marL="4859853" indent="0">
              <a:buNone/>
              <a:defRPr sz="3543"/>
            </a:lvl7pPr>
            <a:lvl8pPr marL="5669829" indent="0">
              <a:buNone/>
              <a:defRPr sz="3543"/>
            </a:lvl8pPr>
            <a:lvl9pPr marL="6479804" indent="0">
              <a:buNone/>
              <a:defRPr sz="3543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3779996"/>
            <a:ext cx="6966408" cy="7002911"/>
          </a:xfrm>
        </p:spPr>
        <p:txBody>
          <a:bodyPr/>
          <a:lstStyle>
            <a:lvl1pPr marL="0" indent="0">
              <a:buNone/>
              <a:defRPr sz="2835"/>
            </a:lvl1pPr>
            <a:lvl2pPr marL="809976" indent="0">
              <a:buNone/>
              <a:defRPr sz="2480"/>
            </a:lvl2pPr>
            <a:lvl3pPr marL="1619951" indent="0">
              <a:buNone/>
              <a:defRPr sz="2126"/>
            </a:lvl3pPr>
            <a:lvl4pPr marL="2429927" indent="0">
              <a:buNone/>
              <a:defRPr sz="1772"/>
            </a:lvl4pPr>
            <a:lvl5pPr marL="3239902" indent="0">
              <a:buNone/>
              <a:defRPr sz="1772"/>
            </a:lvl5pPr>
            <a:lvl6pPr marL="4049878" indent="0">
              <a:buNone/>
              <a:defRPr sz="1772"/>
            </a:lvl6pPr>
            <a:lvl7pPr marL="4859853" indent="0">
              <a:buNone/>
              <a:defRPr sz="1772"/>
            </a:lvl7pPr>
            <a:lvl8pPr marL="5669829" indent="0">
              <a:buNone/>
              <a:defRPr sz="1772"/>
            </a:lvl8pPr>
            <a:lvl9pPr marL="6479804" indent="0">
              <a:buNone/>
              <a:defRPr sz="177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3937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3628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670833"/>
            <a:ext cx="4657398" cy="1067790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670833"/>
            <a:ext cx="13702199" cy="1067790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801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670834"/>
            <a:ext cx="18629590" cy="2435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3354163"/>
            <a:ext cx="18629590" cy="79945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1678323"/>
            <a:ext cx="4859893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14.03.2025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1678323"/>
            <a:ext cx="7289840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1678323"/>
            <a:ext cx="4859893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7092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619951" rtl="0" eaLnBrk="1" latinLnBrk="0" hangingPunct="1">
        <a:lnSpc>
          <a:spcPct val="90000"/>
        </a:lnSpc>
        <a:spcBef>
          <a:spcPct val="0"/>
        </a:spcBef>
        <a:buNone/>
        <a:defRPr sz="77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4988" indent="-404988" algn="l" defTabSz="1619951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4960" kern="1200">
          <a:solidFill>
            <a:schemeClr val="tx1"/>
          </a:solidFill>
          <a:latin typeface="+mn-lt"/>
          <a:ea typeface="+mn-ea"/>
          <a:cs typeface="+mn-cs"/>
        </a:defRPr>
      </a:lvl1pPr>
      <a:lvl2pPr marL="1214963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024939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834914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4pPr>
      <a:lvl5pPr marL="3644890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5pPr>
      <a:lvl6pPr marL="4454865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6pPr>
      <a:lvl7pPr marL="5264841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7pPr>
      <a:lvl8pPr marL="6074816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8pPr>
      <a:lvl9pPr marL="6884792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1pPr>
      <a:lvl2pPr marL="809976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2pPr>
      <a:lvl3pPr marL="1619951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3pPr>
      <a:lvl4pPr marL="2429927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4pPr>
      <a:lvl5pPr marL="3239902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5pPr>
      <a:lvl6pPr marL="4049878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6pPr>
      <a:lvl7pPr marL="4859853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7pPr>
      <a:lvl8pPr marL="5669829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8pPr>
      <a:lvl9pPr marL="6479804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5" y="1721848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29" y="182639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2" y="1485368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8135660" y="6606994"/>
            <a:ext cx="1476137" cy="92392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that need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15" idx="0"/>
          </p:cNvCxnSpPr>
          <p:nvPr/>
        </p:nvCxnSpPr>
        <p:spPr>
          <a:xfrm>
            <a:off x="6199063" y="2127137"/>
            <a:ext cx="2674666" cy="447985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7" y="204379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698" y="8009753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15" idx="0"/>
          </p:cNvCxnSpPr>
          <p:nvPr/>
        </p:nvCxnSpPr>
        <p:spPr>
          <a:xfrm>
            <a:off x="6247955" y="5888085"/>
            <a:ext cx="2625774" cy="71890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15" idx="0"/>
          </p:cNvCxnSpPr>
          <p:nvPr/>
        </p:nvCxnSpPr>
        <p:spPr>
          <a:xfrm flipV="1">
            <a:off x="6254057" y="6606994"/>
            <a:ext cx="2619672" cy="2698438"/>
          </a:xfrm>
          <a:prstGeom prst="curvedConnector4">
            <a:avLst>
              <a:gd name="adj1" fmla="val 35913"/>
              <a:gd name="adj2" fmla="val 108472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4" y="9489618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0"/>
          </p:cNvCxnSpPr>
          <p:nvPr/>
        </p:nvCxnSpPr>
        <p:spPr>
          <a:xfrm rot="5400000">
            <a:off x="8385479" y="7748969"/>
            <a:ext cx="706299" cy="2702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258005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6" y="277433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-762648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3300183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3300183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4" y="289639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1" y="7164411"/>
            <a:ext cx="1571625" cy="196434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UnusedMediatorProcessEraser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532512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59605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836510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959618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3" y="93896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7" y="76078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1" y="490136"/>
            <a:ext cx="1571625" cy="1320166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94276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2209852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242328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2434038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639160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698" y="633959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4" y="6528994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629944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6754734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6" y="671146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809295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325813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1" y="291880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4" y="3395525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316597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3621265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6" y="357799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515374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522926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3" y="856569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3804673"/>
            <a:ext cx="1461538" cy="541614"/>
          </a:xfrm>
          <a:prstGeom prst="can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800" i="1"/>
              <a:t>AppDATA</a:t>
            </a:r>
            <a:br>
              <a:rPr lang="de-DE" sz="800" i="1"/>
            </a:br>
            <a:r>
              <a:rPr lang="de-DE" sz="800" i="1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2" y="3804673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5" y="8237220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4" y="85414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3" y="886194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0" y="1067941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1" y="941139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7" y="101423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7" y="459564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465723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011264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0" y="818194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9602762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446704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5" y="734826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1" y="988637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6" y="84654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88" y="770064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2" y="693418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1" y="64703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0" y="649457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1530543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1" y="23681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4" y="210427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3" y="168623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99" idx="1"/>
          </p:cNvCxnSpPr>
          <p:nvPr/>
        </p:nvCxnSpPr>
        <p:spPr>
          <a:xfrm>
            <a:off x="6206522" y="1709093"/>
            <a:ext cx="5375443" cy="2095580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6" y="333365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4" y="1431821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6" y="3933749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66988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3804673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4346287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348393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38" y="9282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38" y="944779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4" y="106547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772350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6" y="459564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479412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3593499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7816772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3322692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071518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0696231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7093166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730879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5" y="206142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0" y="9909239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0" y="943560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4383683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7" y="639792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8255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2" y="773550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3" y="75701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2" y="2386559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896175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434628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6659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6" y="126454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4" y="146808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832856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737112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168216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74291"/>
            <a:ext cx="260088" cy="27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71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2104074" y="214884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374" y="2227809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3459380" y="2356658"/>
            <a:ext cx="109738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chemeClr val="tx1"/>
                </a:solidFill>
              </a:rPr>
              <a:t>TargetState</a:t>
            </a: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7939940" y="2356657"/>
            <a:ext cx="109738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chemeClr val="tx1"/>
                </a:solidFill>
              </a:rPr>
              <a:t>CurrentState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FDCE09A5-8D94-3998-EF69-BBFA2D202138}"/>
              </a:ext>
            </a:extLst>
          </p:cNvPr>
          <p:cNvSpPr/>
          <p:nvPr/>
        </p:nvSpPr>
        <p:spPr>
          <a:xfrm>
            <a:off x="5532120" y="2510442"/>
            <a:ext cx="1432560" cy="41702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5532120" y="3791298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800">
                <a:solidFill>
                  <a:schemeClr val="tx1"/>
                </a:solidFill>
              </a:rPr>
              <a:t>ToDo-List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2A72DB9-9D61-6A9F-9437-D632C81409B0}"/>
              </a:ext>
            </a:extLst>
          </p:cNvPr>
          <p:cNvCxnSpPr>
            <a:cxnSpLocks/>
          </p:cNvCxnSpPr>
          <p:nvPr/>
        </p:nvCxnSpPr>
        <p:spPr>
          <a:xfrm>
            <a:off x="1546860" y="815340"/>
            <a:ext cx="0" cy="54000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1946963" y="124206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2066243" y="150495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2294832" y="240272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956" y="2467146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06871" y="1451610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06871" y="1560927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1791655" y="771904"/>
            <a:ext cx="24222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/>
              <a:t>Modules changing the TargetState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9658046" y="21831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4346" y="2262099"/>
            <a:ext cx="166165" cy="174914"/>
          </a:xfrm>
          <a:prstGeom prst="rect">
            <a:avLst/>
          </a:prstGeom>
        </p:spPr>
      </p:pic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B1C5A0CB-3339-C2C2-A156-311F7B47233C}"/>
              </a:ext>
            </a:extLst>
          </p:cNvPr>
          <p:cNvCxnSpPr>
            <a:cxnSpLocks/>
          </p:cNvCxnSpPr>
          <p:nvPr/>
        </p:nvCxnSpPr>
        <p:spPr>
          <a:xfrm>
            <a:off x="10799762" y="858776"/>
            <a:ext cx="0" cy="54000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D0982B6D-D682-66DE-7746-5A3C99DF8921}"/>
              </a:ext>
            </a:extLst>
          </p:cNvPr>
          <p:cNvSpPr/>
          <p:nvPr/>
        </p:nvSpPr>
        <p:spPr>
          <a:xfrm>
            <a:off x="9848804" y="243701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61BB6406-8427-AA03-3040-AC06213D04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9928" y="2501436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7789863" y="771904"/>
            <a:ext cx="2853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/>
              <a:t>Modules updating the CurrentState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9700718" y="155448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7018" y="1633449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9891476" y="180836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2600" y="1872786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0339428" y="1632546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0339428" y="1741863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4821512" y="1814721"/>
            <a:ext cx="28537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Module comparing TargetState with CurrentState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6137911" y="315468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D2EEF4CD-3E1D-8788-1AE8-A40A7D857F17}"/>
              </a:ext>
            </a:extLst>
          </p:cNvPr>
          <p:cNvSpPr txBox="1"/>
          <p:nvPr/>
        </p:nvSpPr>
        <p:spPr>
          <a:xfrm>
            <a:off x="4821510" y="5313914"/>
            <a:ext cx="2853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Documentation of divergences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8308238" y="475675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4538" y="4835723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8498996" y="5010637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120" y="5075060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8350910" y="412810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7210" y="4207073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8541668" y="4381987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2792" y="4446410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7615062" y="5698010"/>
            <a:ext cx="30285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Modules for implementing the TargetState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9211668" y="4483151"/>
            <a:ext cx="288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9211668" y="4592468"/>
            <a:ext cx="2880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3630541" y="429332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41" y="4372290"/>
            <a:ext cx="166165" cy="174914"/>
          </a:xfrm>
          <a:prstGeom prst="rect">
            <a:avLst/>
          </a:prstGeom>
        </p:spPr>
      </p:pic>
      <p:sp>
        <p:nvSpPr>
          <p:cNvPr id="57" name="Rechteck 56">
            <a:extLst>
              <a:ext uri="{FF2B5EF4-FFF2-40B4-BE49-F238E27FC236}">
                <a16:creationId xmlns:a16="http://schemas.microsoft.com/office/drawing/2014/main" id="{F1661307-0A5B-5E08-2177-0EC27A984C77}"/>
              </a:ext>
            </a:extLst>
          </p:cNvPr>
          <p:cNvSpPr/>
          <p:nvPr/>
        </p:nvSpPr>
        <p:spPr>
          <a:xfrm>
            <a:off x="3821299" y="454720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8" name="Grafik 57">
            <a:extLst>
              <a:ext uri="{FF2B5EF4-FFF2-40B4-BE49-F238E27FC236}">
                <a16:creationId xmlns:a16="http://schemas.microsoft.com/office/drawing/2014/main" id="{1634BDF2-1E6E-2CB9-1179-2AFB11964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2423" y="4611627"/>
            <a:ext cx="166165" cy="174914"/>
          </a:xfrm>
          <a:prstGeom prst="rect">
            <a:avLst/>
          </a:prstGeom>
        </p:spPr>
      </p:pic>
      <p:sp>
        <p:nvSpPr>
          <p:cNvPr id="59" name="Textfeld 58">
            <a:extLst>
              <a:ext uri="{FF2B5EF4-FFF2-40B4-BE49-F238E27FC236}">
                <a16:creationId xmlns:a16="http://schemas.microsoft.com/office/drawing/2014/main" id="{0E0A5B8A-597D-2E22-7922-AA99783CD72E}"/>
              </a:ext>
            </a:extLst>
          </p:cNvPr>
          <p:cNvSpPr txBox="1"/>
          <p:nvPr/>
        </p:nvSpPr>
        <p:spPr>
          <a:xfrm>
            <a:off x="2754963" y="5698010"/>
            <a:ext cx="30285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Modules for correcting the TargetState</a:t>
            </a:r>
          </a:p>
        </p:txBody>
      </p:sp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5" y="1721848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29" y="182639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2" y="1485368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7" idx="1"/>
          </p:cNvCxnSpPr>
          <p:nvPr/>
        </p:nvCxnSpPr>
        <p:spPr>
          <a:xfrm>
            <a:off x="6199063" y="2127137"/>
            <a:ext cx="3274653" cy="3652356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7" y="204379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698" y="8009753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7" idx="1"/>
          </p:cNvCxnSpPr>
          <p:nvPr/>
        </p:nvCxnSpPr>
        <p:spPr>
          <a:xfrm flipV="1">
            <a:off x="6247955" y="5779493"/>
            <a:ext cx="3225761" cy="108592"/>
          </a:xfrm>
          <a:prstGeom prst="curvedConnector4">
            <a:avLst>
              <a:gd name="adj1" fmla="val 39116"/>
              <a:gd name="adj2" fmla="val 310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7" idx="1"/>
          </p:cNvCxnSpPr>
          <p:nvPr/>
        </p:nvCxnSpPr>
        <p:spPr>
          <a:xfrm flipV="1">
            <a:off x="6254057" y="5779493"/>
            <a:ext cx="3219659" cy="3525939"/>
          </a:xfrm>
          <a:prstGeom prst="curvedConnector4">
            <a:avLst>
              <a:gd name="adj1" fmla="val 39095"/>
              <a:gd name="adj2" fmla="val 10648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4" y="9489618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288910" y="6968465"/>
            <a:ext cx="557015" cy="1874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258005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6" y="277433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-762648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3300183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3300183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4" y="289639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1" y="7164411"/>
            <a:ext cx="1571625" cy="1964349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UnusedMediatorProcessEraser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532512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59605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836510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959618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3" y="93896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7" y="76078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1" y="490136"/>
            <a:ext cx="1571625" cy="1320166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94276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2209852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242328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2434038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639160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698" y="633959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4" y="6528994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629944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6754734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6" y="671146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809295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325813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1" y="291880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4" y="3395525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316597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3621265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6" y="357799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515374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522926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3" y="856569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3804673"/>
            <a:ext cx="1461538" cy="541614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AppDATA</a:t>
            </a:r>
            <a:br>
              <a:rPr lang="de-DE" sz="1050"/>
            </a:br>
            <a:r>
              <a:rPr lang="de-DE" sz="1050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2" y="3804673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5" y="8237220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4" y="85414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3" y="886194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0" y="1067941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1" y="941139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7" y="101423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7" y="459564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465723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011264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0" y="818194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9602762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446704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5" y="734826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1" y="988637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6" y="84654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88" y="770064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2" y="693418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1" y="64703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0" y="649457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1530543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targetState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targetState</a:t>
            </a:r>
          </a:p>
          <a:p>
            <a:pPr marL="171450" indent="-171450">
              <a:buFontTx/>
              <a:buChar char="-"/>
            </a:pPr>
            <a:r>
              <a:rPr lang="de-DE" sz="800">
                <a:solidFill>
                  <a:srgbClr val="FF0000"/>
                </a:solidFill>
              </a:rPr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1" y="23681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4" y="210427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3" y="168623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7" idx="2"/>
          </p:cNvCxnSpPr>
          <p:nvPr/>
        </p:nvCxnSpPr>
        <p:spPr>
          <a:xfrm>
            <a:off x="6206522" y="1709093"/>
            <a:ext cx="2564989" cy="4572483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6" y="333365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4" y="1431821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6" y="3933749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66988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3804673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4346287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348393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38" y="9282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38" y="944779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4" y="106547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772350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6" y="459564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479412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3593499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7816772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3322692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071518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0696231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7093166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730879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5" y="206142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0" y="9909239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0" y="943560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4383683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7" y="639792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8255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2" y="773550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3" y="75701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2" y="2386559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896175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434628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6659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6" y="126454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4" y="146808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832856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737112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168216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74291"/>
            <a:ext cx="260088" cy="273783"/>
          </a:xfrm>
          <a:prstGeom prst="rect">
            <a:avLst/>
          </a:prstGeom>
        </p:spPr>
      </p:pic>
      <p:sp>
        <p:nvSpPr>
          <p:cNvPr id="7" name="Zylinder 6">
            <a:extLst>
              <a:ext uri="{FF2B5EF4-FFF2-40B4-BE49-F238E27FC236}">
                <a16:creationId xmlns:a16="http://schemas.microsoft.com/office/drawing/2014/main" id="{233DA69B-402B-E4F6-2560-70F2ACC22E66}"/>
              </a:ext>
            </a:extLst>
          </p:cNvPr>
          <p:cNvSpPr/>
          <p:nvPr/>
        </p:nvSpPr>
        <p:spPr>
          <a:xfrm>
            <a:off x="8771511" y="5779493"/>
            <a:ext cx="1404410" cy="1004166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/>
              <a:t>TargetState</a:t>
            </a:r>
          </a:p>
        </p:txBody>
      </p:sp>
    </p:spTree>
    <p:extLst>
      <p:ext uri="{BB962C8B-B14F-4D97-AF65-F5344CB8AC3E}">
        <p14:creationId xmlns:p14="http://schemas.microsoft.com/office/powerpoint/2010/main" val="4005710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1CE0A02-15DF-2896-7C2D-5DFC349920D1}"/>
              </a:ext>
            </a:extLst>
          </p:cNvPr>
          <p:cNvSpPr/>
          <p:nvPr/>
        </p:nvSpPr>
        <p:spPr>
          <a:xfrm>
            <a:off x="2484199" y="2962497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MWDI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02D88C-763B-A543-688D-9855AF14B01D}"/>
              </a:ext>
            </a:extLst>
          </p:cNvPr>
          <p:cNvSpPr/>
          <p:nvPr/>
        </p:nvSpPr>
        <p:spPr>
          <a:xfrm>
            <a:off x="4561273" y="2457450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3494D-28D6-8CC5-DB54-81059DB5AF24}"/>
              </a:ext>
            </a:extLst>
          </p:cNvPr>
          <p:cNvSpPr/>
          <p:nvPr/>
        </p:nvSpPr>
        <p:spPr>
          <a:xfrm>
            <a:off x="7628638" y="2457450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B5FF00B-970D-C50C-579A-3D10911A26F3}"/>
              </a:ext>
            </a:extLst>
          </p:cNvPr>
          <p:cNvSpPr/>
          <p:nvPr/>
        </p:nvSpPr>
        <p:spPr>
          <a:xfrm>
            <a:off x="9691868" y="2951862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F32273-6801-7B92-0ADB-F67B56F3C9EE}"/>
              </a:ext>
            </a:extLst>
          </p:cNvPr>
          <p:cNvSpPr/>
          <p:nvPr/>
        </p:nvSpPr>
        <p:spPr>
          <a:xfrm>
            <a:off x="412769" y="2962498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APTP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FDEC8BC-6708-4B28-28CF-7724B85F5A50}"/>
              </a:ext>
            </a:extLst>
          </p:cNvPr>
          <p:cNvSpPr/>
          <p:nvPr/>
        </p:nvSpPr>
        <p:spPr>
          <a:xfrm>
            <a:off x="550441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F7B44D-B1EF-E324-F605-AB033E82776D}"/>
              </a:ext>
            </a:extLst>
          </p:cNvPr>
          <p:cNvSpPr/>
          <p:nvPr/>
        </p:nvSpPr>
        <p:spPr>
          <a:xfrm>
            <a:off x="550441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48790B5-A649-43AD-C98B-435B22B7ED2F}"/>
              </a:ext>
            </a:extLst>
          </p:cNvPr>
          <p:cNvSpPr/>
          <p:nvPr/>
        </p:nvSpPr>
        <p:spPr>
          <a:xfrm>
            <a:off x="550441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CEE26EF-C86B-A733-8DD9-059A9C6EC90E}"/>
              </a:ext>
            </a:extLst>
          </p:cNvPr>
          <p:cNvSpPr/>
          <p:nvPr/>
        </p:nvSpPr>
        <p:spPr>
          <a:xfrm>
            <a:off x="1374353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A455AB2-E932-7831-EE99-F5772CDAFD0C}"/>
              </a:ext>
            </a:extLst>
          </p:cNvPr>
          <p:cNvSpPr/>
          <p:nvPr/>
        </p:nvSpPr>
        <p:spPr>
          <a:xfrm>
            <a:off x="1374353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8F33B-C712-C71E-C879-C5DC8C91BB45}"/>
              </a:ext>
            </a:extLst>
          </p:cNvPr>
          <p:cNvSpPr/>
          <p:nvPr/>
        </p:nvSpPr>
        <p:spPr>
          <a:xfrm>
            <a:off x="1374353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F329620-3C22-08E1-6786-6E43712B3898}"/>
              </a:ext>
            </a:extLst>
          </p:cNvPr>
          <p:cNvSpPr/>
          <p:nvPr/>
        </p:nvSpPr>
        <p:spPr>
          <a:xfrm>
            <a:off x="2625701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B7992BE-C036-3AB7-C814-EBBDC7FC42E0}"/>
              </a:ext>
            </a:extLst>
          </p:cNvPr>
          <p:cNvSpPr/>
          <p:nvPr/>
        </p:nvSpPr>
        <p:spPr>
          <a:xfrm>
            <a:off x="2625701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AFB896A-158F-65F5-EA28-4BC001A350A5}"/>
              </a:ext>
            </a:extLst>
          </p:cNvPr>
          <p:cNvSpPr/>
          <p:nvPr/>
        </p:nvSpPr>
        <p:spPr>
          <a:xfrm>
            <a:off x="2625701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3E0E05-CA92-3033-4FD9-38C5421204DC}"/>
              </a:ext>
            </a:extLst>
          </p:cNvPr>
          <p:cNvSpPr/>
          <p:nvPr/>
        </p:nvSpPr>
        <p:spPr>
          <a:xfrm>
            <a:off x="3449613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FA3122-55DA-CD89-A397-A8CD9750B2B9}"/>
              </a:ext>
            </a:extLst>
          </p:cNvPr>
          <p:cNvSpPr/>
          <p:nvPr/>
        </p:nvSpPr>
        <p:spPr>
          <a:xfrm>
            <a:off x="3449613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AA074D4-D1AF-7759-FA69-2B0DD4CAFC2D}"/>
              </a:ext>
            </a:extLst>
          </p:cNvPr>
          <p:cNvSpPr/>
          <p:nvPr/>
        </p:nvSpPr>
        <p:spPr>
          <a:xfrm>
            <a:off x="3449613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E2AB45-4CA3-5B9B-E66E-E425E390B46B}"/>
              </a:ext>
            </a:extLst>
          </p:cNvPr>
          <p:cNvSpPr/>
          <p:nvPr/>
        </p:nvSpPr>
        <p:spPr>
          <a:xfrm>
            <a:off x="4717042" y="421437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4BD9F7-6B6B-B381-6EAD-966962D972D7}"/>
              </a:ext>
            </a:extLst>
          </p:cNvPr>
          <p:cNvSpPr/>
          <p:nvPr/>
        </p:nvSpPr>
        <p:spPr>
          <a:xfrm>
            <a:off x="4717042" y="381432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A081826-1714-5339-1A4A-A1B6EB3DD00D}"/>
              </a:ext>
            </a:extLst>
          </p:cNvPr>
          <p:cNvSpPr/>
          <p:nvPr/>
        </p:nvSpPr>
        <p:spPr>
          <a:xfrm>
            <a:off x="4717042" y="341427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DF739C3-C4E3-6849-2F41-DF62CEF1A558}"/>
              </a:ext>
            </a:extLst>
          </p:cNvPr>
          <p:cNvSpPr/>
          <p:nvPr/>
        </p:nvSpPr>
        <p:spPr>
          <a:xfrm>
            <a:off x="5540954" y="421437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1DDACA-62B1-F5B0-EEC2-CD44D410F5D4}"/>
              </a:ext>
            </a:extLst>
          </p:cNvPr>
          <p:cNvSpPr/>
          <p:nvPr/>
        </p:nvSpPr>
        <p:spPr>
          <a:xfrm>
            <a:off x="5540954" y="381930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9DA1E85-2C49-6E8A-CFDB-48FE31EBD704}"/>
              </a:ext>
            </a:extLst>
          </p:cNvPr>
          <p:cNvSpPr/>
          <p:nvPr/>
        </p:nvSpPr>
        <p:spPr>
          <a:xfrm>
            <a:off x="7789014" y="421151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143F202-5361-48B9-4F64-3AA6EF735AD8}"/>
              </a:ext>
            </a:extLst>
          </p:cNvPr>
          <p:cNvSpPr/>
          <p:nvPr/>
        </p:nvSpPr>
        <p:spPr>
          <a:xfrm>
            <a:off x="7789014" y="38164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CBD2DF-E4B2-0439-FF9C-36D68796843C}"/>
              </a:ext>
            </a:extLst>
          </p:cNvPr>
          <p:cNvSpPr/>
          <p:nvPr/>
        </p:nvSpPr>
        <p:spPr>
          <a:xfrm>
            <a:off x="8612926" y="421151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C9B7C70-2BAF-3E76-BCAB-1FCC7BE517E5}"/>
              </a:ext>
            </a:extLst>
          </p:cNvPr>
          <p:cNvSpPr/>
          <p:nvPr/>
        </p:nvSpPr>
        <p:spPr>
          <a:xfrm>
            <a:off x="8612926" y="38164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A0BA429-EEC5-F81D-6AA8-80B5299E7BE5}"/>
              </a:ext>
            </a:extLst>
          </p:cNvPr>
          <p:cNvSpPr/>
          <p:nvPr/>
        </p:nvSpPr>
        <p:spPr>
          <a:xfrm>
            <a:off x="9868551" y="420088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0D131E-4A61-2933-7E0D-0D59F14C99BA}"/>
              </a:ext>
            </a:extLst>
          </p:cNvPr>
          <p:cNvSpPr/>
          <p:nvPr/>
        </p:nvSpPr>
        <p:spPr>
          <a:xfrm>
            <a:off x="9868551" y="380581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3616450-B93D-DEBD-7CE3-CD7A817B8078}"/>
              </a:ext>
            </a:extLst>
          </p:cNvPr>
          <p:cNvSpPr/>
          <p:nvPr/>
        </p:nvSpPr>
        <p:spPr>
          <a:xfrm>
            <a:off x="11063711" y="513339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B2B469F-780C-7B6E-97F6-89C3641EDBC9}"/>
              </a:ext>
            </a:extLst>
          </p:cNvPr>
          <p:cNvSpPr/>
          <p:nvPr/>
        </p:nvSpPr>
        <p:spPr>
          <a:xfrm>
            <a:off x="11063711" y="473334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66A4ECD-0416-DEC7-F62C-900B4B28A617}"/>
              </a:ext>
            </a:extLst>
          </p:cNvPr>
          <p:cNvSpPr/>
          <p:nvPr/>
        </p:nvSpPr>
        <p:spPr>
          <a:xfrm>
            <a:off x="11063711" y="433329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164F71-093D-4EAD-77A0-7D44E762E72F}"/>
              </a:ext>
            </a:extLst>
          </p:cNvPr>
          <p:cNvSpPr/>
          <p:nvPr/>
        </p:nvSpPr>
        <p:spPr>
          <a:xfrm>
            <a:off x="11063710" y="3533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A5166CA-90F8-FF86-8D3C-A9D517E4F906}"/>
              </a:ext>
            </a:extLst>
          </p:cNvPr>
          <p:cNvSpPr/>
          <p:nvPr/>
        </p:nvSpPr>
        <p:spPr>
          <a:xfrm>
            <a:off x="11063711" y="393324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122B215-EF92-DC6C-4D34-A3840F4E37F7}"/>
              </a:ext>
            </a:extLst>
          </p:cNvPr>
          <p:cNvCxnSpPr>
            <a:cxnSpLocks/>
          </p:cNvCxnSpPr>
          <p:nvPr/>
        </p:nvCxnSpPr>
        <p:spPr>
          <a:xfrm flipV="1">
            <a:off x="9691868" y="2962496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0A7E131-9A2D-FE2E-8F00-AC5963385B56}"/>
              </a:ext>
            </a:extLst>
          </p:cNvPr>
          <p:cNvGrpSpPr/>
          <p:nvPr/>
        </p:nvGrpSpPr>
        <p:grpSpPr>
          <a:xfrm rot="5400000">
            <a:off x="8288099" y="2473198"/>
            <a:ext cx="338137" cy="998176"/>
            <a:chOff x="7267925" y="3123310"/>
            <a:chExt cx="338137" cy="998176"/>
          </a:xfrm>
        </p:grpSpPr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E40F123A-7D28-DAF0-30FD-0C20E4BD610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9339DC1-FB69-E4B3-2427-B0D9C1C3D60C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4C1EB5C-FBB1-A635-2577-1FDD4BB6C88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8B5C107-E8B1-674E-0899-FA1D44E24ED9}"/>
              </a:ext>
            </a:extLst>
          </p:cNvPr>
          <p:cNvCxnSpPr>
            <a:cxnSpLocks/>
          </p:cNvCxnSpPr>
          <p:nvPr/>
        </p:nvCxnSpPr>
        <p:spPr>
          <a:xfrm>
            <a:off x="7622232" y="329776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7A2DB98D-C693-6ABF-3F91-DC76D3BBE6EB}"/>
              </a:ext>
            </a:extLst>
          </p:cNvPr>
          <p:cNvSpPr/>
          <p:nvPr/>
        </p:nvSpPr>
        <p:spPr>
          <a:xfrm>
            <a:off x="7622233" y="23812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EA305853-A808-AB18-03A6-51C5387C71C7}"/>
              </a:ext>
            </a:extLst>
          </p:cNvPr>
          <p:cNvGrpSpPr/>
          <p:nvPr/>
        </p:nvGrpSpPr>
        <p:grpSpPr>
          <a:xfrm rot="5400000">
            <a:off x="7876144" y="659768"/>
            <a:ext cx="1162049" cy="998176"/>
            <a:chOff x="7115461" y="1735493"/>
            <a:chExt cx="1162049" cy="998176"/>
          </a:xfrm>
        </p:grpSpPr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7608F1F3-2180-5F13-7FFA-83A74EB34A0F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7AB24ABE-364B-F6B4-0452-33DF8DC753D4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527DA6FE-EEDD-B9E3-03DD-74D221727344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BB2D503-B665-D77A-B86F-14E059956922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83CC7ED1-F16A-1896-62C7-D546E44B5B0B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3475550-2889-2F91-C960-D3DCA7DF8427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sp>
        <p:nvSpPr>
          <p:cNvPr id="49" name="Rechteck 48">
            <a:extLst>
              <a:ext uri="{FF2B5EF4-FFF2-40B4-BE49-F238E27FC236}">
                <a16:creationId xmlns:a16="http://schemas.microsoft.com/office/drawing/2014/main" id="{06710257-94F2-6744-5C46-384800311A00}"/>
              </a:ext>
            </a:extLst>
          </p:cNvPr>
          <p:cNvSpPr/>
          <p:nvPr/>
        </p:nvSpPr>
        <p:spPr>
          <a:xfrm>
            <a:off x="4557012" y="23812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RCM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3BECA846-CE12-388B-D0A3-7DCF9503D532}"/>
              </a:ext>
            </a:extLst>
          </p:cNvPr>
          <p:cNvGrpSpPr/>
          <p:nvPr/>
        </p:nvGrpSpPr>
        <p:grpSpPr>
          <a:xfrm rot="5400000">
            <a:off x="4810923" y="659768"/>
            <a:ext cx="1162049" cy="998176"/>
            <a:chOff x="7115461" y="1735493"/>
            <a:chExt cx="1162049" cy="998176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0C418EB-45BB-672B-9C17-4AA42BF9B100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44340858-3359-78BC-0881-DF3CF6C4CE35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9E2D812D-5420-32CE-48A0-1AE6BF2A7BF5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4E017906-1474-ACF0-D4F3-A464FE7CBFFF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956CD8D0-9882-9742-5B49-B264ABEE6072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63481912-FA6A-F7F7-3828-E9E8B8381C8B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ACE194F-09C5-4337-ABFD-DFEF72FE57AD}"/>
              </a:ext>
            </a:extLst>
          </p:cNvPr>
          <p:cNvGrpSpPr/>
          <p:nvPr/>
        </p:nvGrpSpPr>
        <p:grpSpPr>
          <a:xfrm rot="5400000">
            <a:off x="5232206" y="2473198"/>
            <a:ext cx="338137" cy="998176"/>
            <a:chOff x="7267925" y="3123310"/>
            <a:chExt cx="338137" cy="998176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6CF74E5-92A2-B2B4-84F2-A08711CE4576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E723D154-0D75-5EA9-8CF6-4EE379C46676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E5206EBD-D24E-28B5-568B-CB2C238F2C7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3F94A723-31E5-282A-5981-B162DED911D4}"/>
              </a:ext>
            </a:extLst>
          </p:cNvPr>
          <p:cNvCxnSpPr>
            <a:cxnSpLocks/>
          </p:cNvCxnSpPr>
          <p:nvPr/>
        </p:nvCxnSpPr>
        <p:spPr>
          <a:xfrm>
            <a:off x="4566339" y="329776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346B5A3-4EA9-8FBD-0F76-B4EDA3A628C9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888578" y="3502674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308A1E7-F373-EE81-70DD-D860FE975724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1712490" y="3502674"/>
            <a:ext cx="913211" cy="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143B4FB2-12F8-7173-BA6F-335B26BFEBB3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2963838" y="3502674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19F5DEDC-F153-BEBB-1F1E-00186D344CDB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787749" y="3502675"/>
            <a:ext cx="929292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D93BD7A-37AB-F0E8-43D9-8825215C9245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5879091" y="3915483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56D196D-AE0B-D035-092B-4260E960363F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8127151" y="3915482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12924405-E882-9CBE-75FE-D41CF011EFBE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8951062" y="3904850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8FCD2C10-717C-88E6-AFC8-560DB1181A3E}"/>
              </a:ext>
            </a:extLst>
          </p:cNvPr>
          <p:cNvCxnSpPr>
            <a:cxnSpLocks/>
            <a:stCxn id="53" idx="3"/>
            <a:endCxn id="56" idx="1"/>
          </p:cNvCxnSpPr>
          <p:nvPr/>
        </p:nvCxnSpPr>
        <p:spPr>
          <a:xfrm>
            <a:off x="5791998" y="915970"/>
            <a:ext cx="0" cy="48577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62CC069B-5286-1DF7-37DC-08C2EE30445C}"/>
              </a:ext>
            </a:extLst>
          </p:cNvPr>
          <p:cNvCxnSpPr>
            <a:cxnSpLocks/>
            <a:stCxn id="56" idx="3"/>
            <a:endCxn id="60" idx="1"/>
          </p:cNvCxnSpPr>
          <p:nvPr/>
        </p:nvCxnSpPr>
        <p:spPr>
          <a:xfrm>
            <a:off x="5791999" y="1739882"/>
            <a:ext cx="9327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BD8A7BEC-DB33-B090-03AB-F516A5AE0094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8857219" y="915969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FEA5A29-2F76-9B94-1657-646671B4A389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H="1">
            <a:off x="8857219" y="1739882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141BEA37-B8B7-2E75-E808-6581631CC6D3}"/>
              </a:ext>
            </a:extLst>
          </p:cNvPr>
          <p:cNvSpPr/>
          <p:nvPr/>
        </p:nvSpPr>
        <p:spPr>
          <a:xfrm>
            <a:off x="4561273" y="8654863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E4F015F-7EB0-1731-7016-76835118A137}"/>
              </a:ext>
            </a:extLst>
          </p:cNvPr>
          <p:cNvSpPr/>
          <p:nvPr/>
        </p:nvSpPr>
        <p:spPr>
          <a:xfrm>
            <a:off x="7628638" y="8654863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FCEA3C8-B645-BF8C-2685-7FE19E5CE4FC}"/>
              </a:ext>
            </a:extLst>
          </p:cNvPr>
          <p:cNvSpPr/>
          <p:nvPr/>
        </p:nvSpPr>
        <p:spPr>
          <a:xfrm>
            <a:off x="9691868" y="9149275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4F69CE8-ED93-F830-873A-7C13AB12A20A}"/>
              </a:ext>
            </a:extLst>
          </p:cNvPr>
          <p:cNvSpPr/>
          <p:nvPr/>
        </p:nvSpPr>
        <p:spPr>
          <a:xfrm>
            <a:off x="5540954" y="1041178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DD63BA9-847D-1A2D-1C9A-FCA0DCF233B5}"/>
              </a:ext>
            </a:extLst>
          </p:cNvPr>
          <p:cNvSpPr/>
          <p:nvPr/>
        </p:nvSpPr>
        <p:spPr>
          <a:xfrm>
            <a:off x="5540954" y="1001671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0D437FAF-B507-C6CF-3948-A29EC8AF3A7B}"/>
              </a:ext>
            </a:extLst>
          </p:cNvPr>
          <p:cNvSpPr/>
          <p:nvPr/>
        </p:nvSpPr>
        <p:spPr>
          <a:xfrm>
            <a:off x="7789014" y="1040892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DC5A0C8A-D84F-A1BA-1C7B-F23ABA66D30B}"/>
              </a:ext>
            </a:extLst>
          </p:cNvPr>
          <p:cNvSpPr/>
          <p:nvPr/>
        </p:nvSpPr>
        <p:spPr>
          <a:xfrm>
            <a:off x="7789014" y="100138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C241DCC7-AAFF-3170-D434-F618D8A5DBD9}"/>
              </a:ext>
            </a:extLst>
          </p:cNvPr>
          <p:cNvSpPr/>
          <p:nvPr/>
        </p:nvSpPr>
        <p:spPr>
          <a:xfrm>
            <a:off x="8612926" y="1040892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1ABFB95-8A94-31E5-3C83-3B14E2E5CDFD}"/>
              </a:ext>
            </a:extLst>
          </p:cNvPr>
          <p:cNvSpPr/>
          <p:nvPr/>
        </p:nvSpPr>
        <p:spPr>
          <a:xfrm>
            <a:off x="8612926" y="100138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341C7B94-7B76-8229-4A2A-8134880B4926}"/>
              </a:ext>
            </a:extLst>
          </p:cNvPr>
          <p:cNvSpPr/>
          <p:nvPr/>
        </p:nvSpPr>
        <p:spPr>
          <a:xfrm>
            <a:off x="9868551" y="1039829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6D84C4-1B1A-112F-0A67-A4735734FABF}"/>
              </a:ext>
            </a:extLst>
          </p:cNvPr>
          <p:cNvSpPr/>
          <p:nvPr/>
        </p:nvSpPr>
        <p:spPr>
          <a:xfrm>
            <a:off x="9868551" y="100032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1E45473-8297-A262-FFF9-E3B2B67A4F62}"/>
              </a:ext>
            </a:extLst>
          </p:cNvPr>
          <p:cNvSpPr/>
          <p:nvPr/>
        </p:nvSpPr>
        <p:spPr>
          <a:xfrm>
            <a:off x="11063711" y="1133081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87150E2D-EB67-7B24-E6A5-676B80CE5251}"/>
              </a:ext>
            </a:extLst>
          </p:cNvPr>
          <p:cNvSpPr/>
          <p:nvPr/>
        </p:nvSpPr>
        <p:spPr>
          <a:xfrm>
            <a:off x="11063711" y="1093076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10AB6DFB-5CF2-D1E7-689E-3AA368C49408}"/>
              </a:ext>
            </a:extLst>
          </p:cNvPr>
          <p:cNvSpPr/>
          <p:nvPr/>
        </p:nvSpPr>
        <p:spPr>
          <a:xfrm>
            <a:off x="11063711" y="1053071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0A3363A3-BA54-D35E-B388-C7321B9BE878}"/>
              </a:ext>
            </a:extLst>
          </p:cNvPr>
          <p:cNvSpPr/>
          <p:nvPr/>
        </p:nvSpPr>
        <p:spPr>
          <a:xfrm>
            <a:off x="11063710" y="973060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C6E9F742-DF08-789F-BC59-4FC946FC913F}"/>
              </a:ext>
            </a:extLst>
          </p:cNvPr>
          <p:cNvSpPr/>
          <p:nvPr/>
        </p:nvSpPr>
        <p:spPr>
          <a:xfrm>
            <a:off x="11063711" y="1013065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C68C30-1683-EA4C-845B-CB907CEC96F6}"/>
              </a:ext>
            </a:extLst>
          </p:cNvPr>
          <p:cNvCxnSpPr>
            <a:cxnSpLocks/>
          </p:cNvCxnSpPr>
          <p:nvPr/>
        </p:nvCxnSpPr>
        <p:spPr>
          <a:xfrm flipV="1">
            <a:off x="9691868" y="9159909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6742ED2-F057-78A7-5150-A41844EF625C}"/>
              </a:ext>
            </a:extLst>
          </p:cNvPr>
          <p:cNvGrpSpPr/>
          <p:nvPr/>
        </p:nvGrpSpPr>
        <p:grpSpPr>
          <a:xfrm rot="5400000">
            <a:off x="8288099" y="8670611"/>
            <a:ext cx="338137" cy="998176"/>
            <a:chOff x="7267925" y="3123310"/>
            <a:chExt cx="338137" cy="998176"/>
          </a:xfrm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996873ED-9D66-B4CD-8D11-882288108F1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E3161ECC-EE4D-308F-FC14-A34D5493E194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5D5CBAFC-63CE-84E0-F817-9B8163E5A495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3F88B35-4DF8-36B9-FA1E-AF410D60D677}"/>
              </a:ext>
            </a:extLst>
          </p:cNvPr>
          <p:cNvCxnSpPr>
            <a:cxnSpLocks/>
          </p:cNvCxnSpPr>
          <p:nvPr/>
        </p:nvCxnSpPr>
        <p:spPr>
          <a:xfrm>
            <a:off x="7622232" y="9495178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047369EB-7578-A672-B628-5F3CF1FD0B7A}"/>
              </a:ext>
            </a:extLst>
          </p:cNvPr>
          <p:cNvSpPr/>
          <p:nvPr/>
        </p:nvSpPr>
        <p:spPr>
          <a:xfrm>
            <a:off x="7622233" y="6435538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97D29417-7626-C176-8171-B76EE10710D0}"/>
              </a:ext>
            </a:extLst>
          </p:cNvPr>
          <p:cNvGrpSpPr/>
          <p:nvPr/>
        </p:nvGrpSpPr>
        <p:grpSpPr>
          <a:xfrm rot="5400000">
            <a:off x="7876144" y="6857181"/>
            <a:ext cx="1162049" cy="998176"/>
            <a:chOff x="7115461" y="1735493"/>
            <a:chExt cx="1162049" cy="998176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FB43D1F3-B681-6EEA-3F0F-B493E6861262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15" name="Rechteck 114">
              <a:extLst>
                <a:ext uri="{FF2B5EF4-FFF2-40B4-BE49-F238E27FC236}">
                  <a16:creationId xmlns:a16="http://schemas.microsoft.com/office/drawing/2014/main" id="{6C7F02BA-C5AC-616E-DDBB-974C28E821DC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F2B3208E-962F-47AF-2FC5-F5F0E8CE1D8F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36ED8D34-FAB2-ECDA-7F59-469C3F477458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97D57EA9-EF20-AB09-6218-B2C9760CA197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7FD10FC3-ABF9-7B9C-D27A-9AF3D0750CDF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E2E9144-2E50-61D5-6EF0-4D405BB2ED93}"/>
              </a:ext>
            </a:extLst>
          </p:cNvPr>
          <p:cNvCxnSpPr>
            <a:cxnSpLocks/>
          </p:cNvCxnSpPr>
          <p:nvPr/>
        </p:nvCxnSpPr>
        <p:spPr>
          <a:xfrm>
            <a:off x="4566339" y="9495178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FA120268-DBD1-31E3-D560-DFCE67F86135}"/>
              </a:ext>
            </a:extLst>
          </p:cNvPr>
          <p:cNvCxnSpPr>
            <a:cxnSpLocks/>
            <a:stCxn id="94" idx="3"/>
            <a:endCxn id="96" idx="1"/>
          </p:cNvCxnSpPr>
          <p:nvPr/>
        </p:nvCxnSpPr>
        <p:spPr>
          <a:xfrm flipV="1">
            <a:off x="5879091" y="10112896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FF6D5A19-3A23-06BE-47EA-CFC2DA6CE54F}"/>
              </a:ext>
            </a:extLst>
          </p:cNvPr>
          <p:cNvCxnSpPr>
            <a:cxnSpLocks/>
            <a:stCxn id="98" idx="1"/>
            <a:endCxn id="96" idx="3"/>
          </p:cNvCxnSpPr>
          <p:nvPr/>
        </p:nvCxnSpPr>
        <p:spPr>
          <a:xfrm flipH="1">
            <a:off x="8127151" y="10112895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9" name="Gerader Verbinder 138">
            <a:extLst>
              <a:ext uri="{FF2B5EF4-FFF2-40B4-BE49-F238E27FC236}">
                <a16:creationId xmlns:a16="http://schemas.microsoft.com/office/drawing/2014/main" id="{9AF164CF-4371-1D84-FE7D-B883D938C666}"/>
              </a:ext>
            </a:extLst>
          </p:cNvPr>
          <p:cNvCxnSpPr>
            <a:cxnSpLocks/>
            <a:stCxn id="100" idx="1"/>
            <a:endCxn id="98" idx="3"/>
          </p:cNvCxnSpPr>
          <p:nvPr/>
        </p:nvCxnSpPr>
        <p:spPr>
          <a:xfrm flipH="1">
            <a:off x="8951062" y="10102263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D00B38C7-6860-5F20-0291-BDDAD5ADC652}"/>
              </a:ext>
            </a:extLst>
          </p:cNvPr>
          <p:cNvCxnSpPr>
            <a:cxnSpLocks/>
            <a:stCxn id="116" idx="3"/>
          </p:cNvCxnSpPr>
          <p:nvPr/>
        </p:nvCxnSpPr>
        <p:spPr>
          <a:xfrm flipH="1">
            <a:off x="8857219" y="7113382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3" name="Gerader Verbinder 142">
            <a:extLst>
              <a:ext uri="{FF2B5EF4-FFF2-40B4-BE49-F238E27FC236}">
                <a16:creationId xmlns:a16="http://schemas.microsoft.com/office/drawing/2014/main" id="{5024DC42-ED37-5014-2ACF-25AB816D582D}"/>
              </a:ext>
            </a:extLst>
          </p:cNvPr>
          <p:cNvCxnSpPr>
            <a:cxnSpLocks/>
            <a:stCxn id="119" idx="3"/>
            <a:endCxn id="110" idx="1"/>
          </p:cNvCxnSpPr>
          <p:nvPr/>
        </p:nvCxnSpPr>
        <p:spPr>
          <a:xfrm flipH="1">
            <a:off x="8857219" y="7937295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556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4" y="4826000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7" y="863600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2" y="5432382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3" y="863600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622284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6" y="12459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6" y="64590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6" y="77133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169147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690466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2" y="771413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2" y="843437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7936140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793614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1353406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8657157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5" y="146868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3" y="8440391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3" y="771351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786956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6" y="771645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6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793595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7935951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8659475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8445309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0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0" y="771567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793595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7935951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843336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864961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7426761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761058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77158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7883870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29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29" y="64609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29" y="771316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169335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690655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09" y="303528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09" y="44773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09" y="37563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2" y="3979087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2" y="470010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2" y="325807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180285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215837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lifeCycleState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operation-key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3988218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description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localProtocol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433015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2903699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applicationName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dataUpdatePer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iod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rel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easeList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2510698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196669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3429441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5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1" y="12522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28" y="1470569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4" y="147056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1267361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operationalState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143120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18" y="126347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StringProfile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147500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1287852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mediatorUserName</a:t>
            </a:r>
          </a:p>
          <a:p>
            <a:pPr defTabSz="914400"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20157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stringValue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1" y="1486265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1" y="148626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4" y="250204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79" y="1693355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4" y="57772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2947613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583591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600005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4" y="689176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622284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711455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7837998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Status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interfaceStatus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7" y="7938458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2" y="52034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2" y="64577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2" y="771200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5649055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690331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2" y="84330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2" y="771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7934787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793478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842969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8646176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769949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793478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5202844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externalLabel=deviceName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1" y="542563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4" y="92817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4" y="1053597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9727290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199" y="1052058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0743369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09" y="1052272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074551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0521795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2" y="10737795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052556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0" y="10742052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7" y="9263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7" y="1051804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970936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2" y="10502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0725441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2" y="105047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072758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0503867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5" y="10719867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050764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3" y="10724124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5" y="9312805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6" y="9480842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1" y="9340049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9504504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4" y="4826000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7" y="863600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2" y="5432382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3" y="863600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622284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6" y="12459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6" y="64590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6" y="77133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169147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690466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2" y="771413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2" y="843437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7936140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793614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1353406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8657157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5" y="146868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3" y="8440391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3" y="771351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786956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6" y="771645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6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793595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7935951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8659475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8445309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0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0" y="771567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793595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7935951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843336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864961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7426761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761058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77158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7883870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29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29" y="64609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29" y="771316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169335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690655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09" y="303528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09" y="44773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09" y="37563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2" y="3979087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2" y="470010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2" y="325807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180285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215837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lifeCycleState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operation-key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3988218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description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localProtocol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433015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2903699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applicationName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dataUpdatePer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iod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rel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easeList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2510698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196669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3429441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5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1" y="12522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28" y="1470569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4" y="147056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1267361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operationalState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143120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18" y="126347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StringProfile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147500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1287852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mediatorUserName</a:t>
            </a:r>
          </a:p>
          <a:p>
            <a:pPr defTabSz="914400"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20157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stringValue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1" y="1486265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1" y="148626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4" y="250204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79" y="1693355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4" y="57772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2947613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583591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600005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4" y="689176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622284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711455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7837998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Status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interfaceStatus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7" y="7938458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2" y="52034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2" y="64577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2" y="771200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5649055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690331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2" y="84330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2" y="771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7934787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793478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842969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8646176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769949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793478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5202844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externalLabel=deviceName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1" y="542563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4" y="92817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4" y="1053597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9727290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199" y="1052058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0743369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09" y="1052272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074551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0521795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2" y="10737795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052556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0" y="10742052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7" y="9263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7" y="1051804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970936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2" y="10502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0725441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2" y="105047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072758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0503867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5" y="10719867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050764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3" y="10724124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5" y="9312805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6" y="9480842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1" y="9340049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9504504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5109D698-528E-8C16-FDD2-EFF5529DF8F6}"/>
              </a:ext>
            </a:extLst>
          </p:cNvPr>
          <p:cNvSpPr txBox="1"/>
          <p:nvPr/>
        </p:nvSpPr>
        <p:spPr>
          <a:xfrm>
            <a:off x="1438334" y="3885312"/>
            <a:ext cx="3755514" cy="19236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{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"network-topology:node": [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{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"node-id": "&lt;&lt;nodename&gt;&gt;",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"netconf-node-topology:sleep-factor": "1",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"netconf-node-topology:max-connection-attempts": 8,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"netconf-node-topology:username": "&lt;&lt;username&gt;&gt;",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"netconf-node-topology:password": "&lt;&lt;password&gt;&gt;",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"netconf-node-topology:port": &lt;&lt;netconf_port&gt;&gt;,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"netconf-node-topology:host": "&lt;&lt;mediatror_IP&gt;&gt;",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"netconf-node-optional:notification": {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    "subscribe": true,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    "stream-name": "NETCONF"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}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}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]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}</a:t>
            </a:r>
            <a:endParaRPr lang="de-DE" sz="7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D070BBD-EEC8-9487-4EAA-3C8B3EA833EC}"/>
              </a:ext>
            </a:extLst>
          </p:cNvPr>
          <p:cNvSpPr/>
          <p:nvPr/>
        </p:nvSpPr>
        <p:spPr>
          <a:xfrm>
            <a:off x="13204100" y="2863025"/>
            <a:ext cx="774699" cy="38986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chemeClr val="tx1"/>
                </a:solidFill>
              </a:rPr>
              <a:t>mediatorPro.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5B0F67CA-A739-2B99-AFB2-A1728196BFF5}"/>
              </a:ext>
            </a:extLst>
          </p:cNvPr>
          <p:cNvSpPr/>
          <p:nvPr/>
        </p:nvSpPr>
        <p:spPr>
          <a:xfrm>
            <a:off x="14077951" y="2947613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D00725B0-9E0A-8A72-ACE0-ECE86F9A3354}"/>
              </a:ext>
            </a:extLst>
          </p:cNvPr>
          <p:cNvSpPr/>
          <p:nvPr/>
        </p:nvSpPr>
        <p:spPr>
          <a:xfrm>
            <a:off x="12218118" y="2973255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71960F0-87FE-CE9E-E331-11A52423DF4A}"/>
              </a:ext>
            </a:extLst>
          </p:cNvPr>
          <p:cNvSpPr txBox="1"/>
          <p:nvPr/>
        </p:nvSpPr>
        <p:spPr>
          <a:xfrm>
            <a:off x="14158719" y="2795977"/>
            <a:ext cx="684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deviceUser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sdn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3D98611-7D1F-A60C-987A-C86ED92738DD}"/>
              </a:ext>
            </a:extLst>
          </p:cNvPr>
          <p:cNvSpPr txBox="1"/>
          <p:nvPr/>
        </p:nvSpPr>
        <p:spPr>
          <a:xfrm>
            <a:off x="11475863" y="2814663"/>
            <a:ext cx="14981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netconfUser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admin</a:t>
            </a:r>
          </a:p>
        </p:txBody>
      </p:sp>
    </p:spTree>
    <p:extLst>
      <p:ext uri="{BB962C8B-B14F-4D97-AF65-F5344CB8AC3E}">
        <p14:creationId xmlns:p14="http://schemas.microsoft.com/office/powerpoint/2010/main" val="4196617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>
          <a:noFill/>
        </a:ln>
      </a:spPr>
      <a:bodyPr rtlCol="0" anchor="ctr"/>
      <a:lstStyle>
        <a:defPPr algn="ctr">
          <a:defRPr sz="80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1759</Words>
  <Application>Microsoft Office PowerPoint</Application>
  <PresentationFormat>Benutzerdefiniert</PresentationFormat>
  <Paragraphs>677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Cascadia Mono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30</cp:revision>
  <dcterms:created xsi:type="dcterms:W3CDTF">2025-01-24T13:53:29Z</dcterms:created>
  <dcterms:modified xsi:type="dcterms:W3CDTF">2025-03-16T20:27:35Z</dcterms:modified>
</cp:coreProperties>
</file>