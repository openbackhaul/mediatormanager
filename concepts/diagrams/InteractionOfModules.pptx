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4"/>
  </p:notesMasterIdLst>
  <p:sldIdLst>
    <p:sldId id="289" r:id="rId2"/>
    <p:sldId id="258" r:id="rId3"/>
    <p:sldId id="284" r:id="rId4"/>
    <p:sldId id="290" r:id="rId5"/>
    <p:sldId id="291" r:id="rId6"/>
    <p:sldId id="292" r:id="rId7"/>
    <p:sldId id="280" r:id="rId8"/>
    <p:sldId id="287" r:id="rId9"/>
    <p:sldId id="286" r:id="rId10"/>
    <p:sldId id="282" r:id="rId11"/>
    <p:sldId id="285" r:id="rId12"/>
    <p:sldId id="288" r:id="rId13"/>
  </p:sldIdLst>
  <p:sldSz cx="21599525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11" autoAdjust="0"/>
    <p:restoredTop sz="96370" autoAdjust="0"/>
  </p:normalViewPr>
  <p:slideViewPr>
    <p:cSldViewPr snapToGrid="0">
      <p:cViewPr varScale="1">
        <p:scale>
          <a:sx n="46" d="100"/>
          <a:sy n="46" d="100"/>
        </p:scale>
        <p:origin x="113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577975" y="1143000"/>
            <a:ext cx="3702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577975" y="1143000"/>
            <a:ext cx="370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12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577975" y="1143000"/>
            <a:ext cx="370205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945943"/>
            <a:ext cx="18359596" cy="6266897"/>
          </a:xfrm>
        </p:spPr>
        <p:txBody>
          <a:bodyPr anchor="b"/>
          <a:lstStyle>
            <a:lvl1pPr algn="ctr">
              <a:defRPr sz="141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9454516"/>
            <a:ext cx="16199644" cy="4345992"/>
          </a:xfrm>
        </p:spPr>
        <p:txBody>
          <a:bodyPr/>
          <a:lstStyle>
            <a:lvl1pPr marL="0" indent="0" algn="ctr">
              <a:buNone/>
              <a:defRPr sz="5669"/>
            </a:lvl1pPr>
            <a:lvl2pPr marL="1079998" indent="0" algn="ctr">
              <a:buNone/>
              <a:defRPr sz="4724"/>
            </a:lvl2pPr>
            <a:lvl3pPr marL="2159996" indent="0" algn="ctr">
              <a:buNone/>
              <a:defRPr sz="4252"/>
            </a:lvl3pPr>
            <a:lvl4pPr marL="3239994" indent="0" algn="ctr">
              <a:buNone/>
              <a:defRPr sz="3780"/>
            </a:lvl4pPr>
            <a:lvl5pPr marL="4319991" indent="0" algn="ctr">
              <a:buNone/>
              <a:defRPr sz="3780"/>
            </a:lvl5pPr>
            <a:lvl6pPr marL="5399989" indent="0" algn="ctr">
              <a:buNone/>
              <a:defRPr sz="3780"/>
            </a:lvl6pPr>
            <a:lvl7pPr marL="6479987" indent="0" algn="ctr">
              <a:buNone/>
              <a:defRPr sz="3780"/>
            </a:lvl7pPr>
            <a:lvl8pPr marL="7559985" indent="0" algn="ctr">
              <a:buNone/>
              <a:defRPr sz="3780"/>
            </a:lvl8pPr>
            <a:lvl9pPr marL="8639983" indent="0" algn="ctr">
              <a:buNone/>
              <a:defRPr sz="378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1015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68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4487671"/>
            <a:ext cx="18629590" cy="7487774"/>
          </a:xfrm>
        </p:spPr>
        <p:txBody>
          <a:bodyPr anchor="b"/>
          <a:lstStyle>
            <a:lvl1pPr>
              <a:defRPr sz="1417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12046282"/>
            <a:ext cx="18629590" cy="3937644"/>
          </a:xfrm>
        </p:spPr>
        <p:txBody>
          <a:bodyPr/>
          <a:lstStyle>
            <a:lvl1pPr marL="0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1pPr>
            <a:lvl2pPr marL="1079998" indent="0">
              <a:buNone/>
              <a:defRPr sz="4724">
                <a:solidFill>
                  <a:schemeClr val="tx1">
                    <a:tint val="82000"/>
                  </a:schemeClr>
                </a:solidFill>
              </a:defRPr>
            </a:lvl2pPr>
            <a:lvl3pPr marL="2159996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3pPr>
            <a:lvl4pPr marL="3239994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4pPr>
            <a:lvl5pPr marL="431999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5pPr>
            <a:lvl6pPr marL="5399989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6pPr>
            <a:lvl7pPr marL="647998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7pPr>
            <a:lvl8pPr marL="755998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8pPr>
            <a:lvl9pPr marL="8639983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3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4791843"/>
            <a:ext cx="9179798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4791843"/>
            <a:ext cx="9179798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101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58373"/>
            <a:ext cx="18629590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4412664"/>
            <a:ext cx="9137610" cy="2162578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79998" indent="0">
              <a:buNone/>
              <a:defRPr sz="4724" b="1"/>
            </a:lvl2pPr>
            <a:lvl3pPr marL="2159996" indent="0">
              <a:buNone/>
              <a:defRPr sz="4252" b="1"/>
            </a:lvl3pPr>
            <a:lvl4pPr marL="3239994" indent="0">
              <a:buNone/>
              <a:defRPr sz="3780" b="1"/>
            </a:lvl4pPr>
            <a:lvl5pPr marL="4319991" indent="0">
              <a:buNone/>
              <a:defRPr sz="3780" b="1"/>
            </a:lvl5pPr>
            <a:lvl6pPr marL="5399989" indent="0">
              <a:buNone/>
              <a:defRPr sz="3780" b="1"/>
            </a:lvl6pPr>
            <a:lvl7pPr marL="6479987" indent="0">
              <a:buNone/>
              <a:defRPr sz="3780" b="1"/>
            </a:lvl7pPr>
            <a:lvl8pPr marL="7559985" indent="0">
              <a:buNone/>
              <a:defRPr sz="3780" b="1"/>
            </a:lvl8pPr>
            <a:lvl9pPr marL="8639983" indent="0">
              <a:buNone/>
              <a:defRPr sz="37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6575242"/>
            <a:ext cx="913761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4412664"/>
            <a:ext cx="9182611" cy="2162578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79998" indent="0">
              <a:buNone/>
              <a:defRPr sz="4724" b="1"/>
            </a:lvl2pPr>
            <a:lvl3pPr marL="2159996" indent="0">
              <a:buNone/>
              <a:defRPr sz="4252" b="1"/>
            </a:lvl3pPr>
            <a:lvl4pPr marL="3239994" indent="0">
              <a:buNone/>
              <a:defRPr sz="3780" b="1"/>
            </a:lvl4pPr>
            <a:lvl5pPr marL="4319991" indent="0">
              <a:buNone/>
              <a:defRPr sz="3780" b="1"/>
            </a:lvl5pPr>
            <a:lvl6pPr marL="5399989" indent="0">
              <a:buNone/>
              <a:defRPr sz="3780" b="1"/>
            </a:lvl6pPr>
            <a:lvl7pPr marL="6479987" indent="0">
              <a:buNone/>
              <a:defRPr sz="3780" b="1"/>
            </a:lvl7pPr>
            <a:lvl8pPr marL="7559985" indent="0">
              <a:buNone/>
              <a:defRPr sz="3780" b="1"/>
            </a:lvl8pPr>
            <a:lvl9pPr marL="8639983" indent="0">
              <a:buNone/>
              <a:defRPr sz="37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6575242"/>
            <a:ext cx="9182611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260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407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8254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200044"/>
            <a:ext cx="6966409" cy="4200155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591766"/>
            <a:ext cx="10934760" cy="12792138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69"/>
            </a:lvl3pPr>
            <a:lvl4pPr>
              <a:defRPr sz="4724"/>
            </a:lvl4pPr>
            <a:lvl5pPr>
              <a:defRPr sz="4724"/>
            </a:lvl5pPr>
            <a:lvl6pPr>
              <a:defRPr sz="4724"/>
            </a:lvl6pPr>
            <a:lvl7pPr>
              <a:defRPr sz="4724"/>
            </a:lvl7pPr>
            <a:lvl8pPr>
              <a:defRPr sz="4724"/>
            </a:lvl8pPr>
            <a:lvl9pPr>
              <a:defRPr sz="4724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5400199"/>
            <a:ext cx="6966409" cy="10004536"/>
          </a:xfrm>
        </p:spPr>
        <p:txBody>
          <a:bodyPr/>
          <a:lstStyle>
            <a:lvl1pPr marL="0" indent="0">
              <a:buNone/>
              <a:defRPr sz="3780"/>
            </a:lvl1pPr>
            <a:lvl2pPr marL="1079998" indent="0">
              <a:buNone/>
              <a:defRPr sz="3307"/>
            </a:lvl2pPr>
            <a:lvl3pPr marL="2159996" indent="0">
              <a:buNone/>
              <a:defRPr sz="2835"/>
            </a:lvl3pPr>
            <a:lvl4pPr marL="3239994" indent="0">
              <a:buNone/>
              <a:defRPr sz="2362"/>
            </a:lvl4pPr>
            <a:lvl5pPr marL="4319991" indent="0">
              <a:buNone/>
              <a:defRPr sz="2362"/>
            </a:lvl5pPr>
            <a:lvl6pPr marL="5399989" indent="0">
              <a:buNone/>
              <a:defRPr sz="2362"/>
            </a:lvl6pPr>
            <a:lvl7pPr marL="6479987" indent="0">
              <a:buNone/>
              <a:defRPr sz="2362"/>
            </a:lvl7pPr>
            <a:lvl8pPr marL="7559985" indent="0">
              <a:buNone/>
              <a:defRPr sz="2362"/>
            </a:lvl8pPr>
            <a:lvl9pPr marL="8639983" indent="0">
              <a:buNone/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3724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200044"/>
            <a:ext cx="6966409" cy="4200155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591766"/>
            <a:ext cx="10934760" cy="12792138"/>
          </a:xfrm>
        </p:spPr>
        <p:txBody>
          <a:bodyPr anchor="t"/>
          <a:lstStyle>
            <a:lvl1pPr marL="0" indent="0">
              <a:buNone/>
              <a:defRPr sz="7559"/>
            </a:lvl1pPr>
            <a:lvl2pPr marL="1079998" indent="0">
              <a:buNone/>
              <a:defRPr sz="6614"/>
            </a:lvl2pPr>
            <a:lvl3pPr marL="2159996" indent="0">
              <a:buNone/>
              <a:defRPr sz="5669"/>
            </a:lvl3pPr>
            <a:lvl4pPr marL="3239994" indent="0">
              <a:buNone/>
              <a:defRPr sz="4724"/>
            </a:lvl4pPr>
            <a:lvl5pPr marL="4319991" indent="0">
              <a:buNone/>
              <a:defRPr sz="4724"/>
            </a:lvl5pPr>
            <a:lvl6pPr marL="5399989" indent="0">
              <a:buNone/>
              <a:defRPr sz="4724"/>
            </a:lvl6pPr>
            <a:lvl7pPr marL="6479987" indent="0">
              <a:buNone/>
              <a:defRPr sz="4724"/>
            </a:lvl7pPr>
            <a:lvl8pPr marL="7559985" indent="0">
              <a:buNone/>
              <a:defRPr sz="4724"/>
            </a:lvl8pPr>
            <a:lvl9pPr marL="8639983" indent="0">
              <a:buNone/>
              <a:defRPr sz="4724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5400199"/>
            <a:ext cx="6966409" cy="10004536"/>
          </a:xfrm>
        </p:spPr>
        <p:txBody>
          <a:bodyPr/>
          <a:lstStyle>
            <a:lvl1pPr marL="0" indent="0">
              <a:buNone/>
              <a:defRPr sz="3780"/>
            </a:lvl1pPr>
            <a:lvl2pPr marL="1079998" indent="0">
              <a:buNone/>
              <a:defRPr sz="3307"/>
            </a:lvl2pPr>
            <a:lvl3pPr marL="2159996" indent="0">
              <a:buNone/>
              <a:defRPr sz="2835"/>
            </a:lvl3pPr>
            <a:lvl4pPr marL="3239994" indent="0">
              <a:buNone/>
              <a:defRPr sz="2362"/>
            </a:lvl4pPr>
            <a:lvl5pPr marL="4319991" indent="0">
              <a:buNone/>
              <a:defRPr sz="2362"/>
            </a:lvl5pPr>
            <a:lvl6pPr marL="5399989" indent="0">
              <a:buNone/>
              <a:defRPr sz="2362"/>
            </a:lvl6pPr>
            <a:lvl7pPr marL="6479987" indent="0">
              <a:buNone/>
              <a:defRPr sz="2362"/>
            </a:lvl7pPr>
            <a:lvl8pPr marL="7559985" indent="0">
              <a:buNone/>
              <a:defRPr sz="2362"/>
            </a:lvl8pPr>
            <a:lvl9pPr marL="8639983" indent="0">
              <a:buNone/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884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258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958369"/>
            <a:ext cx="4657398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958369"/>
            <a:ext cx="13702199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376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958373"/>
            <a:ext cx="1862959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4791843"/>
            <a:ext cx="18629590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6683952"/>
            <a:ext cx="485989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02.04.2025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6683952"/>
            <a:ext cx="7289840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6683952"/>
            <a:ext cx="4859893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355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159996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2159996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19997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699995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59990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39988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19986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099984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79982" indent="-539999" algn="l" defTabSz="215999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59996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39994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19991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399989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79987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59985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39983" algn="l" defTabSz="2159996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78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5410063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1519009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2937276" y="8032640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1519009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2839730" y="6490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1610441" y="8995244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2981962" y="6755090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2357159" y="8302540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3434059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4864442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3434059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4775100" y="6559819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075126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4917332" y="6823965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4821842" y="8255604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6816660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4821842" y="8255606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7330194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8724057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7330194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8671434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038363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8785080" y="8216856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930619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0718890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8785081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8813668" y="6843568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3322301" y="5097843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7213359" y="5102926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1519010" y="5080092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3622008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7462271" y="5082631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1241794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2635657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1241794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2583034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1949963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2696680" y="8216856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321779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4630490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2696681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2725268" y="6843568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087133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087133" y="5858525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6397696" y="653158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5762734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063138" y="7349418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8427495" y="8061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6509452" y="8194020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6539928" y="6795730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1124959" y="5102926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4985532" y="5108001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1373871" y="5082631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5261348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8480229" y="5142286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8742098" y="5277669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7967824" y="5417477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1867250" y="743719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5770154" y="7437200"/>
            <a:ext cx="4388644" cy="138000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3291865" y="5887531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8903223" y="5887531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4514580" y="5887531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0158798" y="7437205"/>
            <a:ext cx="4388644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5770156" y="6113761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0158798" y="6113761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611675" y="5887531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1867253" y="611376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3360697" y="4962817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ALT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1867251" y="4592361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611674" y="4366131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3291865" y="4366131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3827547">
            <a:off x="2416758" y="4950819"/>
            <a:ext cx="271476" cy="128950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7559866">
            <a:off x="4891723" y="5388268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185524">
            <a:off x="7859693" y="4997413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50" name="Pfeil: nach unten 49">
            <a:extLst>
              <a:ext uri="{FF2B5EF4-FFF2-40B4-BE49-F238E27FC236}">
                <a16:creationId xmlns:a16="http://schemas.microsoft.com/office/drawing/2014/main" id="{F021EF66-4508-1535-7488-E4DA1386F000}"/>
              </a:ext>
            </a:extLst>
          </p:cNvPr>
          <p:cNvSpPr/>
          <p:nvPr/>
        </p:nvSpPr>
        <p:spPr>
          <a:xfrm rot="5816212">
            <a:off x="12307930" y="5067643"/>
            <a:ext cx="271476" cy="1289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</p:spTree>
    <p:extLst>
      <p:ext uri="{BB962C8B-B14F-4D97-AF65-F5344CB8AC3E}">
        <p14:creationId xmlns:p14="http://schemas.microsoft.com/office/powerpoint/2010/main" val="2708397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2050543" y="5633624"/>
            <a:ext cx="12680190" cy="2307546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RCM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1DB8D6E-402C-EB8D-8333-321294923059}"/>
              </a:ext>
            </a:extLst>
          </p:cNvPr>
          <p:cNvSpPr/>
          <p:nvPr/>
        </p:nvSpPr>
        <p:spPr>
          <a:xfrm>
            <a:off x="5953450" y="5871167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NCM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3475156" y="4581656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9086514" y="4581656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4697872" y="4581656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4C9DB80-0CD6-A6AD-430E-B7FE5BE7CF10}"/>
              </a:ext>
            </a:extLst>
          </p:cNvPr>
          <p:cNvSpPr/>
          <p:nvPr/>
        </p:nvSpPr>
        <p:spPr>
          <a:xfrm>
            <a:off x="10342090" y="6097395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SCM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5953447" y="4807886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28F21F5-25F3-46E8-72DF-B86253890F6D}"/>
              </a:ext>
            </a:extLst>
          </p:cNvPr>
          <p:cNvCxnSpPr>
            <a:cxnSpLocks/>
          </p:cNvCxnSpPr>
          <p:nvPr/>
        </p:nvCxnSpPr>
        <p:spPr>
          <a:xfrm>
            <a:off x="5953450" y="4445917"/>
            <a:ext cx="7521709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0342090" y="4807886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794967" y="4581656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2050545" y="4807886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47BF424-02D0-BE40-B2F0-3B7D48CA8BE1}"/>
              </a:ext>
            </a:extLst>
          </p:cNvPr>
          <p:cNvCxnSpPr>
            <a:cxnSpLocks/>
          </p:cNvCxnSpPr>
          <p:nvPr/>
        </p:nvCxnSpPr>
        <p:spPr>
          <a:xfrm>
            <a:off x="2050545" y="4148991"/>
            <a:ext cx="11424613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" name="Pfeil: nach unten 1">
            <a:extLst>
              <a:ext uri="{FF2B5EF4-FFF2-40B4-BE49-F238E27FC236}">
                <a16:creationId xmlns:a16="http://schemas.microsoft.com/office/drawing/2014/main" id="{26F7696D-1511-D4FA-1BB0-E519AF1163D3}"/>
              </a:ext>
            </a:extLst>
          </p:cNvPr>
          <p:cNvSpPr/>
          <p:nvPr/>
        </p:nvSpPr>
        <p:spPr>
          <a:xfrm rot="5018347">
            <a:off x="2939530" y="3843684"/>
            <a:ext cx="271476" cy="12895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2597126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5317270" y="691306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RCM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6741885" y="8778630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2353243" y="8778630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7964600" y="8778630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9220176" y="9004860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3608818" y="9004860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061695" y="8778630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5317273" y="900486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9772240" y="4868689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???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317272" y="3920575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4061694" y="3694345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6741885" y="3694345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0264289" y="4200135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7397769" y="5695574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2820576" y="517637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9220176" y="6691462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NCM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3608816" y="6917690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5317273" y="63953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7964600" y="64842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9228873" y="63572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2353242" y="64271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3617515" y="63509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3551620" y="1781193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6236078" y="6375008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8032830" y="6256833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2254089" y="6202574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0400028" y="6341073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4723644" y="6338762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7193527" y="4192989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9945833" y="3918324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4032630" y="3421911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9489989" y="3426630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9180670" y="6124161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5249043" y="6177567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9199809" y="10141002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2274749" y="10522798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2125216" y="9916404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2467917" y="10304018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928630" y="8866362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928630" y="7336352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928629" y="6337980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928629" y="4956421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928629" y="3553730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928630" y="10165518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Ellipse 125">
            <a:extLst>
              <a:ext uri="{FF2B5EF4-FFF2-40B4-BE49-F238E27FC236}">
                <a16:creationId xmlns:a16="http://schemas.microsoft.com/office/drawing/2014/main" id="{8433F276-58B1-8611-F513-917A26BDA823}"/>
              </a:ext>
            </a:extLst>
          </p:cNvPr>
          <p:cNvSpPr/>
          <p:nvPr/>
        </p:nvSpPr>
        <p:spPr>
          <a:xfrm>
            <a:off x="1383512" y="9153433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1E65784-8FD9-B02F-A1D5-5343CD6554A3}"/>
              </a:ext>
            </a:extLst>
          </p:cNvPr>
          <p:cNvSpPr/>
          <p:nvPr/>
        </p:nvSpPr>
        <p:spPr>
          <a:xfrm>
            <a:off x="6520441" y="9986242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sz="2160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B1A2157-6724-A43D-0B35-9160EA316445}"/>
              </a:ext>
            </a:extLst>
          </p:cNvPr>
          <p:cNvSpPr/>
          <p:nvPr/>
        </p:nvSpPr>
        <p:spPr>
          <a:xfrm>
            <a:off x="1383512" y="5420567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B17F57F-53EB-18D9-E3D6-4AFE0C884ADC}"/>
              </a:ext>
            </a:extLst>
          </p:cNvPr>
          <p:cNvSpPr/>
          <p:nvPr/>
        </p:nvSpPr>
        <p:spPr>
          <a:xfrm>
            <a:off x="6520441" y="6253376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Live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6616054" y="3830711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2711257" y="3830711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1430292" y="2874281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307225" y="2874281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9210130" y="2874281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3596662" y="2874281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7984399" y="2874281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0518961" y="3830711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4905491" y="3830711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137746" y="360687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651601" y="360687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800197" y="360687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3878329" y="360687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6616054" y="3504281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2711257" y="3504281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0518961" y="3504281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4905491" y="3504281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137746" y="3277961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1651601" y="3277961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7800197" y="327796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3878329" y="327796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A3EBB93-7CD2-AACC-5EBB-7D31CDA4CFA0}"/>
              </a:ext>
            </a:extLst>
          </p:cNvPr>
          <p:cNvCxnSpPr>
            <a:cxnSpLocks/>
            <a:stCxn id="21" idx="6"/>
            <a:endCxn id="31" idx="2"/>
          </p:cNvCxnSpPr>
          <p:nvPr/>
        </p:nvCxnSpPr>
        <p:spPr>
          <a:xfrm>
            <a:off x="6615444" y="3177852"/>
            <a:ext cx="25946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2710647" y="3177852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7CE98A98-9BDB-7C66-5508-98080A443ADD}"/>
              </a:ext>
            </a:extLst>
          </p:cNvPr>
          <p:cNvCxnSpPr>
            <a:cxnSpLocks/>
            <a:stCxn id="34" idx="6"/>
            <a:endCxn id="37" idx="2"/>
          </p:cNvCxnSpPr>
          <p:nvPr/>
        </p:nvCxnSpPr>
        <p:spPr>
          <a:xfrm>
            <a:off x="10518351" y="3177852"/>
            <a:ext cx="307831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282EA90-F799-C253-8E43-89E00032E84F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>
            <a:off x="14904881" y="3177852"/>
            <a:ext cx="307951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1CE85E13-D3E1-CDE4-FA8A-7B4CB9781801}"/>
              </a:ext>
            </a:extLst>
          </p:cNvPr>
          <p:cNvSpPr txBox="1"/>
          <p:nvPr/>
        </p:nvSpPr>
        <p:spPr>
          <a:xfrm>
            <a:off x="16264577" y="2957861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BF2B485-0227-7BD9-6033-C4315B506AE6}"/>
              </a:ext>
            </a:extLst>
          </p:cNvPr>
          <p:cNvSpPr txBox="1"/>
          <p:nvPr/>
        </p:nvSpPr>
        <p:spPr>
          <a:xfrm>
            <a:off x="11778432" y="2957861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C815FC97-AD4D-0C80-F066-35BB0B840AC8}"/>
              </a:ext>
            </a:extLst>
          </p:cNvPr>
          <p:cNvSpPr txBox="1"/>
          <p:nvPr/>
        </p:nvSpPr>
        <p:spPr>
          <a:xfrm>
            <a:off x="7483796" y="295786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3455330" y="2957861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333195" y="4630799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5963195" y="4134281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5963195" y="4254855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A6214C1A-00CB-38C4-E48D-E4041FFB9D28}"/>
              </a:ext>
            </a:extLst>
          </p:cNvPr>
          <p:cNvSpPr/>
          <p:nvPr/>
        </p:nvSpPr>
        <p:spPr>
          <a:xfrm>
            <a:off x="10449322" y="717526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C085F62A-119E-7200-7A6A-22973EC1DAC0}"/>
              </a:ext>
            </a:extLst>
          </p:cNvPr>
          <p:cNvSpPr/>
          <p:nvPr/>
        </p:nvSpPr>
        <p:spPr>
          <a:xfrm>
            <a:off x="10449322" y="706498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501C3D70-C860-9451-D948-575F8C49F169}"/>
              </a:ext>
            </a:extLst>
          </p:cNvPr>
          <p:cNvSpPr/>
          <p:nvPr/>
        </p:nvSpPr>
        <p:spPr>
          <a:xfrm>
            <a:off x="10449322" y="693131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36E1CA6E-4E8C-B872-7092-F763D320DFBC}"/>
              </a:ext>
            </a:extLst>
          </p:cNvPr>
          <p:cNvSpPr/>
          <p:nvPr/>
        </p:nvSpPr>
        <p:spPr>
          <a:xfrm>
            <a:off x="10449322" y="678897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972E8878-090E-BD88-49B5-278906ACB9F8}"/>
              </a:ext>
            </a:extLst>
          </p:cNvPr>
          <p:cNvSpPr/>
          <p:nvPr/>
        </p:nvSpPr>
        <p:spPr>
          <a:xfrm>
            <a:off x="5260441" y="6949033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3A933C6-6F51-820D-1884-D22E261B735C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2" y="7739068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759780D8-753C-B87D-4B60-A1C63064CC00}"/>
              </a:ext>
            </a:extLst>
          </p:cNvPr>
          <p:cNvSpPr/>
          <p:nvPr/>
        </p:nvSpPr>
        <p:spPr>
          <a:xfrm>
            <a:off x="10449322" y="1090812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8DD293-C6B5-A4EB-D7A1-EC8BA573C54A}"/>
              </a:ext>
            </a:extLst>
          </p:cNvPr>
          <p:cNvSpPr/>
          <p:nvPr/>
        </p:nvSpPr>
        <p:spPr>
          <a:xfrm>
            <a:off x="10449322" y="1079784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CADEDB5F-2929-CB20-07BC-6A95CEBA98E0}"/>
              </a:ext>
            </a:extLst>
          </p:cNvPr>
          <p:cNvSpPr/>
          <p:nvPr/>
        </p:nvSpPr>
        <p:spPr>
          <a:xfrm>
            <a:off x="10449322" y="1066418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9CC590DC-D93B-10DA-730C-23217E4A1688}"/>
              </a:ext>
            </a:extLst>
          </p:cNvPr>
          <p:cNvSpPr/>
          <p:nvPr/>
        </p:nvSpPr>
        <p:spPr>
          <a:xfrm>
            <a:off x="10449322" y="105218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81149D7-2160-45B2-8188-F8ACB853B399}"/>
              </a:ext>
            </a:extLst>
          </p:cNvPr>
          <p:cNvSpPr/>
          <p:nvPr/>
        </p:nvSpPr>
        <p:spPr>
          <a:xfrm>
            <a:off x="5260441" y="10681899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C1C48BAA-5BA7-2C9B-F00F-27C0F59C6004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2" y="11471934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3F153420-288D-2E18-E137-2B9D78F13334}"/>
              </a:ext>
            </a:extLst>
          </p:cNvPr>
          <p:cNvSpPr/>
          <p:nvPr/>
        </p:nvSpPr>
        <p:spPr>
          <a:xfrm>
            <a:off x="6569726" y="10528797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173FF4D-59E6-382E-1D1F-90DC01878C36}"/>
              </a:ext>
            </a:extLst>
          </p:cNvPr>
          <p:cNvSpPr/>
          <p:nvPr/>
        </p:nvSpPr>
        <p:spPr>
          <a:xfrm>
            <a:off x="9217055" y="695216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1383511" y="13032929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6520440" y="13865738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                  Live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0449321" y="14787625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0449321" y="146773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0449321" y="1454367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0449321" y="14401340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260440" y="1456139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228171" y="15351430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6569725" y="14408293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279118" y="14134583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C6CD39DF-AFCF-4284-6807-DCEF77710727}"/>
              </a:ext>
            </a:extLst>
          </p:cNvPr>
          <p:cNvCxnSpPr/>
          <p:nvPr/>
        </p:nvCxnSpPr>
        <p:spPr>
          <a:xfrm>
            <a:off x="1180310" y="5277181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783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7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31" y="4526732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4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135662" y="9307333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4827476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9" y="4744137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700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8588424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9307331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6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385481" y="10449306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5280391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8" y="5474673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6" y="5596734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3" y="9864750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8025468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3296395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5" y="3639301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9" y="3461122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3" y="3190473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3643103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5123627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9091943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700" y="9039933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6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8999783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8" y="9411807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10793291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5958474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3" y="5619141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6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5866314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8" y="627833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7929601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5" y="11266030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6505010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4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7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6" y="1124182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5" y="1156228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2" y="13379753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3" y="1211173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9" y="1284267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9" y="7295984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7357573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2812987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2" y="10882283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7167382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7" y="1004860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3" y="1258671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8" y="111657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90" y="1040098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4" y="963452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3" y="334736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2" y="919491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3" y="50684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6" y="4804616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5" y="4386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4" y="4409430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8" y="6033997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6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8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3370228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6184270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40" y="1198291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40" y="1214813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6" y="3765811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10423840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8" y="7295984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749446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10009129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7" y="4761762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2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2" y="12135939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9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082898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4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5" y="3457350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4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7046626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966933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8" y="3964881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6" y="4168426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11028905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10071459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974630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1936958" y="3757365"/>
            <a:ext cx="9931400" cy="49881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8524721" y="5893637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9013733" y="4621263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5918179" y="4544565"/>
            <a:ext cx="2468048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3532157" y="6051500"/>
            <a:ext cx="2853775" cy="15129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2717801" y="4592638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3107374" y="589756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676" y="5976532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4615260" y="564506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AdministrativeState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8175486" y="5648190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OperationalState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6749282" y="6713631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2950263" y="499078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3069543" y="525367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3298132" y="61514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258" y="6215869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1310171" y="5200333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1310171" y="530965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2887023" y="4608739"/>
            <a:ext cx="2256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that are changing the AdministrativeState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0343846" y="563975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148" y="5718722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8989521" y="4608739"/>
            <a:ext cx="2853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that are updating the OperationalState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0386518" y="50111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2820" y="5090072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0577276" y="52649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8402" y="5329409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1025228" y="5089169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1025228" y="5198488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5723212" y="4551869"/>
            <a:ext cx="285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Modules for comparing AdministrativeState with OperationalState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7062410" y="6243623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8805095" y="713504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97" y="7214012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8995853" y="738892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79" y="7453349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8847767" y="650639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69" y="6585362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9038525" y="676027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651" y="6824699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8274357" y="7722839"/>
            <a:ext cx="2951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OperationalState</a:t>
            </a:r>
            <a:br>
              <a:rPr lang="de-DE" sz="1200"/>
            </a:br>
            <a:r>
              <a:rPr lang="de-DE" sz="1200"/>
              <a:t>and AdministrativeState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9708525" y="686144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9708525" y="6970759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5320542" y="65197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844" y="6598699"/>
            <a:ext cx="166165" cy="174914"/>
          </a:xfrm>
          <a:prstGeom prst="rect">
            <a:avLst/>
          </a:prstGeom>
        </p:spPr>
      </p:pic>
      <p:sp>
        <p:nvSpPr>
          <p:cNvPr id="57" name="Rechteck 56">
            <a:extLst>
              <a:ext uri="{FF2B5EF4-FFF2-40B4-BE49-F238E27FC236}">
                <a16:creationId xmlns:a16="http://schemas.microsoft.com/office/drawing/2014/main" id="{F1661307-0A5B-5E08-2177-0EC27A984C77}"/>
              </a:ext>
            </a:extLst>
          </p:cNvPr>
          <p:cNvSpPr/>
          <p:nvPr/>
        </p:nvSpPr>
        <p:spPr>
          <a:xfrm>
            <a:off x="5511300" y="677361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8" name="Grafik 57">
            <a:extLst>
              <a:ext uri="{FF2B5EF4-FFF2-40B4-BE49-F238E27FC236}">
                <a16:creationId xmlns:a16="http://schemas.microsoft.com/office/drawing/2014/main" id="{1634BDF2-1E6E-2CB9-1179-2AFB11964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6" y="6838036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1429451" y="5506973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1429451" y="56162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1215986" y="5443601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1215986" y="5552920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0973994" y="5784319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0973994" y="5893638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6484611" y="546298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913" y="5541958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6675369" y="571687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95" y="5781295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7089931" y="55483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233" y="5627344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7280689" y="58022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1815" y="5866681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9484495" y="660917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9484495" y="671849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9443805" y="7255824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9443805" y="736514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9634563" y="7542648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9634563" y="765196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DEB442AC-31D6-845A-4716-7598BED1D91C}"/>
              </a:ext>
            </a:extLst>
          </p:cNvPr>
          <p:cNvSpPr txBox="1"/>
          <p:nvPr/>
        </p:nvSpPr>
        <p:spPr>
          <a:xfrm>
            <a:off x="3512633" y="7095674"/>
            <a:ext cx="30285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for keeping the AdministrativeState clean and consistent</a:t>
            </a:r>
          </a:p>
        </p:txBody>
      </p: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8321674" y="6903467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7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31" y="4526732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4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6199065" y="4827474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9" y="4744137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700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6247957" y="8479830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6254059" y="8479832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6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288912" y="9668802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5280391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8" y="5474673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6" y="5596734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3" y="9864750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8025468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3296395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5" y="3639301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9" y="3461122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3" y="3190473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3643103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5123627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9091943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700" y="9039933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6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8999783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8" y="9411807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10793291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3" y="5958474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3" y="5619141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6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5866314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8" y="627833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7929601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5" y="11266030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6505010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4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7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6" y="1124182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5" y="11562288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2" y="13379753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3" y="1211173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9" y="12842675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9" y="7295984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7357573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2812987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2" y="10882283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7167382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7" y="1004860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3" y="1258671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8" y="111657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90" y="1040098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4" y="963452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3" y="334736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2" y="919491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3" y="506849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6" y="4804616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5" y="4386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6206524" y="4409432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8" y="6033997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6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8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3370228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6184270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40" y="1198291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40" y="12148134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6" y="3765811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10423840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8" y="7295984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7494464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10009129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7" y="4761762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2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2" y="12135939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9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082898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4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5" y="3457350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4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7046626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966933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8" y="3964881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6" y="4168426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11028905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10071459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974630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8771511" y="8479830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5662836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5157787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5157787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5652199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566283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3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3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3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5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5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5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3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3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3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5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5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5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4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4" y="65146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4" y="611460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6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6" y="651964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6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6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8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8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3" y="69012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3" y="6506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3" y="783373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3" y="74336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3" y="703363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2" y="623353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3" y="663358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70" y="5662833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101" y="5173535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6" y="3360105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5" y="3360105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8" y="5173535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80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2" y="6203013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40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6203014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3" y="6615822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3" y="6615819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6605189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3616309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2001" y="4440221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21" y="3616306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21" y="4440221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1135520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1135520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1184961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6" y="1311212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6" y="1271705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6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6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8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8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3" y="1309863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3" y="1270356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3" y="14031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3" y="1363109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3" y="1323104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2" y="124309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3" y="1283099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70" y="1186024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101" y="11370948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913587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6" y="9557518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3" y="12813235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3" y="1281323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2802602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21" y="981371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21" y="10637634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6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9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4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5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8923179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8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8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8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4391811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9605006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4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4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10636479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7" y="4169025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5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5" y="10413853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10569908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8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8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10636290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2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10636290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11133703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11349949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10310928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31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31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4393694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9606889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11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11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11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4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4" y="7400443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4" y="5958409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4858709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7030494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4667036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7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3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30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6" y="4170908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4131539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20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4175345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3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3" y="4186604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6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81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6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8700394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6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8923180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9814891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9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4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4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4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9603653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4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4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10635126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11130032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10399834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10635126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3" y="8125969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6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6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201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11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3445849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4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3225908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2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9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9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4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4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3427921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7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3207980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5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7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8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3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6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9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4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5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8923179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8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8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8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4391811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9605006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4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4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10636479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7" y="4169025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5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5" y="10413853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10569908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8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8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10636290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2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10636290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11133703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11349949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10310928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31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31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4393694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9606889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11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11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11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4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4" y="7400443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4" y="5958409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4858709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7030494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4667036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7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3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30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6" y="4170908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4131539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20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4175345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3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3" y="4186604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6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81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6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8700394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6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8923180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9814891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9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4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4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4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9603653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4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4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10635126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11130032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10399834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10635126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3" y="8125969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6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6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201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11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3445849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4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3225908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2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9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9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4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4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3427921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7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3207980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5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7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8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3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5109D698-528E-8C16-FDD2-EFF5529DF8F6}"/>
              </a:ext>
            </a:extLst>
          </p:cNvPr>
          <p:cNvSpPr txBox="1"/>
          <p:nvPr/>
        </p:nvSpPr>
        <p:spPr>
          <a:xfrm>
            <a:off x="1438334" y="6585649"/>
            <a:ext cx="3755514" cy="19236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"network-topology:node": [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"node-id": "&lt;&lt;nodename&gt;&gt;",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"netconf-node-topology:sleep-factor": "1",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"netconf-node-topology:max-connection-attempts": 8,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"netconf-node-topology:username": "&lt;&lt;username&gt;&gt;",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"netconf-node-topology:password": "&lt;&lt;password&gt;&gt;",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"netconf-node-topology:port": &lt;&lt;netconf_port&gt;&gt;,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"netconf-node-topology:host": "&lt;&lt;mediatror_IP&gt;&gt;",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"netconf-node-optional:notification": {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    "subscribe": true,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    "stream-name": "NETCONF"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    }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    }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    ]</a:t>
            </a:r>
            <a:br>
              <a:rPr lang="de-DE" sz="700"/>
            </a:br>
            <a:r>
              <a:rPr lang="de-DE" sz="700">
                <a:solidFill>
                  <a:srgbClr val="242424"/>
                </a:solidFill>
                <a:latin typeface="Cascadia Mono" panose="020B0609020000020004" pitchFamily="49" charset="0"/>
              </a:rPr>
              <a:t>}</a:t>
            </a:r>
            <a:endParaRPr lang="de-DE" sz="7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070BBD-EEC8-9487-4EAA-3C8B3EA833EC}"/>
              </a:ext>
            </a:extLst>
          </p:cNvPr>
          <p:cNvSpPr/>
          <p:nvPr/>
        </p:nvSpPr>
        <p:spPr>
          <a:xfrm>
            <a:off x="13204102" y="5563362"/>
            <a:ext cx="774699" cy="38986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mediatorPro.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B0F67CA-A739-2B99-AFB2-A1728196BFF5}"/>
              </a:ext>
            </a:extLst>
          </p:cNvPr>
          <p:cNvSpPr/>
          <p:nvPr/>
        </p:nvSpPr>
        <p:spPr>
          <a:xfrm>
            <a:off x="14077951" y="5647950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00725B0-9E0A-8A72-ACE0-ECE86F9A3354}"/>
              </a:ext>
            </a:extLst>
          </p:cNvPr>
          <p:cNvSpPr/>
          <p:nvPr/>
        </p:nvSpPr>
        <p:spPr>
          <a:xfrm>
            <a:off x="12218118" y="5673592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1960F0-87FE-CE9E-E331-11A52423DF4A}"/>
              </a:ext>
            </a:extLst>
          </p:cNvPr>
          <p:cNvSpPr txBox="1"/>
          <p:nvPr/>
        </p:nvSpPr>
        <p:spPr>
          <a:xfrm>
            <a:off x="14158721" y="5496316"/>
            <a:ext cx="684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deviceUser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sdn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D98611-7D1F-A60C-987A-C86ED92738DD}"/>
              </a:ext>
            </a:extLst>
          </p:cNvPr>
          <p:cNvSpPr txBox="1"/>
          <p:nvPr/>
        </p:nvSpPr>
        <p:spPr>
          <a:xfrm>
            <a:off x="11475863" y="5515002"/>
            <a:ext cx="149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netconfUser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admin</a:t>
            </a:r>
          </a:p>
        </p:txBody>
      </p:sp>
    </p:spTree>
    <p:extLst>
      <p:ext uri="{BB962C8B-B14F-4D97-AF65-F5344CB8AC3E}">
        <p14:creationId xmlns:p14="http://schemas.microsoft.com/office/powerpoint/2010/main" val="4196617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1951</Words>
  <Application>Microsoft Office PowerPoint</Application>
  <PresentationFormat>Benutzerdefiniert</PresentationFormat>
  <Paragraphs>815</Paragraphs>
  <Slides>12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Cascadia Mono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44</cp:revision>
  <dcterms:created xsi:type="dcterms:W3CDTF">2025-01-24T13:53:29Z</dcterms:created>
  <dcterms:modified xsi:type="dcterms:W3CDTF">2025-04-03T14:28:19Z</dcterms:modified>
</cp:coreProperties>
</file>