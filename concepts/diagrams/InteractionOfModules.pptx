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22"/>
  </p:notesMasterIdLst>
  <p:sldIdLst>
    <p:sldId id="258" r:id="rId2"/>
    <p:sldId id="291" r:id="rId3"/>
    <p:sldId id="292" r:id="rId4"/>
    <p:sldId id="293" r:id="rId5"/>
    <p:sldId id="295" r:id="rId6"/>
    <p:sldId id="296" r:id="rId7"/>
    <p:sldId id="294" r:id="rId8"/>
    <p:sldId id="297" r:id="rId9"/>
    <p:sldId id="287" r:id="rId10"/>
    <p:sldId id="299" r:id="rId11"/>
    <p:sldId id="302" r:id="rId12"/>
    <p:sldId id="304" r:id="rId13"/>
    <p:sldId id="280" r:id="rId14"/>
    <p:sldId id="286" r:id="rId15"/>
    <p:sldId id="282" r:id="rId16"/>
    <p:sldId id="300" r:id="rId17"/>
    <p:sldId id="285" r:id="rId18"/>
    <p:sldId id="298" r:id="rId19"/>
    <p:sldId id="301" r:id="rId20"/>
    <p:sldId id="303" r:id="rId21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>
        <p:scale>
          <a:sx n="100" d="100"/>
          <a:sy n="100" d="100"/>
        </p:scale>
        <p:origin x="-1554" y="-100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423988" y="1143000"/>
            <a:ext cx="4010025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6F0BDF-D3AA-4378-A5EA-B01B2486D80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219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18.04.2025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6310177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2419123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3837389" y="8032640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2419123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3739843" y="6490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2510554" y="8995244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3882075" y="6755090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3257273" y="8302540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4334173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5764555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4334173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5675213" y="6559819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975239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5817445" y="6823966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5721955" y="8255604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7716773" y="799146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5721955" y="8255606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8230308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9624170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8230308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9571547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938476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9685194" y="821685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1020631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1619003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9685195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9713782" y="6843568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4222414" y="5097844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8113472" y="510292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2419124" y="5080092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4522121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8362384" y="5082631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2141908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3535770" y="795271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2141908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3483147" y="657942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2850076" y="907143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3596794" y="821685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411791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5530603" y="809105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3596795" y="8223127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3625382" y="6843568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987247" y="734942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987247" y="585852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7297809" y="6531584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6662847" y="904096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963252" y="734941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9327608" y="806194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7409566" y="8194020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7440041" y="6795731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2025072" y="510292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5885645" y="5108002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2273984" y="5082631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6161461" y="5072470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9380343" y="5142287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9642211" y="5277669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8867937" y="5417478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llipse 26">
            <a:extLst>
              <a:ext uri="{FF2B5EF4-FFF2-40B4-BE49-F238E27FC236}">
                <a16:creationId xmlns:a16="http://schemas.microsoft.com/office/drawing/2014/main" id="{15DF8775-8456-3A39-C387-9A6912D056E9}"/>
              </a:ext>
            </a:extLst>
          </p:cNvPr>
          <p:cNvSpPr/>
          <p:nvPr/>
        </p:nvSpPr>
        <p:spPr>
          <a:xfrm>
            <a:off x="6217383" y="6913065"/>
            <a:ext cx="3902904" cy="138000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ControllerDomainManager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AD05EB0-1C43-D322-A732-261066A2DF0F}"/>
              </a:ext>
            </a:extLst>
          </p:cNvPr>
          <p:cNvSpPr/>
          <p:nvPr/>
        </p:nvSpPr>
        <p:spPr>
          <a:xfrm>
            <a:off x="17641998" y="8778630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93D79AF-9840-B4AF-DF86-97495DC7E728}"/>
              </a:ext>
            </a:extLst>
          </p:cNvPr>
          <p:cNvSpPr/>
          <p:nvPr/>
        </p:nvSpPr>
        <p:spPr>
          <a:xfrm>
            <a:off x="13253356" y="8778630"/>
            <a:ext cx="1255576" cy="45246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A288BE-768B-B7C7-C6FD-32DC2F9FB279}"/>
              </a:ext>
            </a:extLst>
          </p:cNvPr>
          <p:cNvSpPr/>
          <p:nvPr/>
        </p:nvSpPr>
        <p:spPr>
          <a:xfrm>
            <a:off x="8864713" y="8778630"/>
            <a:ext cx="1255576" cy="45246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9CD254C-5DC3-5E2F-29F4-F6DDF5F2842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10120289" y="9004860"/>
            <a:ext cx="3133066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9345A38-7290-FBD7-F3A7-C9F883A43FFC}"/>
              </a:ext>
            </a:extLst>
          </p:cNvPr>
          <p:cNvCxnSpPr>
            <a:stCxn id="11" idx="3"/>
            <a:endCxn id="7" idx="1"/>
          </p:cNvCxnSpPr>
          <p:nvPr/>
        </p:nvCxnSpPr>
        <p:spPr>
          <a:xfrm>
            <a:off x="14508931" y="9004860"/>
            <a:ext cx="31330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83442E4-EFB5-9008-7E1D-1468FAE5EA69}"/>
              </a:ext>
            </a:extLst>
          </p:cNvPr>
          <p:cNvSpPr/>
          <p:nvPr/>
        </p:nvSpPr>
        <p:spPr>
          <a:xfrm>
            <a:off x="4961808" y="8778630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C3641E5C-EF3C-B0EE-624D-188F5F10047A}"/>
              </a:ext>
            </a:extLst>
          </p:cNvPr>
          <p:cNvCxnSpPr>
            <a:cxnSpLocks/>
            <a:stCxn id="29" idx="3"/>
            <a:endCxn id="12" idx="1"/>
          </p:cNvCxnSpPr>
          <p:nvPr/>
        </p:nvCxnSpPr>
        <p:spPr>
          <a:xfrm>
            <a:off x="6217387" y="9004860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294E5044-37A3-930B-5093-B91957397826}"/>
              </a:ext>
            </a:extLst>
          </p:cNvPr>
          <p:cNvSpPr/>
          <p:nvPr/>
        </p:nvSpPr>
        <p:spPr>
          <a:xfrm>
            <a:off x="10672353" y="4868689"/>
            <a:ext cx="1255576" cy="45246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LiveDomainManager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7FDBE0D-9BAE-71BB-0399-953CABAEAA46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6217386" y="3920575"/>
            <a:ext cx="1142461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109D0C59-D120-76CC-3E13-2E8B044E2645}"/>
              </a:ext>
            </a:extLst>
          </p:cNvPr>
          <p:cNvSpPr/>
          <p:nvPr/>
        </p:nvSpPr>
        <p:spPr>
          <a:xfrm>
            <a:off x="4961807" y="3694345"/>
            <a:ext cx="1255576" cy="45246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4216C26-482B-3A23-53D0-0AC91F2E3317}"/>
              </a:ext>
            </a:extLst>
          </p:cNvPr>
          <p:cNvSpPr/>
          <p:nvPr/>
        </p:nvSpPr>
        <p:spPr>
          <a:xfrm>
            <a:off x="17641998" y="3694345"/>
            <a:ext cx="1255576" cy="4524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7" name="Pfeil: nach unten 46">
            <a:extLst>
              <a:ext uri="{FF2B5EF4-FFF2-40B4-BE49-F238E27FC236}">
                <a16:creationId xmlns:a16="http://schemas.microsoft.com/office/drawing/2014/main" id="{9D742086-4DBE-B082-B3CE-0288C173FD75}"/>
              </a:ext>
            </a:extLst>
          </p:cNvPr>
          <p:cNvSpPr/>
          <p:nvPr/>
        </p:nvSpPr>
        <p:spPr>
          <a:xfrm rot="11161196">
            <a:off x="11164402" y="4200136"/>
            <a:ext cx="271476" cy="408147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8" name="Pfeil: nach unten 47">
            <a:extLst>
              <a:ext uri="{FF2B5EF4-FFF2-40B4-BE49-F238E27FC236}">
                <a16:creationId xmlns:a16="http://schemas.microsoft.com/office/drawing/2014/main" id="{4EBDD885-493F-898D-D26C-99811B575D4C}"/>
              </a:ext>
            </a:extLst>
          </p:cNvPr>
          <p:cNvSpPr/>
          <p:nvPr/>
        </p:nvSpPr>
        <p:spPr>
          <a:xfrm rot="13604950">
            <a:off x="8297882" y="5695575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49" name="Pfeil: nach unten 48">
            <a:extLst>
              <a:ext uri="{FF2B5EF4-FFF2-40B4-BE49-F238E27FC236}">
                <a16:creationId xmlns:a16="http://schemas.microsoft.com/office/drawing/2014/main" id="{FFDC376D-DA84-9C09-0ACA-F3EE0533B57A}"/>
              </a:ext>
            </a:extLst>
          </p:cNvPr>
          <p:cNvSpPr/>
          <p:nvPr/>
        </p:nvSpPr>
        <p:spPr>
          <a:xfrm rot="6592321">
            <a:off x="13720689" y="5176375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ED5A9BD-057D-5BD6-D147-09920CB2582A}"/>
              </a:ext>
            </a:extLst>
          </p:cNvPr>
          <p:cNvSpPr/>
          <p:nvPr/>
        </p:nvSpPr>
        <p:spPr>
          <a:xfrm>
            <a:off x="10120290" y="6691462"/>
            <a:ext cx="8777285" cy="1843774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DeviceDomainManager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54E655E-2B34-B04D-3363-A302E7369520}"/>
              </a:ext>
            </a:extLst>
          </p:cNvPr>
          <p:cNvSpPr/>
          <p:nvPr/>
        </p:nvSpPr>
        <p:spPr>
          <a:xfrm>
            <a:off x="14508929" y="6917690"/>
            <a:ext cx="4388642" cy="13800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MIM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630BD30-CC38-FB1F-F6DE-5513D494C452}"/>
              </a:ext>
            </a:extLst>
          </p:cNvPr>
          <p:cNvCxnSpPr>
            <a:cxnSpLocks/>
          </p:cNvCxnSpPr>
          <p:nvPr/>
        </p:nvCxnSpPr>
        <p:spPr>
          <a:xfrm>
            <a:off x="6217387" y="63953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843FC30-AB65-AA48-C611-856241EA0340}"/>
              </a:ext>
            </a:extLst>
          </p:cNvPr>
          <p:cNvCxnSpPr>
            <a:cxnSpLocks/>
          </p:cNvCxnSpPr>
          <p:nvPr/>
        </p:nvCxnSpPr>
        <p:spPr>
          <a:xfrm>
            <a:off x="8864713" y="64842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DB98520-FB80-D721-EFDC-E78AEAA20F2D}"/>
              </a:ext>
            </a:extLst>
          </p:cNvPr>
          <p:cNvCxnSpPr>
            <a:cxnSpLocks/>
          </p:cNvCxnSpPr>
          <p:nvPr/>
        </p:nvCxnSpPr>
        <p:spPr>
          <a:xfrm>
            <a:off x="10128987" y="63572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E99FEE-C895-7B80-6777-65CF92E93E2D}"/>
              </a:ext>
            </a:extLst>
          </p:cNvPr>
          <p:cNvCxnSpPr>
            <a:cxnSpLocks/>
          </p:cNvCxnSpPr>
          <p:nvPr/>
        </p:nvCxnSpPr>
        <p:spPr>
          <a:xfrm>
            <a:off x="13253355" y="64271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5F5A1B8-2C7E-E1CC-CB12-952679A680F9}"/>
              </a:ext>
            </a:extLst>
          </p:cNvPr>
          <p:cNvCxnSpPr>
            <a:cxnSpLocks/>
          </p:cNvCxnSpPr>
          <p:nvPr/>
        </p:nvCxnSpPr>
        <p:spPr>
          <a:xfrm>
            <a:off x="14517629" y="63509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466EF11B-29FD-7A77-EA0E-BEDFB2BD0DC6}"/>
              </a:ext>
            </a:extLst>
          </p:cNvPr>
          <p:cNvSpPr/>
          <p:nvPr/>
        </p:nvSpPr>
        <p:spPr>
          <a:xfrm rot="16200000">
            <a:off x="14451733" y="1781193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CA5F0B8-F8DB-F7F2-6934-CC36BE107716}"/>
              </a:ext>
            </a:extLst>
          </p:cNvPr>
          <p:cNvSpPr txBox="1"/>
          <p:nvPr/>
        </p:nvSpPr>
        <p:spPr>
          <a:xfrm>
            <a:off x="7136191" y="6375009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D74D6ED-A6F6-5A0A-6F12-F48F51B20136}"/>
              </a:ext>
            </a:extLst>
          </p:cNvPr>
          <p:cNvSpPr txBox="1"/>
          <p:nvPr/>
        </p:nvSpPr>
        <p:spPr>
          <a:xfrm>
            <a:off x="8932944" y="6256834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64BABF6-7539-6951-AFB3-FC1CA3AF26E0}"/>
              </a:ext>
            </a:extLst>
          </p:cNvPr>
          <p:cNvSpPr txBox="1"/>
          <p:nvPr/>
        </p:nvSpPr>
        <p:spPr>
          <a:xfrm>
            <a:off x="13154202" y="6202575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5FBDA780-C7A0-2D26-705D-90AF4FB2D538}"/>
              </a:ext>
            </a:extLst>
          </p:cNvPr>
          <p:cNvSpPr txBox="1"/>
          <p:nvPr/>
        </p:nvSpPr>
        <p:spPr>
          <a:xfrm>
            <a:off x="11300141" y="6341074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67830D5-9585-F8F1-C047-028467F57783}"/>
              </a:ext>
            </a:extLst>
          </p:cNvPr>
          <p:cNvSpPr txBox="1"/>
          <p:nvPr/>
        </p:nvSpPr>
        <p:spPr>
          <a:xfrm>
            <a:off x="15623758" y="6338763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5A82855C-6FF6-0C22-BC7A-A3E94E9CD8FA}"/>
              </a:ext>
            </a:extLst>
          </p:cNvPr>
          <p:cNvSpPr/>
          <p:nvPr/>
        </p:nvSpPr>
        <p:spPr>
          <a:xfrm rot="16200000">
            <a:off x="8093640" y="4192989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DC5D979-CBD6-E279-D7FA-93569BEB60DF}"/>
              </a:ext>
            </a:extLst>
          </p:cNvPr>
          <p:cNvSpPr txBox="1"/>
          <p:nvPr/>
        </p:nvSpPr>
        <p:spPr>
          <a:xfrm>
            <a:off x="10845946" y="3918325"/>
            <a:ext cx="2898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Transport of Read from Live – Operation ?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93F67427-C9F9-534A-8E80-5DEB5C266EC6}"/>
              </a:ext>
            </a:extLst>
          </p:cNvPr>
          <p:cNvCxnSpPr>
            <a:cxnSpLocks/>
          </p:cNvCxnSpPr>
          <p:nvPr/>
        </p:nvCxnSpPr>
        <p:spPr>
          <a:xfrm>
            <a:off x="4932743" y="3421911"/>
            <a:ext cx="1268019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F1C87441-A171-4006-4456-3437467DD47E}"/>
              </a:ext>
            </a:extLst>
          </p:cNvPr>
          <p:cNvSpPr txBox="1"/>
          <p:nvPr/>
        </p:nvSpPr>
        <p:spPr>
          <a:xfrm>
            <a:off x="10390103" y="3426631"/>
            <a:ext cx="20747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Read from Live – Operation ?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16922BC-64F9-D223-69A6-7109BF41F9BA}"/>
              </a:ext>
            </a:extLst>
          </p:cNvPr>
          <p:cNvSpPr txBox="1"/>
          <p:nvPr/>
        </p:nvSpPr>
        <p:spPr>
          <a:xfrm>
            <a:off x="10080784" y="6124162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F03B1639-50D8-D533-33CA-648284718463}"/>
              </a:ext>
            </a:extLst>
          </p:cNvPr>
          <p:cNvSpPr txBox="1"/>
          <p:nvPr/>
        </p:nvSpPr>
        <p:spPr>
          <a:xfrm>
            <a:off x="6149156" y="6177568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15F57D7-5599-DFC3-B6E9-DA8E26F58329}"/>
              </a:ext>
            </a:extLst>
          </p:cNvPr>
          <p:cNvCxnSpPr>
            <a:cxnSpLocks/>
          </p:cNvCxnSpPr>
          <p:nvPr/>
        </p:nvCxnSpPr>
        <p:spPr>
          <a:xfrm>
            <a:off x="10099923" y="10141002"/>
            <a:ext cx="751301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EE58D74-87E6-4A14-9122-102D98610CDC}"/>
              </a:ext>
            </a:extLst>
          </p:cNvPr>
          <p:cNvCxnSpPr>
            <a:cxnSpLocks/>
          </p:cNvCxnSpPr>
          <p:nvPr/>
        </p:nvCxnSpPr>
        <p:spPr>
          <a:xfrm>
            <a:off x="13174863" y="10522798"/>
            <a:ext cx="4438073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AA52B7F9-F012-88DE-87BF-2C8D2910D710}"/>
              </a:ext>
            </a:extLst>
          </p:cNvPr>
          <p:cNvSpPr txBox="1"/>
          <p:nvPr/>
        </p:nvSpPr>
        <p:spPr>
          <a:xfrm>
            <a:off x="13025330" y="9916405"/>
            <a:ext cx="2028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Connected state at the ODL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1B0018D-7D20-0014-257D-BAF1E45FF92C}"/>
              </a:ext>
            </a:extLst>
          </p:cNvPr>
          <p:cNvSpPr txBox="1"/>
          <p:nvPr/>
        </p:nvSpPr>
        <p:spPr>
          <a:xfrm>
            <a:off x="13368030" y="10304019"/>
            <a:ext cx="41431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Addressing an attribute with an NCM-internal NetconfClient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2CEB087D-6A36-0216-6770-BEDF1124CA9F}"/>
              </a:ext>
            </a:extLst>
          </p:cNvPr>
          <p:cNvSpPr txBox="1"/>
          <p:nvPr/>
        </p:nvSpPr>
        <p:spPr>
          <a:xfrm>
            <a:off x="1828744" y="8866363"/>
            <a:ext cx="8140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68C06B6-6A0F-B5CA-F0D2-EEEC1DB4791F}"/>
              </a:ext>
            </a:extLst>
          </p:cNvPr>
          <p:cNvSpPr txBox="1"/>
          <p:nvPr/>
        </p:nvSpPr>
        <p:spPr>
          <a:xfrm>
            <a:off x="1828744" y="7336353"/>
            <a:ext cx="785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Domains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C262B0E-D458-CB62-691D-F98F7C5FD237}"/>
              </a:ext>
            </a:extLst>
          </p:cNvPr>
          <p:cNvSpPr txBox="1"/>
          <p:nvPr/>
        </p:nvSpPr>
        <p:spPr>
          <a:xfrm>
            <a:off x="1828743" y="6337981"/>
            <a:ext cx="10390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Connections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80E54012-F6A5-2CBA-AF56-9ED147C2C8EB}"/>
              </a:ext>
            </a:extLst>
          </p:cNvPr>
          <p:cNvSpPr txBox="1"/>
          <p:nvPr/>
        </p:nvSpPr>
        <p:spPr>
          <a:xfrm>
            <a:off x="1828743" y="4956422"/>
            <a:ext cx="27142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Element holding higher layer Domain ?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CBEB432B-CDB6-9FB5-306F-E45DCFE0523F}"/>
              </a:ext>
            </a:extLst>
          </p:cNvPr>
          <p:cNvSpPr txBox="1"/>
          <p:nvPr/>
        </p:nvSpPr>
        <p:spPr>
          <a:xfrm>
            <a:off x="1828743" y="3553731"/>
            <a:ext cx="1973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Higher layer Connections ?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F4F316C-ACA9-5A1A-70BB-DE6AB61CB4BC}"/>
              </a:ext>
            </a:extLst>
          </p:cNvPr>
          <p:cNvSpPr txBox="1"/>
          <p:nvPr/>
        </p:nvSpPr>
        <p:spPr>
          <a:xfrm>
            <a:off x="1828744" y="10165519"/>
            <a:ext cx="2266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Potential status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1945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Ellipse 125">
            <a:extLst>
              <a:ext uri="{FF2B5EF4-FFF2-40B4-BE49-F238E27FC236}">
                <a16:creationId xmlns:a16="http://schemas.microsoft.com/office/drawing/2014/main" id="{8433F276-58B1-8611-F513-917A26BDA823}"/>
              </a:ext>
            </a:extLst>
          </p:cNvPr>
          <p:cNvSpPr/>
          <p:nvPr/>
        </p:nvSpPr>
        <p:spPr>
          <a:xfrm>
            <a:off x="2283626" y="9153433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7" name="Ellipse 126">
            <a:extLst>
              <a:ext uri="{FF2B5EF4-FFF2-40B4-BE49-F238E27FC236}">
                <a16:creationId xmlns:a16="http://schemas.microsoft.com/office/drawing/2014/main" id="{D1E65784-8FD9-B02F-A1D5-5343CD6554A3}"/>
              </a:ext>
            </a:extLst>
          </p:cNvPr>
          <p:cNvSpPr/>
          <p:nvPr/>
        </p:nvSpPr>
        <p:spPr>
          <a:xfrm>
            <a:off x="7420554" y="9986242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de-DE" sz="2160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B1A2157-6724-A43D-0B35-9160EA316445}"/>
              </a:ext>
            </a:extLst>
          </p:cNvPr>
          <p:cNvSpPr/>
          <p:nvPr/>
        </p:nvSpPr>
        <p:spPr>
          <a:xfrm>
            <a:off x="2283626" y="5420567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B17F57F-53EB-18D9-E3D6-4AFE0C884ADC}"/>
              </a:ext>
            </a:extLst>
          </p:cNvPr>
          <p:cNvSpPr/>
          <p:nvPr/>
        </p:nvSpPr>
        <p:spPr>
          <a:xfrm>
            <a:off x="7420554" y="6253376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ManagementPlane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7516167" y="3830711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3611370" y="3830711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2330406" y="2874281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6207339" y="2874281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10110244" y="2874281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4496776" y="2874281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8884512" y="2874281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1419075" y="3830711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5805604" y="3830711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7037859" y="36068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2551714" y="3606873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8700310" y="3606873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4778442" y="3606873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7516167" y="3504281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3611370" y="3504281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1419075" y="3504281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5805604" y="3504281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7037859" y="327796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2551714" y="3277962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8700310" y="327796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4778442" y="327796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A3EBB93-7CD2-AACC-5EBB-7D31CDA4CFA0}"/>
              </a:ext>
            </a:extLst>
          </p:cNvPr>
          <p:cNvCxnSpPr>
            <a:cxnSpLocks/>
            <a:stCxn id="21" idx="6"/>
            <a:endCxn id="31" idx="2"/>
          </p:cNvCxnSpPr>
          <p:nvPr/>
        </p:nvCxnSpPr>
        <p:spPr>
          <a:xfrm>
            <a:off x="7515557" y="3177852"/>
            <a:ext cx="259468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3610760" y="3177852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7CE98A98-9BDB-7C66-5508-98080A443ADD}"/>
              </a:ext>
            </a:extLst>
          </p:cNvPr>
          <p:cNvCxnSpPr>
            <a:cxnSpLocks/>
            <a:stCxn id="34" idx="6"/>
            <a:endCxn id="37" idx="2"/>
          </p:cNvCxnSpPr>
          <p:nvPr/>
        </p:nvCxnSpPr>
        <p:spPr>
          <a:xfrm>
            <a:off x="11418465" y="3177852"/>
            <a:ext cx="307831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6282EA90-F799-C253-8E43-89E00032E84F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>
            <a:off x="15804994" y="3177852"/>
            <a:ext cx="307951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9" name="Textfeld 98">
            <a:extLst>
              <a:ext uri="{FF2B5EF4-FFF2-40B4-BE49-F238E27FC236}">
                <a16:creationId xmlns:a16="http://schemas.microsoft.com/office/drawing/2014/main" id="{1CE85E13-D3E1-CDE4-FA8A-7B4CB9781801}"/>
              </a:ext>
            </a:extLst>
          </p:cNvPr>
          <p:cNvSpPr txBox="1"/>
          <p:nvPr/>
        </p:nvSpPr>
        <p:spPr>
          <a:xfrm>
            <a:off x="17164691" y="2957862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BBF2B485-0227-7BD9-6033-C4315B506AE6}"/>
              </a:ext>
            </a:extLst>
          </p:cNvPr>
          <p:cNvSpPr txBox="1"/>
          <p:nvPr/>
        </p:nvSpPr>
        <p:spPr>
          <a:xfrm>
            <a:off x="12678546" y="2957862"/>
            <a:ext cx="3481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C815FC97-AD4D-0C80-F066-35BB0B840AC8}"/>
              </a:ext>
            </a:extLst>
          </p:cNvPr>
          <p:cNvSpPr txBox="1"/>
          <p:nvPr/>
        </p:nvSpPr>
        <p:spPr>
          <a:xfrm>
            <a:off x="8383909" y="2957862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4355444" y="2957862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6233308" y="4630800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6863308" y="4134281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6863308" y="4254856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A6214C1A-00CB-38C4-E48D-E4041FFB9D28}"/>
              </a:ext>
            </a:extLst>
          </p:cNvPr>
          <p:cNvSpPr/>
          <p:nvPr/>
        </p:nvSpPr>
        <p:spPr>
          <a:xfrm>
            <a:off x="11349436" y="717526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C085F62A-119E-7200-7A6A-22973EC1DAC0}"/>
              </a:ext>
            </a:extLst>
          </p:cNvPr>
          <p:cNvSpPr/>
          <p:nvPr/>
        </p:nvSpPr>
        <p:spPr>
          <a:xfrm>
            <a:off x="11349436" y="706498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501C3D70-C860-9451-D948-575F8C49F169}"/>
              </a:ext>
            </a:extLst>
          </p:cNvPr>
          <p:cNvSpPr/>
          <p:nvPr/>
        </p:nvSpPr>
        <p:spPr>
          <a:xfrm>
            <a:off x="11349436" y="693131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36E1CA6E-4E8C-B872-7092-F763D320DFBC}"/>
              </a:ext>
            </a:extLst>
          </p:cNvPr>
          <p:cNvSpPr/>
          <p:nvPr/>
        </p:nvSpPr>
        <p:spPr>
          <a:xfrm>
            <a:off x="11349436" y="678897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972E8878-090E-BD88-49B5-278906ACB9F8}"/>
              </a:ext>
            </a:extLst>
          </p:cNvPr>
          <p:cNvSpPr/>
          <p:nvPr/>
        </p:nvSpPr>
        <p:spPr>
          <a:xfrm>
            <a:off x="6160554" y="6949033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3A933C6-6F51-820D-1884-D22E261B735C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6" y="7739068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759780D8-753C-B87D-4B60-A1C63064CC00}"/>
              </a:ext>
            </a:extLst>
          </p:cNvPr>
          <p:cNvSpPr/>
          <p:nvPr/>
        </p:nvSpPr>
        <p:spPr>
          <a:xfrm>
            <a:off x="11349436" y="1090812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8DD293-C6B5-A4EB-D7A1-EC8BA573C54A}"/>
              </a:ext>
            </a:extLst>
          </p:cNvPr>
          <p:cNvSpPr/>
          <p:nvPr/>
        </p:nvSpPr>
        <p:spPr>
          <a:xfrm>
            <a:off x="11349436" y="10797848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0" name="Ellipse 129">
            <a:extLst>
              <a:ext uri="{FF2B5EF4-FFF2-40B4-BE49-F238E27FC236}">
                <a16:creationId xmlns:a16="http://schemas.microsoft.com/office/drawing/2014/main" id="{CADEDB5F-2929-CB20-07BC-6A95CEBA98E0}"/>
              </a:ext>
            </a:extLst>
          </p:cNvPr>
          <p:cNvSpPr/>
          <p:nvPr/>
        </p:nvSpPr>
        <p:spPr>
          <a:xfrm>
            <a:off x="11349436" y="10664183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1" name="Ellipse 130">
            <a:extLst>
              <a:ext uri="{FF2B5EF4-FFF2-40B4-BE49-F238E27FC236}">
                <a16:creationId xmlns:a16="http://schemas.microsoft.com/office/drawing/2014/main" id="{9CC590DC-D93B-10DA-730C-23217E4A1688}"/>
              </a:ext>
            </a:extLst>
          </p:cNvPr>
          <p:cNvSpPr/>
          <p:nvPr/>
        </p:nvSpPr>
        <p:spPr>
          <a:xfrm>
            <a:off x="11349436" y="105218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781149D7-2160-45B2-8188-F8ACB853B399}"/>
              </a:ext>
            </a:extLst>
          </p:cNvPr>
          <p:cNvSpPr/>
          <p:nvPr/>
        </p:nvSpPr>
        <p:spPr>
          <a:xfrm>
            <a:off x="6160554" y="10681899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33" name="Ellipse 132">
            <a:extLst>
              <a:ext uri="{FF2B5EF4-FFF2-40B4-BE49-F238E27FC236}">
                <a16:creationId xmlns:a16="http://schemas.microsoft.com/office/drawing/2014/main" id="{C1C48BAA-5BA7-2C9B-F00F-27C0F59C6004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6" y="11471934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36" name="Ellipse 135">
            <a:extLst>
              <a:ext uri="{FF2B5EF4-FFF2-40B4-BE49-F238E27FC236}">
                <a16:creationId xmlns:a16="http://schemas.microsoft.com/office/drawing/2014/main" id="{3F153420-288D-2E18-E137-2B9D78F13334}"/>
              </a:ext>
            </a:extLst>
          </p:cNvPr>
          <p:cNvSpPr/>
          <p:nvPr/>
        </p:nvSpPr>
        <p:spPr>
          <a:xfrm>
            <a:off x="7469839" y="10528797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F173FF4D-59E6-382E-1D1F-90DC01878C36}"/>
              </a:ext>
            </a:extLst>
          </p:cNvPr>
          <p:cNvSpPr/>
          <p:nvPr/>
        </p:nvSpPr>
        <p:spPr>
          <a:xfrm>
            <a:off x="10117168" y="695216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283625" y="13032929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420553" y="13865738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349435" y="14787625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349435" y="14677344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349435" y="14543679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349435" y="14401340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6160553" y="14561395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6128285" y="15351430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469838" y="14408293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1179232" y="14134584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C6CD39DF-AFCF-4284-6807-DCEF77710727}"/>
              </a:ext>
            </a:extLst>
          </p:cNvPr>
          <p:cNvCxnSpPr/>
          <p:nvPr/>
        </p:nvCxnSpPr>
        <p:spPr>
          <a:xfrm>
            <a:off x="2080423" y="5277181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E9390CF-9B19-E0A6-CBE7-8F903C0117AA}"/>
              </a:ext>
            </a:extLst>
          </p:cNvPr>
          <p:cNvCxnSpPr>
            <a:cxnSpLocks/>
          </p:cNvCxnSpPr>
          <p:nvPr/>
        </p:nvCxnSpPr>
        <p:spPr>
          <a:xfrm rot="5400000">
            <a:off x="7515557" y="7407480"/>
            <a:ext cx="0" cy="107978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783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hteck 29">
            <a:extLst>
              <a:ext uri="{FF2B5EF4-FFF2-40B4-BE49-F238E27FC236}">
                <a16:creationId xmlns:a16="http://schemas.microsoft.com/office/drawing/2014/main" id="{A759E68E-FC52-CDA9-26E1-2A750D430DDD}"/>
              </a:ext>
            </a:extLst>
          </p:cNvPr>
          <p:cNvSpPr/>
          <p:nvPr/>
        </p:nvSpPr>
        <p:spPr>
          <a:xfrm>
            <a:off x="7190228" y="4957339"/>
            <a:ext cx="12710588" cy="1597494"/>
          </a:xfrm>
          <a:prstGeom prst="rect">
            <a:avLst/>
          </a:prstGeom>
          <a:solidFill>
            <a:schemeClr val="accent2">
              <a:lumMod val="75000"/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LiveDomain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4464D08-EF53-AD08-F9BE-58657BE6EDF6}"/>
              </a:ext>
            </a:extLst>
          </p:cNvPr>
          <p:cNvSpPr/>
          <p:nvPr/>
        </p:nvSpPr>
        <p:spPr>
          <a:xfrm>
            <a:off x="11146234" y="8424346"/>
            <a:ext cx="8754583" cy="2236396"/>
          </a:xfrm>
          <a:prstGeom prst="rect">
            <a:avLst/>
          </a:prstGeom>
          <a:solidFill>
            <a:schemeClr val="accent5">
              <a:alpha val="2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DeviceDomain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919688F-DE37-08C1-118D-7D350AFE0CD0}"/>
              </a:ext>
            </a:extLst>
          </p:cNvPr>
          <p:cNvSpPr/>
          <p:nvPr/>
        </p:nvSpPr>
        <p:spPr>
          <a:xfrm>
            <a:off x="7190228" y="8424346"/>
            <a:ext cx="3948624" cy="2236396"/>
          </a:xfrm>
          <a:prstGeom prst="rect">
            <a:avLst/>
          </a:prstGeom>
          <a:solidFill>
            <a:schemeClr val="accent6">
              <a:alpha val="2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ControllerDomain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33" idx="2"/>
          </p:cNvCxnSpPr>
          <p:nvPr/>
        </p:nvCxnSpPr>
        <p:spPr>
          <a:xfrm>
            <a:off x="7243937" y="10134860"/>
            <a:ext cx="259468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BFC42089-4FAE-409E-7490-894A8A151E87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3339140" y="10134860"/>
            <a:ext cx="259657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AE8FF5DD-0F69-94CD-E5C6-BF4111366C68}"/>
              </a:ext>
            </a:extLst>
          </p:cNvPr>
          <p:cNvGrpSpPr/>
          <p:nvPr/>
        </p:nvGrpSpPr>
        <p:grpSpPr>
          <a:xfrm>
            <a:off x="2058176" y="9178430"/>
            <a:ext cx="1280967" cy="1260000"/>
            <a:chOff x="1398758" y="3673888"/>
            <a:chExt cx="1280967" cy="1260000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8F729F81-6911-53C6-716D-0E24554FC6A4}"/>
                </a:ext>
              </a:extLst>
            </p:cNvPr>
            <p:cNvSpPr/>
            <p:nvPr/>
          </p:nvSpPr>
          <p:spPr>
            <a:xfrm>
              <a:off x="1398758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App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29968352-5BC7-5AD3-37C3-C7EC1A2DCA48}"/>
                </a:ext>
              </a:extLst>
            </p:cNvPr>
            <p:cNvSpPr/>
            <p:nvPr/>
          </p:nvSpPr>
          <p:spPr>
            <a:xfrm>
              <a:off x="26333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032BD62B-69A4-8E99-1CBB-A0B36211BB4E}"/>
                </a:ext>
              </a:extLst>
            </p:cNvPr>
            <p:cNvSpPr/>
            <p:nvPr/>
          </p:nvSpPr>
          <p:spPr>
            <a:xfrm>
              <a:off x="26340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A8C6AA90-00CD-9995-68BF-D14927F49C25}"/>
                </a:ext>
              </a:extLst>
            </p:cNvPr>
            <p:cNvSpPr/>
            <p:nvPr/>
          </p:nvSpPr>
          <p:spPr>
            <a:xfrm>
              <a:off x="26340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4A51F24-01B7-0D2F-EE94-0784C47DB1FD}"/>
              </a:ext>
            </a:extLst>
          </p:cNvPr>
          <p:cNvGrpSpPr/>
          <p:nvPr/>
        </p:nvGrpSpPr>
        <p:grpSpPr>
          <a:xfrm>
            <a:off x="5935109" y="9178430"/>
            <a:ext cx="1308831" cy="1260000"/>
            <a:chOff x="5275691" y="3673888"/>
            <a:chExt cx="1308831" cy="1260000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9ACD396-053F-098F-6E39-579A071B2680}"/>
                </a:ext>
              </a:extLst>
            </p:cNvPr>
            <p:cNvSpPr/>
            <p:nvPr/>
          </p:nvSpPr>
          <p:spPr>
            <a:xfrm>
              <a:off x="5301663" y="3673888"/>
              <a:ext cx="1260000" cy="1260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MWDI</a:t>
              </a: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76C8B7B3-4DB8-7758-7D3B-4733C3103382}"/>
                </a:ext>
              </a:extLst>
            </p:cNvPr>
            <p:cNvSpPr/>
            <p:nvPr/>
          </p:nvSpPr>
          <p:spPr>
            <a:xfrm>
              <a:off x="5275691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55D626B-9E23-1A5B-2E00-E5EDDDF2DC31}"/>
                </a:ext>
              </a:extLst>
            </p:cNvPr>
            <p:cNvSpPr/>
            <p:nvPr/>
          </p:nvSpPr>
          <p:spPr>
            <a:xfrm>
              <a:off x="5276301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35B14177-28C3-5A1E-CD0F-588C785F14DB}"/>
                </a:ext>
              </a:extLst>
            </p:cNvPr>
            <p:cNvSpPr/>
            <p:nvPr/>
          </p:nvSpPr>
          <p:spPr>
            <a:xfrm>
              <a:off x="5276301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DE4D244-E117-810E-FE87-3CCDF7FC1B8C}"/>
                </a:ext>
              </a:extLst>
            </p:cNvPr>
            <p:cNvSpPr/>
            <p:nvPr/>
          </p:nvSpPr>
          <p:spPr>
            <a:xfrm>
              <a:off x="6538193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0D0DCA3-8707-D186-05E8-6917AAF9187B}"/>
                </a:ext>
              </a:extLst>
            </p:cNvPr>
            <p:cNvSpPr/>
            <p:nvPr/>
          </p:nvSpPr>
          <p:spPr>
            <a:xfrm>
              <a:off x="6538803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012ABAB0-185A-7992-9793-D8DD22CF49D2}"/>
                </a:ext>
              </a:extLst>
            </p:cNvPr>
            <p:cNvSpPr/>
            <p:nvPr/>
          </p:nvSpPr>
          <p:spPr>
            <a:xfrm>
              <a:off x="6538803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E9702C-51E2-AFC6-3951-EF8A032F76C9}"/>
              </a:ext>
            </a:extLst>
          </p:cNvPr>
          <p:cNvGrpSpPr/>
          <p:nvPr/>
        </p:nvGrpSpPr>
        <p:grpSpPr>
          <a:xfrm>
            <a:off x="9838014" y="9178430"/>
            <a:ext cx="1308831" cy="1260000"/>
            <a:chOff x="9178596" y="3673888"/>
            <a:chExt cx="1308831" cy="12600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1B07028-9DDA-7F66-B27B-353CE67D042F}"/>
                </a:ext>
              </a:extLst>
            </p:cNvPr>
            <p:cNvSpPr/>
            <p:nvPr/>
          </p:nvSpPr>
          <p:spPr>
            <a:xfrm>
              <a:off x="9204568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Controller</a:t>
              </a:r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6CDAE638-E460-9348-B48C-6379641A7504}"/>
                </a:ext>
              </a:extLst>
            </p:cNvPr>
            <p:cNvSpPr/>
            <p:nvPr/>
          </p:nvSpPr>
          <p:spPr>
            <a:xfrm>
              <a:off x="9178596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BE6D7D4B-E6A1-7A5C-1919-1066E23704E4}"/>
                </a:ext>
              </a:extLst>
            </p:cNvPr>
            <p:cNvSpPr/>
            <p:nvPr/>
          </p:nvSpPr>
          <p:spPr>
            <a:xfrm>
              <a:off x="9179206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A7E4F72-7D1F-0E44-030B-E6F687D122D1}"/>
                </a:ext>
              </a:extLst>
            </p:cNvPr>
            <p:cNvSpPr/>
            <p:nvPr/>
          </p:nvSpPr>
          <p:spPr>
            <a:xfrm>
              <a:off x="9179206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206407B4-8ECE-021E-1A03-AF47F7B9E83E}"/>
                </a:ext>
              </a:extLst>
            </p:cNvPr>
            <p:cNvSpPr/>
            <p:nvPr/>
          </p:nvSpPr>
          <p:spPr>
            <a:xfrm>
              <a:off x="1044109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33187CE9-B892-2AFD-AB38-BB8958DD03BA}"/>
                </a:ext>
              </a:extLst>
            </p:cNvPr>
            <p:cNvSpPr/>
            <p:nvPr/>
          </p:nvSpPr>
          <p:spPr>
            <a:xfrm>
              <a:off x="1044170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20CD0AB2-DE58-BA48-54DE-8FCE795DC626}"/>
                </a:ext>
              </a:extLst>
            </p:cNvPr>
            <p:cNvSpPr/>
            <p:nvPr/>
          </p:nvSpPr>
          <p:spPr>
            <a:xfrm>
              <a:off x="1044170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ACDB93A0-2E20-EAB5-5E77-E14468EEC040}"/>
              </a:ext>
            </a:extLst>
          </p:cNvPr>
          <p:cNvGrpSpPr/>
          <p:nvPr/>
        </p:nvGrpSpPr>
        <p:grpSpPr>
          <a:xfrm>
            <a:off x="14224546" y="9178430"/>
            <a:ext cx="1308831" cy="1260000"/>
            <a:chOff x="13565128" y="3673888"/>
            <a:chExt cx="1308831" cy="1260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0D90752-E600-F455-0214-43CAB7E7F87E}"/>
                </a:ext>
              </a:extLst>
            </p:cNvPr>
            <p:cNvSpPr/>
            <p:nvPr/>
          </p:nvSpPr>
          <p:spPr>
            <a:xfrm>
              <a:off x="13593211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Mediator</a:t>
              </a: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B99D0CC0-05DA-53A5-C8E1-9D45E66A83C5}"/>
                </a:ext>
              </a:extLst>
            </p:cNvPr>
            <p:cNvSpPr/>
            <p:nvPr/>
          </p:nvSpPr>
          <p:spPr>
            <a:xfrm>
              <a:off x="13565128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BC7643-AB67-AD60-6073-601A5A85AB72}"/>
                </a:ext>
              </a:extLst>
            </p:cNvPr>
            <p:cNvSpPr/>
            <p:nvPr/>
          </p:nvSpPr>
          <p:spPr>
            <a:xfrm>
              <a:off x="13565738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C3D91A7-CF9E-7F00-0067-0C4FF862A152}"/>
                </a:ext>
              </a:extLst>
            </p:cNvPr>
            <p:cNvSpPr/>
            <p:nvPr/>
          </p:nvSpPr>
          <p:spPr>
            <a:xfrm>
              <a:off x="13565738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B6F7CCB-1D34-AEC2-A285-88D28C4C759E}"/>
                </a:ext>
              </a:extLst>
            </p:cNvPr>
            <p:cNvSpPr/>
            <p:nvPr/>
          </p:nvSpPr>
          <p:spPr>
            <a:xfrm>
              <a:off x="14827630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8EE7A2A-2AAA-62D3-EFD0-12A741008F83}"/>
                </a:ext>
              </a:extLst>
            </p:cNvPr>
            <p:cNvSpPr/>
            <p:nvPr/>
          </p:nvSpPr>
          <p:spPr>
            <a:xfrm>
              <a:off x="14828240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8BC01D64-4360-C779-329D-53F4E34B73C8}"/>
                </a:ext>
              </a:extLst>
            </p:cNvPr>
            <p:cNvSpPr/>
            <p:nvPr/>
          </p:nvSpPr>
          <p:spPr>
            <a:xfrm>
              <a:off x="14828240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083FE96D-5BFD-BE19-9D31-9BCA0E038D76}"/>
              </a:ext>
            </a:extLst>
          </p:cNvPr>
          <p:cNvGrpSpPr/>
          <p:nvPr/>
        </p:nvGrpSpPr>
        <p:grpSpPr>
          <a:xfrm>
            <a:off x="18612282" y="9178430"/>
            <a:ext cx="1288986" cy="1260000"/>
            <a:chOff x="17952867" y="3673888"/>
            <a:chExt cx="1288986" cy="126000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0BB5D594-F1DB-B50A-6F3D-508ABF55786F}"/>
                </a:ext>
              </a:extLst>
            </p:cNvPr>
            <p:cNvSpPr/>
            <p:nvPr/>
          </p:nvSpPr>
          <p:spPr>
            <a:xfrm>
              <a:off x="17981853" y="3673888"/>
              <a:ext cx="1260000" cy="12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40"/>
                <a:t>Device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5787C7D1-BC29-2037-C7E6-1111E88F43A2}"/>
                </a:ext>
              </a:extLst>
            </p:cNvPr>
            <p:cNvSpPr/>
            <p:nvPr/>
          </p:nvSpPr>
          <p:spPr>
            <a:xfrm>
              <a:off x="17952867" y="3954599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7FF33434-68A4-4083-BCDB-F616C66FA7FF}"/>
                </a:ext>
              </a:extLst>
            </p:cNvPr>
            <p:cNvSpPr/>
            <p:nvPr/>
          </p:nvSpPr>
          <p:spPr>
            <a:xfrm>
              <a:off x="17953477" y="428102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D4D61CF3-37D7-0039-79B0-B9C56150DD73}"/>
                </a:ext>
              </a:extLst>
            </p:cNvPr>
            <p:cNvSpPr/>
            <p:nvPr/>
          </p:nvSpPr>
          <p:spPr>
            <a:xfrm>
              <a:off x="17953477" y="4607458"/>
              <a:ext cx="45719" cy="45719"/>
            </a:xfrm>
            <a:prstGeom prst="ellipse">
              <a:avLst/>
            </a:prstGeom>
            <a:ln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 sz="80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>
            <a:off x="11146845" y="10134860"/>
            <a:ext cx="3078311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F8B944E-61B3-5541-4813-24A7010A3273}"/>
              </a:ext>
            </a:extLst>
          </p:cNvPr>
          <p:cNvCxnSpPr>
            <a:cxnSpLocks/>
            <a:stCxn id="42" idx="6"/>
            <a:endCxn id="45" idx="2"/>
          </p:cNvCxnSpPr>
          <p:nvPr/>
        </p:nvCxnSpPr>
        <p:spPr>
          <a:xfrm>
            <a:off x="15533374" y="10134860"/>
            <a:ext cx="307951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BCDF4640-A923-C50A-D33F-C95DCE08E5DF}"/>
              </a:ext>
            </a:extLst>
          </p:cNvPr>
          <p:cNvSpPr txBox="1"/>
          <p:nvPr/>
        </p:nvSpPr>
        <p:spPr>
          <a:xfrm>
            <a:off x="16933944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2447799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8428080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E88919C4-04D4-F788-2D5F-5F9BD515EBC1}"/>
              </a:ext>
            </a:extLst>
          </p:cNvPr>
          <p:cNvSpPr txBox="1"/>
          <p:nvPr/>
        </p:nvSpPr>
        <p:spPr>
          <a:xfrm>
            <a:off x="4506212" y="991102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8885771B-7D60-4D67-1DC8-58927B546288}"/>
              </a:ext>
            </a:extLst>
          </p:cNvPr>
          <p:cNvCxnSpPr>
            <a:cxnSpLocks/>
            <a:stCxn id="22" idx="6"/>
            <a:endCxn id="32" idx="2"/>
          </p:cNvCxnSpPr>
          <p:nvPr/>
        </p:nvCxnSpPr>
        <p:spPr>
          <a:xfrm>
            <a:off x="7243937" y="9808430"/>
            <a:ext cx="2594684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52E4B6B1-5F47-45D4-F97F-5497D49E3D10}"/>
              </a:ext>
            </a:extLst>
          </p:cNvPr>
          <p:cNvCxnSpPr>
            <a:cxnSpLocks/>
            <a:stCxn id="16" idx="6"/>
            <a:endCxn id="19" idx="2"/>
          </p:cNvCxnSpPr>
          <p:nvPr/>
        </p:nvCxnSpPr>
        <p:spPr>
          <a:xfrm>
            <a:off x="3339140" y="9808430"/>
            <a:ext cx="259657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BC29E72E-8D36-95B1-1907-CDE61FE7D64F}"/>
              </a:ext>
            </a:extLst>
          </p:cNvPr>
          <p:cNvCxnSpPr>
            <a:cxnSpLocks/>
            <a:stCxn id="35" idx="6"/>
            <a:endCxn id="38" idx="2"/>
          </p:cNvCxnSpPr>
          <p:nvPr/>
        </p:nvCxnSpPr>
        <p:spPr>
          <a:xfrm>
            <a:off x="11146845" y="9808430"/>
            <a:ext cx="3078311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601EBED-2241-F91D-096B-94B6BFABEB7D}"/>
              </a:ext>
            </a:extLst>
          </p:cNvPr>
          <p:cNvCxnSpPr>
            <a:cxnSpLocks/>
            <a:stCxn id="41" idx="6"/>
            <a:endCxn id="44" idx="2"/>
          </p:cNvCxnSpPr>
          <p:nvPr/>
        </p:nvCxnSpPr>
        <p:spPr>
          <a:xfrm>
            <a:off x="15533374" y="9808430"/>
            <a:ext cx="30795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D7F48A95-951D-7F41-BAAF-E8A53492969E}"/>
              </a:ext>
            </a:extLst>
          </p:cNvPr>
          <p:cNvSpPr txBox="1"/>
          <p:nvPr/>
        </p:nvSpPr>
        <p:spPr>
          <a:xfrm>
            <a:off x="16933944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43B7A890-9072-1201-E3D8-951559C79B92}"/>
              </a:ext>
            </a:extLst>
          </p:cNvPr>
          <p:cNvSpPr txBox="1"/>
          <p:nvPr/>
        </p:nvSpPr>
        <p:spPr>
          <a:xfrm>
            <a:off x="12447799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F7C5B4D-87FD-393D-33BE-08FC530AD93F}"/>
              </a:ext>
            </a:extLst>
          </p:cNvPr>
          <p:cNvSpPr txBox="1"/>
          <p:nvPr/>
        </p:nvSpPr>
        <p:spPr>
          <a:xfrm>
            <a:off x="8428080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759EB66E-2779-F3D3-CFB5-59B0954FB901}"/>
              </a:ext>
            </a:extLst>
          </p:cNvPr>
          <p:cNvSpPr txBox="1"/>
          <p:nvPr/>
        </p:nvSpPr>
        <p:spPr>
          <a:xfrm>
            <a:off x="4506212" y="9582111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B144BA72-D2A1-464F-BC3B-A2F67BF9DA23}"/>
              </a:ext>
            </a:extLst>
          </p:cNvPr>
          <p:cNvCxnSpPr>
            <a:cxnSpLocks/>
            <a:stCxn id="15" idx="6"/>
            <a:endCxn id="18" idx="2"/>
          </p:cNvCxnSpPr>
          <p:nvPr/>
        </p:nvCxnSpPr>
        <p:spPr>
          <a:xfrm>
            <a:off x="3338530" y="9482001"/>
            <a:ext cx="2596576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308F75B1-D1B4-38E1-CF26-C30BA04F2A8A}"/>
              </a:ext>
            </a:extLst>
          </p:cNvPr>
          <p:cNvSpPr txBox="1"/>
          <p:nvPr/>
        </p:nvSpPr>
        <p:spPr>
          <a:xfrm>
            <a:off x="4083214" y="9262011"/>
            <a:ext cx="11112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2 x 64 x 42ooo</a:t>
            </a:r>
          </a:p>
        </p:txBody>
      </p:sp>
      <p:sp>
        <p:nvSpPr>
          <p:cNvPr id="111" name="Zylinder 110">
            <a:extLst>
              <a:ext uri="{FF2B5EF4-FFF2-40B4-BE49-F238E27FC236}">
                <a16:creationId xmlns:a16="http://schemas.microsoft.com/office/drawing/2014/main" id="{EEAF48E4-E9A4-2D4B-7617-7D8C20BAC087}"/>
              </a:ext>
            </a:extLst>
          </p:cNvPr>
          <p:cNvSpPr/>
          <p:nvPr/>
        </p:nvSpPr>
        <p:spPr>
          <a:xfrm>
            <a:off x="5961078" y="10934949"/>
            <a:ext cx="1260000" cy="646383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ES</a:t>
            </a:r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4FD7D465-6D31-BFEF-B46D-1454ADFAA9B3}"/>
              </a:ext>
            </a:extLst>
          </p:cNvPr>
          <p:cNvCxnSpPr>
            <a:cxnSpLocks/>
            <a:stCxn id="7" idx="2"/>
            <a:endCxn id="111" idx="1"/>
          </p:cNvCxnSpPr>
          <p:nvPr/>
        </p:nvCxnSpPr>
        <p:spPr>
          <a:xfrm>
            <a:off x="6591078" y="10438430"/>
            <a:ext cx="0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6" name="Textfeld 115">
            <a:extLst>
              <a:ext uri="{FF2B5EF4-FFF2-40B4-BE49-F238E27FC236}">
                <a16:creationId xmlns:a16="http://schemas.microsoft.com/office/drawing/2014/main" id="{3DF136E3-FD31-8918-9947-5F2C1C7D86FD}"/>
              </a:ext>
            </a:extLst>
          </p:cNvPr>
          <p:cNvSpPr txBox="1"/>
          <p:nvPr/>
        </p:nvSpPr>
        <p:spPr>
          <a:xfrm>
            <a:off x="6591078" y="10559005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84CA366-28F1-C25B-757A-C46EC1D4400F}"/>
              </a:ext>
            </a:extLst>
          </p:cNvPr>
          <p:cNvCxnSpPr>
            <a:cxnSpLocks/>
          </p:cNvCxnSpPr>
          <p:nvPr/>
        </p:nvCxnSpPr>
        <p:spPr>
          <a:xfrm flipV="1">
            <a:off x="7190228" y="8806542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4BCD004-1121-6524-C7D5-F21DDF747ABA}"/>
              </a:ext>
            </a:extLst>
          </p:cNvPr>
          <p:cNvSpPr txBox="1"/>
          <p:nvPr/>
        </p:nvSpPr>
        <p:spPr>
          <a:xfrm>
            <a:off x="8841976" y="8590847"/>
            <a:ext cx="6030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4283A065-EFDC-D4DE-E66D-64FF372380E4}"/>
              </a:ext>
            </a:extLst>
          </p:cNvPr>
          <p:cNvCxnSpPr>
            <a:cxnSpLocks/>
          </p:cNvCxnSpPr>
          <p:nvPr/>
        </p:nvCxnSpPr>
        <p:spPr>
          <a:xfrm>
            <a:off x="11153614" y="8878705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BC323A48-6CC7-3B53-AB86-D381F5467C22}"/>
              </a:ext>
            </a:extLst>
          </p:cNvPr>
          <p:cNvSpPr txBox="1"/>
          <p:nvPr/>
        </p:nvSpPr>
        <p:spPr>
          <a:xfrm>
            <a:off x="13547734" y="8643856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8EE26BEE-DA65-743C-4E18-9DBADEDD465A}"/>
              </a:ext>
            </a:extLst>
          </p:cNvPr>
          <p:cNvSpPr txBox="1"/>
          <p:nvPr/>
        </p:nvSpPr>
        <p:spPr>
          <a:xfrm>
            <a:off x="19093740" y="8187657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DE3C1C8-C579-D0F0-92CB-5CCB5318330E}"/>
              </a:ext>
            </a:extLst>
          </p:cNvPr>
          <p:cNvCxnSpPr>
            <a:cxnSpLocks/>
          </p:cNvCxnSpPr>
          <p:nvPr/>
        </p:nvCxnSpPr>
        <p:spPr>
          <a:xfrm>
            <a:off x="7177678" y="5566804"/>
            <a:ext cx="114629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6E63747B-722D-B5B3-C62D-05734C6E8D7E}"/>
              </a:ext>
            </a:extLst>
          </p:cNvPr>
          <p:cNvSpPr txBox="1"/>
          <p:nvPr/>
        </p:nvSpPr>
        <p:spPr>
          <a:xfrm>
            <a:off x="12869984" y="5341134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42ooo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087717E-97C2-CC8A-86D0-A0AD28F8E8F3}"/>
              </a:ext>
            </a:extLst>
          </p:cNvPr>
          <p:cNvSpPr/>
          <p:nvPr/>
        </p:nvSpPr>
        <p:spPr>
          <a:xfrm>
            <a:off x="5960470" y="5341134"/>
            <a:ext cx="1260000" cy="1065692"/>
          </a:xfrm>
          <a:prstGeom prst="rect">
            <a:avLst/>
          </a:prstGeom>
          <a:solidFill>
            <a:schemeClr val="bg1">
              <a:lumMod val="50000"/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1BB23D9F-6730-9632-59F9-D87C79136B20}"/>
              </a:ext>
            </a:extLst>
          </p:cNvPr>
          <p:cNvSpPr/>
          <p:nvPr/>
        </p:nvSpPr>
        <p:spPr>
          <a:xfrm>
            <a:off x="9863375" y="5942832"/>
            <a:ext cx="1260000" cy="463994"/>
          </a:xfrm>
          <a:prstGeom prst="rect">
            <a:avLst/>
          </a:prstGeom>
          <a:solidFill>
            <a:schemeClr val="accent6">
              <a:alpha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7A35A77E-C566-F7DD-8261-C4264E949765}"/>
              </a:ext>
            </a:extLst>
          </p:cNvPr>
          <p:cNvSpPr/>
          <p:nvPr/>
        </p:nvSpPr>
        <p:spPr>
          <a:xfrm>
            <a:off x="18640658" y="5341134"/>
            <a:ext cx="1260000" cy="1065693"/>
          </a:xfrm>
          <a:prstGeom prst="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1E568CB8-CFC1-2854-CA1F-DF16C3ED20D4}"/>
              </a:ext>
            </a:extLst>
          </p:cNvPr>
          <p:cNvCxnSpPr>
            <a:cxnSpLocks/>
            <a:stCxn id="57" idx="2"/>
          </p:cNvCxnSpPr>
          <p:nvPr/>
        </p:nvCxnSpPr>
        <p:spPr>
          <a:xfrm flipH="1">
            <a:off x="6590468" y="6406826"/>
            <a:ext cx="2" cy="49651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6" name="Textfeld 155">
            <a:extLst>
              <a:ext uri="{FF2B5EF4-FFF2-40B4-BE49-F238E27FC236}">
                <a16:creationId xmlns:a16="http://schemas.microsoft.com/office/drawing/2014/main" id="{636D5ACB-A697-732D-CBB5-9E2584C98C70}"/>
              </a:ext>
            </a:extLst>
          </p:cNvPr>
          <p:cNvSpPr txBox="1"/>
          <p:nvPr/>
        </p:nvSpPr>
        <p:spPr>
          <a:xfrm>
            <a:off x="6590468" y="652740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28938B6D-DD42-C367-3909-01E59FF18F3C}"/>
              </a:ext>
            </a:extLst>
          </p:cNvPr>
          <p:cNvCxnSpPr>
            <a:cxnSpLocks/>
          </p:cNvCxnSpPr>
          <p:nvPr/>
        </p:nvCxnSpPr>
        <p:spPr>
          <a:xfrm>
            <a:off x="11138852" y="6177682"/>
            <a:ext cx="7473430" cy="4214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9F687025-CC2A-C9C1-16D8-E004D6B73C48}"/>
              </a:ext>
            </a:extLst>
          </p:cNvPr>
          <p:cNvSpPr txBox="1"/>
          <p:nvPr/>
        </p:nvSpPr>
        <p:spPr>
          <a:xfrm>
            <a:off x="13532972" y="5942833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4200 x 64</a:t>
            </a:r>
          </a:p>
        </p:txBody>
      </p:sp>
      <p:cxnSp>
        <p:nvCxnSpPr>
          <p:cNvPr id="161" name="Gerader Verbinder 160">
            <a:extLst>
              <a:ext uri="{FF2B5EF4-FFF2-40B4-BE49-F238E27FC236}">
                <a16:creationId xmlns:a16="http://schemas.microsoft.com/office/drawing/2014/main" id="{594E8F19-5099-DCB8-648B-0182E8D4BE18}"/>
              </a:ext>
            </a:extLst>
          </p:cNvPr>
          <p:cNvCxnSpPr>
            <a:cxnSpLocks/>
          </p:cNvCxnSpPr>
          <p:nvPr/>
        </p:nvCxnSpPr>
        <p:spPr>
          <a:xfrm flipV="1">
            <a:off x="7152114" y="6250475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2" name="Textfeld 161">
            <a:extLst>
              <a:ext uri="{FF2B5EF4-FFF2-40B4-BE49-F238E27FC236}">
                <a16:creationId xmlns:a16="http://schemas.microsoft.com/office/drawing/2014/main" id="{B33D63A8-39C3-9AA3-4E80-C654A975A080}"/>
              </a:ext>
            </a:extLst>
          </p:cNvPr>
          <p:cNvSpPr txBox="1"/>
          <p:nvPr/>
        </p:nvSpPr>
        <p:spPr>
          <a:xfrm>
            <a:off x="8656386" y="6034780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sp>
        <p:nvSpPr>
          <p:cNvPr id="217" name="Pfeil: nach unten 216">
            <a:extLst>
              <a:ext uri="{FF2B5EF4-FFF2-40B4-BE49-F238E27FC236}">
                <a16:creationId xmlns:a16="http://schemas.microsoft.com/office/drawing/2014/main" id="{CBDAC551-9C5A-8A6E-FA59-650A19DD3550}"/>
              </a:ext>
            </a:extLst>
          </p:cNvPr>
          <p:cNvSpPr/>
          <p:nvPr/>
        </p:nvSpPr>
        <p:spPr>
          <a:xfrm rot="13604950">
            <a:off x="9392053" y="6682254"/>
            <a:ext cx="271476" cy="41460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218" name="Pfeil: nach unten 217">
            <a:extLst>
              <a:ext uri="{FF2B5EF4-FFF2-40B4-BE49-F238E27FC236}">
                <a16:creationId xmlns:a16="http://schemas.microsoft.com/office/drawing/2014/main" id="{745AACB9-9982-444E-18BB-78CFBD39AB11}"/>
              </a:ext>
            </a:extLst>
          </p:cNvPr>
          <p:cNvSpPr/>
          <p:nvPr/>
        </p:nvSpPr>
        <p:spPr>
          <a:xfrm rot="6592321">
            <a:off x="14814860" y="6163054"/>
            <a:ext cx="271476" cy="1289509"/>
          </a:xfrm>
          <a:prstGeom prst="down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16535D00-DA20-9C37-AE31-C34F09051861}"/>
              </a:ext>
            </a:extLst>
          </p:cNvPr>
          <p:cNvCxnSpPr>
            <a:cxnSpLocks/>
          </p:cNvCxnSpPr>
          <p:nvPr/>
        </p:nvCxnSpPr>
        <p:spPr>
          <a:xfrm>
            <a:off x="7311558" y="7861031"/>
            <a:ext cx="2647329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0" name="Gerader Verbinder 219">
            <a:extLst>
              <a:ext uri="{FF2B5EF4-FFF2-40B4-BE49-F238E27FC236}">
                <a16:creationId xmlns:a16="http://schemas.microsoft.com/office/drawing/2014/main" id="{FA6B79BC-434F-33F7-42CE-14A0AB371B7A}"/>
              </a:ext>
            </a:extLst>
          </p:cNvPr>
          <p:cNvCxnSpPr>
            <a:cxnSpLocks/>
          </p:cNvCxnSpPr>
          <p:nvPr/>
        </p:nvCxnSpPr>
        <p:spPr>
          <a:xfrm>
            <a:off x="9958884" y="7949931"/>
            <a:ext cx="1255574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4A7BE190-93DC-71F2-3BC6-B1E594A78580}"/>
              </a:ext>
            </a:extLst>
          </p:cNvPr>
          <p:cNvCxnSpPr>
            <a:cxnSpLocks/>
          </p:cNvCxnSpPr>
          <p:nvPr/>
        </p:nvCxnSpPr>
        <p:spPr>
          <a:xfrm>
            <a:off x="11223158" y="7822931"/>
            <a:ext cx="312437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89B708AA-D914-44E1-9045-0E0CEC378C96}"/>
              </a:ext>
            </a:extLst>
          </p:cNvPr>
          <p:cNvCxnSpPr>
            <a:cxnSpLocks/>
          </p:cNvCxnSpPr>
          <p:nvPr/>
        </p:nvCxnSpPr>
        <p:spPr>
          <a:xfrm>
            <a:off x="14347526" y="7892826"/>
            <a:ext cx="1255574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F4D25091-2A9E-7E2C-D029-E4A09E2F23DF}"/>
              </a:ext>
            </a:extLst>
          </p:cNvPr>
          <p:cNvCxnSpPr>
            <a:cxnSpLocks/>
          </p:cNvCxnSpPr>
          <p:nvPr/>
        </p:nvCxnSpPr>
        <p:spPr>
          <a:xfrm>
            <a:off x="15611800" y="7816626"/>
            <a:ext cx="31243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Geschweifte Klammer rechts 223">
            <a:extLst>
              <a:ext uri="{FF2B5EF4-FFF2-40B4-BE49-F238E27FC236}">
                <a16:creationId xmlns:a16="http://schemas.microsoft.com/office/drawing/2014/main" id="{8951DA17-AE83-6C5B-221D-C72C44D93739}"/>
              </a:ext>
            </a:extLst>
          </p:cNvPr>
          <p:cNvSpPr/>
          <p:nvPr/>
        </p:nvSpPr>
        <p:spPr>
          <a:xfrm rot="16200000">
            <a:off x="15545904" y="2767872"/>
            <a:ext cx="159086" cy="8732590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>
            <a:extLst>
              <a:ext uri="{FF2B5EF4-FFF2-40B4-BE49-F238E27FC236}">
                <a16:creationId xmlns:a16="http://schemas.microsoft.com/office/drawing/2014/main" id="{8BBF860C-986E-4D78-9F87-5F04364EF030}"/>
              </a:ext>
            </a:extLst>
          </p:cNvPr>
          <p:cNvSpPr txBox="1"/>
          <p:nvPr/>
        </p:nvSpPr>
        <p:spPr>
          <a:xfrm>
            <a:off x="8230362" y="7840709"/>
            <a:ext cx="10534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RestconfLink</a:t>
            </a:r>
          </a:p>
        </p:txBody>
      </p:sp>
      <p:sp>
        <p:nvSpPr>
          <p:cNvPr id="226" name="Textfeld 225">
            <a:extLst>
              <a:ext uri="{FF2B5EF4-FFF2-40B4-BE49-F238E27FC236}">
                <a16:creationId xmlns:a16="http://schemas.microsoft.com/office/drawing/2014/main" id="{8D387E64-4BCA-66B6-70E1-7D45503060B6}"/>
              </a:ext>
            </a:extLst>
          </p:cNvPr>
          <p:cNvSpPr txBox="1"/>
          <p:nvPr/>
        </p:nvSpPr>
        <p:spPr>
          <a:xfrm>
            <a:off x="10027115" y="7722534"/>
            <a:ext cx="11118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MountPointFc</a:t>
            </a:r>
          </a:p>
        </p:txBody>
      </p:sp>
      <p:sp>
        <p:nvSpPr>
          <p:cNvPr id="227" name="Textfeld 226">
            <a:extLst>
              <a:ext uri="{FF2B5EF4-FFF2-40B4-BE49-F238E27FC236}">
                <a16:creationId xmlns:a16="http://schemas.microsoft.com/office/drawing/2014/main" id="{8E4CF222-5866-09E4-CEF1-F77A2E582179}"/>
              </a:ext>
            </a:extLst>
          </p:cNvPr>
          <p:cNvSpPr txBox="1"/>
          <p:nvPr/>
        </p:nvSpPr>
        <p:spPr>
          <a:xfrm>
            <a:off x="14248373" y="7668275"/>
            <a:ext cx="1470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MediatorProcessFc</a:t>
            </a:r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41F604F7-3B97-16A0-7639-BAE0AC5FCB99}"/>
              </a:ext>
            </a:extLst>
          </p:cNvPr>
          <p:cNvSpPr txBox="1"/>
          <p:nvPr/>
        </p:nvSpPr>
        <p:spPr>
          <a:xfrm>
            <a:off x="12394312" y="7806774"/>
            <a:ext cx="9950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NetconfLink</a:t>
            </a:r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872B2AA5-9684-873A-DAA2-C5063F168B48}"/>
              </a:ext>
            </a:extLst>
          </p:cNvPr>
          <p:cNvSpPr txBox="1"/>
          <p:nvPr/>
        </p:nvSpPr>
        <p:spPr>
          <a:xfrm>
            <a:off x="16717929" y="7804463"/>
            <a:ext cx="8483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SnmpLink</a:t>
            </a:r>
          </a:p>
        </p:txBody>
      </p:sp>
      <p:sp>
        <p:nvSpPr>
          <p:cNvPr id="230" name="Geschweifte Klammer rechts 229">
            <a:extLst>
              <a:ext uri="{FF2B5EF4-FFF2-40B4-BE49-F238E27FC236}">
                <a16:creationId xmlns:a16="http://schemas.microsoft.com/office/drawing/2014/main" id="{1B2B2BE4-7CF1-023D-7FF4-FF94CA235C90}"/>
              </a:ext>
            </a:extLst>
          </p:cNvPr>
          <p:cNvSpPr/>
          <p:nvPr/>
        </p:nvSpPr>
        <p:spPr>
          <a:xfrm rot="16200000">
            <a:off x="9187811" y="5179668"/>
            <a:ext cx="159086" cy="3911602"/>
          </a:xfrm>
          <a:prstGeom prst="rightBrac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6637CC3F-39A7-3055-AC71-8B42005C3657}"/>
              </a:ext>
            </a:extLst>
          </p:cNvPr>
          <p:cNvSpPr txBox="1"/>
          <p:nvPr/>
        </p:nvSpPr>
        <p:spPr>
          <a:xfrm>
            <a:off x="11174955" y="7589862"/>
            <a:ext cx="10143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&lt;get-config&gt;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67DAE4BA-5DD0-3D10-73F5-7811C838F76D}"/>
              </a:ext>
            </a:extLst>
          </p:cNvPr>
          <p:cNvSpPr txBox="1"/>
          <p:nvPr/>
        </p:nvSpPr>
        <p:spPr>
          <a:xfrm>
            <a:off x="7243327" y="7643268"/>
            <a:ext cx="452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GET</a:t>
            </a:r>
          </a:p>
        </p:txBody>
      </p:sp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0BD0BBE8-B1D8-0794-495D-B0AA36DE01CC}"/>
              </a:ext>
            </a:extLst>
          </p:cNvPr>
          <p:cNvCxnSpPr>
            <a:cxnSpLocks/>
          </p:cNvCxnSpPr>
          <p:nvPr/>
        </p:nvCxnSpPr>
        <p:spPr>
          <a:xfrm flipV="1">
            <a:off x="7288078" y="7485776"/>
            <a:ext cx="3956006" cy="1500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4" name="Textfeld 233">
            <a:extLst>
              <a:ext uri="{FF2B5EF4-FFF2-40B4-BE49-F238E27FC236}">
                <a16:creationId xmlns:a16="http://schemas.microsoft.com/office/drawing/2014/main" id="{E192759D-A425-2BC5-ACF9-3D217D790BAF}"/>
              </a:ext>
            </a:extLst>
          </p:cNvPr>
          <p:cNvSpPr txBox="1"/>
          <p:nvPr/>
        </p:nvSpPr>
        <p:spPr>
          <a:xfrm>
            <a:off x="8792350" y="7270081"/>
            <a:ext cx="8980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64 x 42ooo</a:t>
            </a:r>
          </a:p>
        </p:txBody>
      </p:sp>
      <p:cxnSp>
        <p:nvCxnSpPr>
          <p:cNvPr id="235" name="Gerader Verbinder 234">
            <a:extLst>
              <a:ext uri="{FF2B5EF4-FFF2-40B4-BE49-F238E27FC236}">
                <a16:creationId xmlns:a16="http://schemas.microsoft.com/office/drawing/2014/main" id="{97BB8CA5-5A7C-ED54-E5E0-9F16DFE5073E}"/>
              </a:ext>
            </a:extLst>
          </p:cNvPr>
          <p:cNvCxnSpPr>
            <a:cxnSpLocks/>
          </p:cNvCxnSpPr>
          <p:nvPr/>
        </p:nvCxnSpPr>
        <p:spPr>
          <a:xfrm>
            <a:off x="11259152" y="7483417"/>
            <a:ext cx="7487044" cy="1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6" name="Textfeld 235">
            <a:extLst>
              <a:ext uri="{FF2B5EF4-FFF2-40B4-BE49-F238E27FC236}">
                <a16:creationId xmlns:a16="http://schemas.microsoft.com/office/drawing/2014/main" id="{98C8E64A-278A-5F82-E33E-6CBCFCCE6705}"/>
              </a:ext>
            </a:extLst>
          </p:cNvPr>
          <p:cNvSpPr txBox="1"/>
          <p:nvPr/>
        </p:nvSpPr>
        <p:spPr>
          <a:xfrm>
            <a:off x="13653272" y="7248568"/>
            <a:ext cx="8980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64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749DA09-6288-202C-3744-45770460D429}"/>
              </a:ext>
            </a:extLst>
          </p:cNvPr>
          <p:cNvCxnSpPr/>
          <p:nvPr/>
        </p:nvCxnSpPr>
        <p:spPr>
          <a:xfrm flipH="1">
            <a:off x="3541714" y="4013201"/>
            <a:ext cx="15552027" cy="75681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040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1B07028-9DDA-7F66-B27B-353CE67D042F}"/>
              </a:ext>
            </a:extLst>
          </p:cNvPr>
          <p:cNvSpPr/>
          <p:nvPr/>
        </p:nvSpPr>
        <p:spPr>
          <a:xfrm>
            <a:off x="9863985" y="4149228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AB3C92-1309-21F9-5A2A-D5B19E58CC97}"/>
              </a:ext>
            </a:extLst>
          </p:cNvPr>
          <p:cNvCxnSpPr>
            <a:cxnSpLocks/>
            <a:stCxn id="23" idx="6"/>
            <a:endCxn id="11" idx="2"/>
          </p:cNvCxnSpPr>
          <p:nvPr/>
        </p:nvCxnSpPr>
        <p:spPr>
          <a:xfrm flipV="1">
            <a:off x="7243940" y="5105658"/>
            <a:ext cx="3232504" cy="1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9ACD396-053F-098F-6E39-579A071B2680}"/>
              </a:ext>
            </a:extLst>
          </p:cNvPr>
          <p:cNvSpPr/>
          <p:nvPr/>
        </p:nvSpPr>
        <p:spPr>
          <a:xfrm>
            <a:off x="5961080" y="4149228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DE4D244-E117-810E-FE87-3CCDF7FC1B8C}"/>
              </a:ext>
            </a:extLst>
          </p:cNvPr>
          <p:cNvSpPr/>
          <p:nvPr/>
        </p:nvSpPr>
        <p:spPr>
          <a:xfrm>
            <a:off x="7197611" y="4429940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12ABAB0-185A-7992-9793-D8DD22CF49D2}"/>
              </a:ext>
            </a:extLst>
          </p:cNvPr>
          <p:cNvSpPr/>
          <p:nvPr/>
        </p:nvSpPr>
        <p:spPr>
          <a:xfrm>
            <a:off x="7198221" y="5082799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0D90752-E600-F455-0214-43CAB7E7F87E}"/>
              </a:ext>
            </a:extLst>
          </p:cNvPr>
          <p:cNvSpPr/>
          <p:nvPr/>
        </p:nvSpPr>
        <p:spPr>
          <a:xfrm>
            <a:off x="14252628" y="4149228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BB5D594-F1DB-B50A-6F3D-508ABF55786F}"/>
              </a:ext>
            </a:extLst>
          </p:cNvPr>
          <p:cNvSpPr/>
          <p:nvPr/>
        </p:nvSpPr>
        <p:spPr>
          <a:xfrm>
            <a:off x="18641268" y="4149228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5787C7D1-BC29-2037-C7E6-1111E88F43A2}"/>
              </a:ext>
            </a:extLst>
          </p:cNvPr>
          <p:cNvSpPr/>
          <p:nvPr/>
        </p:nvSpPr>
        <p:spPr>
          <a:xfrm>
            <a:off x="18612283" y="4429940"/>
            <a:ext cx="45719" cy="45719"/>
          </a:xfrm>
          <a:prstGeom prst="ellips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D4D61CF3-37D7-0039-79B0-B9C56150DD73}"/>
              </a:ext>
            </a:extLst>
          </p:cNvPr>
          <p:cNvSpPr/>
          <p:nvPr/>
        </p:nvSpPr>
        <p:spPr>
          <a:xfrm>
            <a:off x="18612893" y="5082799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D99F935-BC1C-7FB5-AA10-C25DB56C26BA}"/>
              </a:ext>
            </a:extLst>
          </p:cNvPr>
          <p:cNvCxnSpPr>
            <a:cxnSpLocks/>
            <a:stCxn id="11" idx="6"/>
            <a:endCxn id="45" idx="2"/>
          </p:cNvCxnSpPr>
          <p:nvPr/>
        </p:nvCxnSpPr>
        <p:spPr>
          <a:xfrm>
            <a:off x="10522163" y="5105658"/>
            <a:ext cx="8090730" cy="1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10976B8C-D8E4-9C83-78A0-E39C05AC7017}"/>
              </a:ext>
            </a:extLst>
          </p:cNvPr>
          <p:cNvSpPr txBox="1"/>
          <p:nvPr/>
        </p:nvSpPr>
        <p:spPr>
          <a:xfrm>
            <a:off x="11517462" y="4866608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B2B3BEB-4ABD-3B35-BFD8-E9EC20B947F6}"/>
              </a:ext>
            </a:extLst>
          </p:cNvPr>
          <p:cNvSpPr txBox="1"/>
          <p:nvPr/>
        </p:nvSpPr>
        <p:spPr>
          <a:xfrm>
            <a:off x="7358960" y="4869226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467E6A2-317A-7399-239A-7143D344A89A}"/>
              </a:ext>
            </a:extLst>
          </p:cNvPr>
          <p:cNvCxnSpPr>
            <a:cxnSpLocks/>
            <a:stCxn id="21" idx="6"/>
            <a:endCxn id="43" idx="2"/>
          </p:cNvCxnSpPr>
          <p:nvPr/>
        </p:nvCxnSpPr>
        <p:spPr>
          <a:xfrm>
            <a:off x="7243330" y="4452800"/>
            <a:ext cx="11368953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F6912587-3ADE-4684-D959-D1BFE18A4095}"/>
              </a:ext>
            </a:extLst>
          </p:cNvPr>
          <p:cNvSpPr txBox="1"/>
          <p:nvPr/>
        </p:nvSpPr>
        <p:spPr>
          <a:xfrm>
            <a:off x="11899777" y="4238067"/>
            <a:ext cx="1628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ManagementPlaneFc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44A8998-058C-2B1D-D901-032ED19F4C09}"/>
              </a:ext>
            </a:extLst>
          </p:cNvPr>
          <p:cNvSpPr txBox="1"/>
          <p:nvPr/>
        </p:nvSpPr>
        <p:spPr>
          <a:xfrm>
            <a:off x="8243016" y="4563091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uuid2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2C1DBE5-A1E7-FA00-FB16-E03A40A0628A}"/>
              </a:ext>
            </a:extLst>
          </p:cNvPr>
          <p:cNvSpPr/>
          <p:nvPr/>
        </p:nvSpPr>
        <p:spPr>
          <a:xfrm>
            <a:off x="10476444" y="5082798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307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hteck 124">
            <a:extLst>
              <a:ext uri="{FF2B5EF4-FFF2-40B4-BE49-F238E27FC236}">
                <a16:creationId xmlns:a16="http://schemas.microsoft.com/office/drawing/2014/main" id="{A59DC202-6741-C7BF-D94C-506A3CC9AA0D}"/>
              </a:ext>
            </a:extLst>
          </p:cNvPr>
          <p:cNvSpPr/>
          <p:nvPr/>
        </p:nvSpPr>
        <p:spPr>
          <a:xfrm>
            <a:off x="9863374" y="41516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  <a:p>
            <a:pPr algn="ctr"/>
            <a:endParaRPr lang="de-DE" sz="2000"/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81F2B893-A78C-DB45-E609-0702CBF01171}"/>
              </a:ext>
            </a:extLst>
          </p:cNvPr>
          <p:cNvSpPr/>
          <p:nvPr/>
        </p:nvSpPr>
        <p:spPr>
          <a:xfrm>
            <a:off x="14252628" y="4157155"/>
            <a:ext cx="1260000" cy="126000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accent5">
                <a:shade val="15000"/>
                <a:alpha val="2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Mediator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9BE7CFCC-A952-3E88-0CBA-D5EF119C83C1}"/>
              </a:ext>
            </a:extLst>
          </p:cNvPr>
          <p:cNvSpPr/>
          <p:nvPr/>
        </p:nvSpPr>
        <p:spPr>
          <a:xfrm>
            <a:off x="18641268" y="4157155"/>
            <a:ext cx="1260000" cy="1260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solidFill>
              <a:schemeClr val="accent1">
                <a:shade val="1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942D1C69-C807-1B99-EFB7-540D9D2FEECC}"/>
              </a:ext>
            </a:extLst>
          </p:cNvPr>
          <p:cNvSpPr/>
          <p:nvPr/>
        </p:nvSpPr>
        <p:spPr>
          <a:xfrm>
            <a:off x="7198221" y="4429850"/>
            <a:ext cx="45719" cy="45719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64635193-B0A3-EA22-1448-07B969191FCE}"/>
              </a:ext>
            </a:extLst>
          </p:cNvPr>
          <p:cNvSpPr txBox="1"/>
          <p:nvPr/>
        </p:nvSpPr>
        <p:spPr>
          <a:xfrm>
            <a:off x="7358960" y="4216277"/>
            <a:ext cx="2393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  <a:endParaRPr lang="de-DE" sz="1200"/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92C882CD-80C9-C8C6-9B5B-8CE7CD3FBC3B}"/>
              </a:ext>
            </a:extLst>
          </p:cNvPr>
          <p:cNvSpPr/>
          <p:nvPr/>
        </p:nvSpPr>
        <p:spPr>
          <a:xfrm>
            <a:off x="5960469" y="4151619"/>
            <a:ext cx="1260000" cy="12600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01B9A9A2-1F58-3FDE-2BB4-DEE0581A5CB4}"/>
              </a:ext>
            </a:extLst>
          </p:cNvPr>
          <p:cNvSpPr/>
          <p:nvPr/>
        </p:nvSpPr>
        <p:spPr>
          <a:xfrm>
            <a:off x="7197000" y="4432331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1B7E2370-CA0E-FDD6-8B4C-2E5EF24CF67B}"/>
              </a:ext>
            </a:extLst>
          </p:cNvPr>
          <p:cNvSpPr/>
          <p:nvPr/>
        </p:nvSpPr>
        <p:spPr>
          <a:xfrm>
            <a:off x="7197610" y="47587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3694F2F5-1F61-A876-9E60-0B4397A3D25F}"/>
              </a:ext>
            </a:extLst>
          </p:cNvPr>
          <p:cNvSpPr/>
          <p:nvPr/>
        </p:nvSpPr>
        <p:spPr>
          <a:xfrm>
            <a:off x="7197610" y="5085190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8" name="Ellipse 127">
            <a:extLst>
              <a:ext uri="{FF2B5EF4-FFF2-40B4-BE49-F238E27FC236}">
                <a16:creationId xmlns:a16="http://schemas.microsoft.com/office/drawing/2014/main" id="{4E6EEC50-A828-9D2E-8817-70AA2B9DBF47}"/>
              </a:ext>
            </a:extLst>
          </p:cNvPr>
          <p:cNvSpPr/>
          <p:nvPr/>
        </p:nvSpPr>
        <p:spPr>
          <a:xfrm>
            <a:off x="10470514" y="5108049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5AAA43F5-9A60-A04F-CF26-95AF9931685F}"/>
              </a:ext>
            </a:extLst>
          </p:cNvPr>
          <p:cNvCxnSpPr>
            <a:cxnSpLocks/>
            <a:stCxn id="122" idx="6"/>
            <a:endCxn id="5" idx="2"/>
          </p:cNvCxnSpPr>
          <p:nvPr/>
        </p:nvCxnSpPr>
        <p:spPr>
          <a:xfrm>
            <a:off x="7243329" y="4781620"/>
            <a:ext cx="3227185" cy="5536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10249A19-10F8-4F42-1E5C-9AEA67855AFA}"/>
              </a:ext>
            </a:extLst>
          </p:cNvPr>
          <p:cNvSpPr txBox="1"/>
          <p:nvPr/>
        </p:nvSpPr>
        <p:spPr>
          <a:xfrm>
            <a:off x="7953673" y="4555301"/>
            <a:ext cx="12041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RestconfLink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88AB854-6938-CE0E-0D93-28C3C3E890F6}"/>
              </a:ext>
            </a:extLst>
          </p:cNvPr>
          <p:cNvCxnSpPr>
            <a:cxnSpLocks/>
            <a:stCxn id="107" idx="6"/>
            <a:endCxn id="8" idx="2"/>
          </p:cNvCxnSpPr>
          <p:nvPr/>
        </p:nvCxnSpPr>
        <p:spPr>
          <a:xfrm>
            <a:off x="7243940" y="4452710"/>
            <a:ext cx="3229743" cy="13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" name="Ellipse 4">
            <a:extLst>
              <a:ext uri="{FF2B5EF4-FFF2-40B4-BE49-F238E27FC236}">
                <a16:creationId xmlns:a16="http://schemas.microsoft.com/office/drawing/2014/main" id="{F9CB11C8-0EBC-F424-F019-52B1CE750A86}"/>
              </a:ext>
            </a:extLst>
          </p:cNvPr>
          <p:cNvSpPr/>
          <p:nvPr/>
        </p:nvSpPr>
        <p:spPr>
          <a:xfrm>
            <a:off x="10470514" y="4764296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B047050-6A4A-5A78-7D7A-0B02BD5DAA19}"/>
              </a:ext>
            </a:extLst>
          </p:cNvPr>
          <p:cNvSpPr/>
          <p:nvPr/>
        </p:nvSpPr>
        <p:spPr>
          <a:xfrm>
            <a:off x="10473683" y="4431230"/>
            <a:ext cx="45719" cy="45719"/>
          </a:xfrm>
          <a:prstGeom prst="ellipse">
            <a:avLst/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3103104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3ED78662-2A96-30AA-F3D5-01A49570358E}"/>
              </a:ext>
            </a:extLst>
          </p:cNvPr>
          <p:cNvSpPr/>
          <p:nvPr/>
        </p:nvSpPr>
        <p:spPr>
          <a:xfrm>
            <a:off x="5959859" y="4157519"/>
            <a:ext cx="1260000" cy="1260000"/>
          </a:xfrm>
          <a:prstGeom prst="rect">
            <a:avLst/>
          </a:prstGeom>
          <a:solidFill>
            <a:schemeClr val="bg1">
              <a:lumMod val="50000"/>
              <a:alpha val="20000"/>
            </a:schemeClr>
          </a:solidFill>
          <a:ln>
            <a:solidFill>
              <a:schemeClr val="accent6">
                <a:shade val="15000"/>
                <a:alpha val="2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65F9F537-E439-F6E8-242E-7EF2AB2D1B86}"/>
              </a:ext>
            </a:extLst>
          </p:cNvPr>
          <p:cNvSpPr/>
          <p:nvPr/>
        </p:nvSpPr>
        <p:spPr>
          <a:xfrm>
            <a:off x="9862764" y="4157519"/>
            <a:ext cx="1260000" cy="12600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Controller</a:t>
            </a:r>
          </a:p>
          <a:p>
            <a:pPr algn="ctr"/>
            <a:endParaRPr lang="de-DE" sz="2000"/>
          </a:p>
        </p:txBody>
      </p:sp>
      <p:sp>
        <p:nvSpPr>
          <p:cNvPr id="179" name="Rechteck 178">
            <a:extLst>
              <a:ext uri="{FF2B5EF4-FFF2-40B4-BE49-F238E27FC236}">
                <a16:creationId xmlns:a16="http://schemas.microsoft.com/office/drawing/2014/main" id="{8404B881-7652-7153-B2F4-444541516FF0}"/>
              </a:ext>
            </a:extLst>
          </p:cNvPr>
          <p:cNvSpPr/>
          <p:nvPr/>
        </p:nvSpPr>
        <p:spPr>
          <a:xfrm>
            <a:off x="14251407" y="4157519"/>
            <a:ext cx="1260000" cy="12600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900"/>
          </a:p>
          <a:p>
            <a:pPr algn="ctr"/>
            <a:endParaRPr lang="de-DE" sz="1440"/>
          </a:p>
          <a:p>
            <a:pPr algn="ctr"/>
            <a:r>
              <a:rPr lang="de-DE" sz="1440"/>
              <a:t>Mediator</a:t>
            </a:r>
          </a:p>
        </p:txBody>
      </p:sp>
      <p:sp>
        <p:nvSpPr>
          <p:cNvPr id="187" name="Rechteck 186">
            <a:extLst>
              <a:ext uri="{FF2B5EF4-FFF2-40B4-BE49-F238E27FC236}">
                <a16:creationId xmlns:a16="http://schemas.microsoft.com/office/drawing/2014/main" id="{4A367FCB-79B0-120B-7D5E-50786E9568C7}"/>
              </a:ext>
            </a:extLst>
          </p:cNvPr>
          <p:cNvSpPr/>
          <p:nvPr/>
        </p:nvSpPr>
        <p:spPr>
          <a:xfrm>
            <a:off x="18640047" y="4157519"/>
            <a:ext cx="1260000" cy="12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Device</a:t>
            </a:r>
          </a:p>
        </p:txBody>
      </p:sp>
      <p:sp>
        <p:nvSpPr>
          <p:cNvPr id="188" name="Ellipse 187">
            <a:extLst>
              <a:ext uri="{FF2B5EF4-FFF2-40B4-BE49-F238E27FC236}">
                <a16:creationId xmlns:a16="http://schemas.microsoft.com/office/drawing/2014/main" id="{5A939DF4-EBBB-9AC6-1140-7A66818D61B3}"/>
              </a:ext>
            </a:extLst>
          </p:cNvPr>
          <p:cNvSpPr/>
          <p:nvPr/>
        </p:nvSpPr>
        <p:spPr>
          <a:xfrm>
            <a:off x="18611062" y="4438231"/>
            <a:ext cx="45719" cy="45719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34D51D38-7B67-569D-4340-87C47014F0AE}"/>
              </a:ext>
            </a:extLst>
          </p:cNvPr>
          <p:cNvSpPr/>
          <p:nvPr/>
        </p:nvSpPr>
        <p:spPr>
          <a:xfrm>
            <a:off x="18611672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B6AC246A-756E-DAB9-3397-0AEEBEFA8769}"/>
              </a:ext>
            </a:extLst>
          </p:cNvPr>
          <p:cNvCxnSpPr>
            <a:cxnSpLocks/>
            <a:stCxn id="4" idx="6"/>
            <a:endCxn id="9" idx="2"/>
          </p:cNvCxnSpPr>
          <p:nvPr/>
        </p:nvCxnSpPr>
        <p:spPr>
          <a:xfrm>
            <a:off x="10517598" y="4787520"/>
            <a:ext cx="4342918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4884B5B2-B783-A64A-45EA-13CB7F61E01A}"/>
              </a:ext>
            </a:extLst>
          </p:cNvPr>
          <p:cNvCxnSpPr>
            <a:cxnSpLocks/>
            <a:endCxn id="189" idx="2"/>
          </p:cNvCxnSpPr>
          <p:nvPr/>
        </p:nvCxnSpPr>
        <p:spPr>
          <a:xfrm>
            <a:off x="14902398" y="4787519"/>
            <a:ext cx="3709274" cy="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99" name="Textfeld 198">
            <a:extLst>
              <a:ext uri="{FF2B5EF4-FFF2-40B4-BE49-F238E27FC236}">
                <a16:creationId xmlns:a16="http://schemas.microsoft.com/office/drawing/2014/main" id="{14A77B87-AF25-623C-03D0-F2AEEEA4E27B}"/>
              </a:ext>
            </a:extLst>
          </p:cNvPr>
          <p:cNvSpPr txBox="1"/>
          <p:nvPr/>
        </p:nvSpPr>
        <p:spPr>
          <a:xfrm>
            <a:off x="16641781" y="4561200"/>
            <a:ext cx="848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SnmpLink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D31F9D91-2800-195E-79D7-2067E9849F93}"/>
              </a:ext>
            </a:extLst>
          </p:cNvPr>
          <p:cNvSpPr txBox="1"/>
          <p:nvPr/>
        </p:nvSpPr>
        <p:spPr>
          <a:xfrm>
            <a:off x="12082282" y="4561200"/>
            <a:ext cx="995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NetconfLink</a:t>
            </a:r>
          </a:p>
        </p:txBody>
      </p:sp>
      <p:sp>
        <p:nvSpPr>
          <p:cNvPr id="205" name="Ellipse 204">
            <a:extLst>
              <a:ext uri="{FF2B5EF4-FFF2-40B4-BE49-F238E27FC236}">
                <a16:creationId xmlns:a16="http://schemas.microsoft.com/office/drawing/2014/main" id="{70B1D5AF-540D-623A-27DB-59932A6F2ED6}"/>
              </a:ext>
            </a:extLst>
          </p:cNvPr>
          <p:cNvSpPr/>
          <p:nvPr/>
        </p:nvSpPr>
        <p:spPr>
          <a:xfrm>
            <a:off x="18617799" y="4437693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07" name="Textfeld 206">
            <a:extLst>
              <a:ext uri="{FF2B5EF4-FFF2-40B4-BE49-F238E27FC236}">
                <a16:creationId xmlns:a16="http://schemas.microsoft.com/office/drawing/2014/main" id="{BF57349F-6587-E3C5-84F2-46F65ECC64DD}"/>
              </a:ext>
            </a:extLst>
          </p:cNvPr>
          <p:cNvSpPr txBox="1"/>
          <p:nvPr/>
        </p:nvSpPr>
        <p:spPr>
          <a:xfrm>
            <a:off x="11522368" y="4221502"/>
            <a:ext cx="2393605" cy="2718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425"/>
              </a:lnSpc>
            </a:pPr>
            <a:r>
              <a:rPr lang="de-DE" sz="1200">
                <a:solidFill>
                  <a:srgbClr val="000000"/>
                </a:solidFill>
                <a:latin typeface="Consolas" panose="020B0609020204030204" pitchFamily="49" charset="0"/>
              </a:rPr>
              <a:t>ManagementPlaneTransportFc</a:t>
            </a:r>
          </a:p>
        </p:txBody>
      </p: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5D5EA44F-52DC-DB6C-6E61-F46B72575118}"/>
              </a:ext>
            </a:extLst>
          </p:cNvPr>
          <p:cNvCxnSpPr>
            <a:cxnSpLocks/>
            <a:stCxn id="16" idx="6"/>
            <a:endCxn id="205" idx="2"/>
          </p:cNvCxnSpPr>
          <p:nvPr/>
        </p:nvCxnSpPr>
        <p:spPr>
          <a:xfrm>
            <a:off x="10513761" y="4460553"/>
            <a:ext cx="8104038" cy="0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8" name="Ellipse 27">
            <a:extLst>
              <a:ext uri="{FF2B5EF4-FFF2-40B4-BE49-F238E27FC236}">
                <a16:creationId xmlns:a16="http://schemas.microsoft.com/office/drawing/2014/main" id="{9240DD67-F57C-0FF6-D297-2C5D9228A8A0}"/>
              </a:ext>
            </a:extLst>
          </p:cNvPr>
          <p:cNvSpPr/>
          <p:nvPr/>
        </p:nvSpPr>
        <p:spPr>
          <a:xfrm>
            <a:off x="18611059" y="5081668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6CCDFBBA-CE14-47E6-8A78-104EFE0B0147}"/>
              </a:ext>
            </a:extLst>
          </p:cNvPr>
          <p:cNvSpPr/>
          <p:nvPr/>
        </p:nvSpPr>
        <p:spPr>
          <a:xfrm>
            <a:off x="10471879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F6893BF-4E56-A923-8609-8D8A6A5459DC}"/>
              </a:ext>
            </a:extLst>
          </p:cNvPr>
          <p:cNvSpPr/>
          <p:nvPr/>
        </p:nvSpPr>
        <p:spPr>
          <a:xfrm>
            <a:off x="10468042" y="5081667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F8BB0A2-9D7E-E1B8-488B-F6FC5414EBB7}"/>
              </a:ext>
            </a:extLst>
          </p:cNvPr>
          <p:cNvSpPr/>
          <p:nvPr/>
        </p:nvSpPr>
        <p:spPr>
          <a:xfrm>
            <a:off x="14860516" y="4764660"/>
            <a:ext cx="45719" cy="45719"/>
          </a:xfrm>
          <a:prstGeom prst="ellipse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F90F1AB-84C8-F981-3171-8BC780B3699C}"/>
              </a:ext>
            </a:extLst>
          </p:cNvPr>
          <p:cNvSpPr/>
          <p:nvPr/>
        </p:nvSpPr>
        <p:spPr>
          <a:xfrm>
            <a:off x="14856679" y="5081667"/>
            <a:ext cx="45719" cy="45719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73A3D4-82C5-B98B-0379-6E42C629E437}"/>
              </a:ext>
            </a:extLst>
          </p:cNvPr>
          <p:cNvSpPr/>
          <p:nvPr/>
        </p:nvSpPr>
        <p:spPr>
          <a:xfrm>
            <a:off x="10468042" y="4437693"/>
            <a:ext cx="45719" cy="45719"/>
          </a:xfrm>
          <a:prstGeom prst="ellips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6777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6483FD79-3122-2236-1E99-750C73433194}"/>
              </a:ext>
            </a:extLst>
          </p:cNvPr>
          <p:cNvSpPr/>
          <p:nvPr/>
        </p:nvSpPr>
        <p:spPr>
          <a:xfrm>
            <a:off x="2080424" y="7210449"/>
            <a:ext cx="17889875" cy="1298551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 i="1"/>
          </a:p>
        </p:txBody>
      </p:sp>
      <p:sp>
        <p:nvSpPr>
          <p:cNvPr id="8" name="Flussdiagramm: Daten 7">
            <a:extLst>
              <a:ext uri="{FF2B5EF4-FFF2-40B4-BE49-F238E27FC236}">
                <a16:creationId xmlns:a16="http://schemas.microsoft.com/office/drawing/2014/main" id="{778687C1-175C-0C97-FE98-3653E7F7D6C3}"/>
              </a:ext>
            </a:extLst>
          </p:cNvPr>
          <p:cNvSpPr/>
          <p:nvPr/>
        </p:nvSpPr>
        <p:spPr>
          <a:xfrm>
            <a:off x="8893637" y="7734300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CDM</a:t>
            </a:r>
          </a:p>
        </p:txBody>
      </p:sp>
      <p:sp>
        <p:nvSpPr>
          <p:cNvPr id="4" name="Flussdiagramm: Daten 3">
            <a:extLst>
              <a:ext uri="{FF2B5EF4-FFF2-40B4-BE49-F238E27FC236}">
                <a16:creationId xmlns:a16="http://schemas.microsoft.com/office/drawing/2014/main" id="{CD5AA4C2-FA56-67D4-18AE-9BC27E9545C5}"/>
              </a:ext>
            </a:extLst>
          </p:cNvPr>
          <p:cNvSpPr/>
          <p:nvPr/>
        </p:nvSpPr>
        <p:spPr>
          <a:xfrm>
            <a:off x="5957352" y="7734300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MWDI</a:t>
            </a:r>
          </a:p>
        </p:txBody>
      </p:sp>
      <p:sp>
        <p:nvSpPr>
          <p:cNvPr id="142" name="Ellipse 141">
            <a:extLst>
              <a:ext uri="{FF2B5EF4-FFF2-40B4-BE49-F238E27FC236}">
                <a16:creationId xmlns:a16="http://schemas.microsoft.com/office/drawing/2014/main" id="{CBF71B95-F797-6985-D861-450C3FCE119B}"/>
              </a:ext>
            </a:extLst>
          </p:cNvPr>
          <p:cNvSpPr/>
          <p:nvPr/>
        </p:nvSpPr>
        <p:spPr>
          <a:xfrm>
            <a:off x="2080424" y="135756"/>
            <a:ext cx="17889875" cy="3579764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/>
          </a:p>
          <a:p>
            <a:r>
              <a:rPr lang="de-DE" sz="2160"/>
              <a:t>MW SDN</a:t>
            </a:r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8B15E994-ABDA-E4DD-63D0-99D6838DFF13}"/>
              </a:ext>
            </a:extLst>
          </p:cNvPr>
          <p:cNvSpPr/>
          <p:nvPr/>
        </p:nvSpPr>
        <p:spPr>
          <a:xfrm>
            <a:off x="7217352" y="968565"/>
            <a:ext cx="12706164" cy="1843774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160"/>
              <a:t>        ManagementPlane</a:t>
            </a: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5A7E11B2-3E42-130D-1D88-E325860CD6F4}"/>
              </a:ext>
            </a:extLst>
          </p:cNvPr>
          <p:cNvSpPr/>
          <p:nvPr/>
        </p:nvSpPr>
        <p:spPr>
          <a:xfrm>
            <a:off x="11146234" y="1890452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94CD7E54-8AC0-1221-73EB-CB8FBC9B51C4}"/>
              </a:ext>
            </a:extLst>
          </p:cNvPr>
          <p:cNvSpPr/>
          <p:nvPr/>
        </p:nvSpPr>
        <p:spPr>
          <a:xfrm>
            <a:off x="11146234" y="1780171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A8160536-70B1-B254-504C-5879F86B2FEF}"/>
              </a:ext>
            </a:extLst>
          </p:cNvPr>
          <p:cNvSpPr/>
          <p:nvPr/>
        </p:nvSpPr>
        <p:spPr>
          <a:xfrm>
            <a:off x="11146234" y="1646506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305251234</a:t>
            </a:r>
          </a:p>
        </p:txBody>
      </p:sp>
      <p:sp>
        <p:nvSpPr>
          <p:cNvPr id="147" name="Ellipse 146">
            <a:extLst>
              <a:ext uri="{FF2B5EF4-FFF2-40B4-BE49-F238E27FC236}">
                <a16:creationId xmlns:a16="http://schemas.microsoft.com/office/drawing/2014/main" id="{06A94292-D571-661B-EAA7-4B51BED0A0F5}"/>
              </a:ext>
            </a:extLst>
          </p:cNvPr>
          <p:cNvSpPr/>
          <p:nvPr/>
        </p:nvSpPr>
        <p:spPr>
          <a:xfrm>
            <a:off x="11146234" y="1504167"/>
            <a:ext cx="8611707" cy="390992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40"/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0D4D40BA-5BA6-7300-5D00-1BB2B9B6D511}"/>
              </a:ext>
            </a:extLst>
          </p:cNvPr>
          <p:cNvSpPr/>
          <p:nvPr/>
        </p:nvSpPr>
        <p:spPr>
          <a:xfrm>
            <a:off x="5957352" y="1664222"/>
            <a:ext cx="1255576" cy="452460"/>
          </a:xfrm>
          <a:prstGeom prst="rec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MWDI</a:t>
            </a:r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80127BE7-834A-4BEE-D713-DE407A278C9B}"/>
              </a:ext>
            </a:extLst>
          </p:cNvPr>
          <p:cNvSpPr>
            <a:spLocks noChangeAspect="1"/>
          </p:cNvSpPr>
          <p:nvPr/>
        </p:nvSpPr>
        <p:spPr>
          <a:xfrm rot="5400000">
            <a:off x="5925084" y="2454257"/>
            <a:ext cx="1324539" cy="64939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2160"/>
              <a:t>Cache</a:t>
            </a:r>
          </a:p>
        </p:txBody>
      </p:sp>
      <p:sp>
        <p:nvSpPr>
          <p:cNvPr id="150" name="Ellipse 149">
            <a:extLst>
              <a:ext uri="{FF2B5EF4-FFF2-40B4-BE49-F238E27FC236}">
                <a16:creationId xmlns:a16="http://schemas.microsoft.com/office/drawing/2014/main" id="{02D36E97-D75E-541C-E4D6-00FF1E5C7833}"/>
              </a:ext>
            </a:extLst>
          </p:cNvPr>
          <p:cNvSpPr/>
          <p:nvPr/>
        </p:nvSpPr>
        <p:spPr>
          <a:xfrm>
            <a:off x="7266637" y="1511120"/>
            <a:ext cx="3662612" cy="72519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/>
              <a:t>Controller</a:t>
            </a:r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8A5667DE-8B86-E2A0-67DA-E46B5ECA3718}"/>
              </a:ext>
            </a:extLst>
          </p:cNvPr>
          <p:cNvSpPr/>
          <p:nvPr/>
        </p:nvSpPr>
        <p:spPr>
          <a:xfrm>
            <a:off x="10976031" y="1237411"/>
            <a:ext cx="8947487" cy="1337003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de-DE" sz="2160"/>
              <a:t>Device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AB23EAC-0021-654C-265E-B85F6E739C10}"/>
              </a:ext>
            </a:extLst>
          </p:cNvPr>
          <p:cNvSpPr/>
          <p:nvPr/>
        </p:nvSpPr>
        <p:spPr>
          <a:xfrm rot="21210364">
            <a:off x="7059798" y="6786007"/>
            <a:ext cx="12706164" cy="578987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160" i="1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F9CC8D0-BCA5-F006-DE2E-531644D9153B}"/>
              </a:ext>
            </a:extLst>
          </p:cNvPr>
          <p:cNvSpPr/>
          <p:nvPr/>
        </p:nvSpPr>
        <p:spPr>
          <a:xfrm rot="21232284">
            <a:off x="7067819" y="7460605"/>
            <a:ext cx="3662612" cy="273695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AD0B84A-38D3-E7D0-962F-8F23C81EF568}"/>
              </a:ext>
            </a:extLst>
          </p:cNvPr>
          <p:cNvSpPr/>
          <p:nvPr/>
        </p:nvSpPr>
        <p:spPr>
          <a:xfrm rot="21198728">
            <a:off x="10724206" y="6686610"/>
            <a:ext cx="8947487" cy="354645"/>
          </a:xfrm>
          <a:prstGeom prst="ellipse">
            <a:avLst/>
          </a:prstGeom>
          <a:solidFill>
            <a:schemeClr val="accent5">
              <a:alpha val="74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de-DE" sz="2160"/>
          </a:p>
        </p:txBody>
      </p:sp>
      <p:sp>
        <p:nvSpPr>
          <p:cNvPr id="10" name="Flussdiagramm: Daten 9">
            <a:extLst>
              <a:ext uri="{FF2B5EF4-FFF2-40B4-BE49-F238E27FC236}">
                <a16:creationId xmlns:a16="http://schemas.microsoft.com/office/drawing/2014/main" id="{70FF74F1-1530-17A7-E60D-43A21F0C38CB}"/>
              </a:ext>
            </a:extLst>
          </p:cNvPr>
          <p:cNvSpPr/>
          <p:nvPr/>
        </p:nvSpPr>
        <p:spPr>
          <a:xfrm>
            <a:off x="13480191" y="7728339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DDM</a:t>
            </a:r>
          </a:p>
        </p:txBody>
      </p:sp>
      <p:sp>
        <p:nvSpPr>
          <p:cNvPr id="12" name="Flussdiagramm: Daten 11">
            <a:extLst>
              <a:ext uri="{FF2B5EF4-FFF2-40B4-BE49-F238E27FC236}">
                <a16:creationId xmlns:a16="http://schemas.microsoft.com/office/drawing/2014/main" id="{9177D2DA-9E5C-67A3-7ED4-7A0812381C3A}"/>
              </a:ext>
            </a:extLst>
          </p:cNvPr>
          <p:cNvSpPr/>
          <p:nvPr/>
        </p:nvSpPr>
        <p:spPr>
          <a:xfrm>
            <a:off x="17857252" y="7728339"/>
            <a:ext cx="1255576" cy="177800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CP</a:t>
            </a:r>
          </a:p>
        </p:txBody>
      </p:sp>
      <p:sp>
        <p:nvSpPr>
          <p:cNvPr id="13" name="Flussdiagramm: Daten 12">
            <a:extLst>
              <a:ext uri="{FF2B5EF4-FFF2-40B4-BE49-F238E27FC236}">
                <a16:creationId xmlns:a16="http://schemas.microsoft.com/office/drawing/2014/main" id="{2246883D-855C-ED1C-82D9-4AF347125BED}"/>
              </a:ext>
            </a:extLst>
          </p:cNvPr>
          <p:cNvSpPr>
            <a:spLocks noChangeAspect="1"/>
          </p:cNvSpPr>
          <p:nvPr/>
        </p:nvSpPr>
        <p:spPr>
          <a:xfrm rot="21231214">
            <a:off x="13575873" y="6887721"/>
            <a:ext cx="1155131" cy="163576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xMIM</a:t>
            </a:r>
          </a:p>
        </p:txBody>
      </p:sp>
      <p:sp>
        <p:nvSpPr>
          <p:cNvPr id="14" name="Flussdiagramm: Daten 13">
            <a:extLst>
              <a:ext uri="{FF2B5EF4-FFF2-40B4-BE49-F238E27FC236}">
                <a16:creationId xmlns:a16="http://schemas.microsoft.com/office/drawing/2014/main" id="{31C4A74C-4BC6-2DFA-4CDD-49349B854C59}"/>
              </a:ext>
            </a:extLst>
          </p:cNvPr>
          <p:cNvSpPr>
            <a:spLocks noChangeAspect="1"/>
          </p:cNvSpPr>
          <p:nvPr/>
        </p:nvSpPr>
        <p:spPr>
          <a:xfrm rot="21231214">
            <a:off x="8545782" y="7494498"/>
            <a:ext cx="1057934" cy="149812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 i="1"/>
              <a:t>Controller</a:t>
            </a:r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79CAA643-A565-EED8-A134-932A91B681DD}"/>
              </a:ext>
            </a:extLst>
          </p:cNvPr>
          <p:cNvSpPr>
            <a:spLocks noChangeAspect="1"/>
          </p:cNvSpPr>
          <p:nvPr/>
        </p:nvSpPr>
        <p:spPr>
          <a:xfrm rot="21231214">
            <a:off x="17324472" y="6463680"/>
            <a:ext cx="1155131" cy="163576"/>
          </a:xfrm>
          <a:prstGeom prst="flowChartInputOutput">
            <a:avLst/>
          </a:prstGeom>
          <a:noFill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/>
              <a:t>Device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0F93EC7-AD93-332A-1AE3-7C6848D13372}"/>
              </a:ext>
            </a:extLst>
          </p:cNvPr>
          <p:cNvSpPr>
            <a:spLocks noChangeAspect="1"/>
          </p:cNvSpPr>
          <p:nvPr/>
        </p:nvSpPr>
        <p:spPr>
          <a:xfrm rot="7104719">
            <a:off x="6170000" y="8035454"/>
            <a:ext cx="497124" cy="243727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2160"/>
          </a:p>
        </p:txBody>
      </p:sp>
    </p:spTree>
    <p:extLst>
      <p:ext uri="{BB962C8B-B14F-4D97-AF65-F5344CB8AC3E}">
        <p14:creationId xmlns:p14="http://schemas.microsoft.com/office/powerpoint/2010/main" val="739359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29"/>
            <a:ext cx="22950437" cy="154242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36998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539756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1093921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697681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230040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1084685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382734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4559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468590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446312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381538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395245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382966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454990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477269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455928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454990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38288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455928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477269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378973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391886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3845885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4052453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local-id=mimOperationServer[N]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5122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 mediatorVmTemplateName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528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45462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38252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456104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476902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3793352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4033137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_template=deviceTemplateName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148114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1123220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148550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147134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269" y="11435665"/>
            <a:ext cx="1537071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9103340" y="11681192"/>
            <a:ext cx="440197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230040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27924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323799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358975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323799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323799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579485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579485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230040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279370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359103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323928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323928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323928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150931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14869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384451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385443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384588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384451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585438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_template=controllerTemplateName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257231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382657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301788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404935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404935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170393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272930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257179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258536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257731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38252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302288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404800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404800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169413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270894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274460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259878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404916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404916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404916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404916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25741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382638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301976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968079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041452" y="780829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191898"/>
            <a:ext cx="775977" cy="163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hteck: gefaltete Ecke 142">
            <a:extLst>
              <a:ext uri="{FF2B5EF4-FFF2-40B4-BE49-F238E27FC236}">
                <a16:creationId xmlns:a16="http://schemas.microsoft.com/office/drawing/2014/main" id="{63D0FE38-BC8F-0526-BE43-DAEF8166C57F}"/>
              </a:ext>
            </a:extLst>
          </p:cNvPr>
          <p:cNvSpPr/>
          <p:nvPr/>
        </p:nvSpPr>
        <p:spPr>
          <a:xfrm>
            <a:off x="9385607" y="225907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ProcessingConstruct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name required because auf ProfileCollection</a:t>
            </a:r>
          </a:p>
        </p:txBody>
      </p:sp>
      <p:sp>
        <p:nvSpPr>
          <p:cNvPr id="160" name="Abgerundetes Rechteck 1">
            <a:extLst>
              <a:ext uri="{FF2B5EF4-FFF2-40B4-BE49-F238E27FC236}">
                <a16:creationId xmlns:a16="http://schemas.microsoft.com/office/drawing/2014/main" id="{88C51D71-368E-654C-D004-DF71FF0D4036}"/>
              </a:ext>
            </a:extLst>
          </p:cNvPr>
          <p:cNvSpPr/>
          <p:nvPr/>
        </p:nvSpPr>
        <p:spPr>
          <a:xfrm>
            <a:off x="9083907" y="742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2468AE8F-AF02-0FDE-DC4D-724DE2E9C3A7}"/>
              </a:ext>
            </a:extLst>
          </p:cNvPr>
          <p:cNvSpPr/>
          <p:nvPr/>
        </p:nvSpPr>
        <p:spPr>
          <a:xfrm>
            <a:off x="10588502" y="783203"/>
            <a:ext cx="1685583" cy="115162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functionParameter*[{name, value}]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publicMethode*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privateMethode*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servingMethode*</a:t>
            </a:r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4AAE5D90-2955-CC05-120D-54539BBA5486}"/>
              </a:ext>
            </a:extLst>
          </p:cNvPr>
          <p:cNvCxnSpPr>
            <a:cxnSpLocks/>
            <a:stCxn id="160" idx="3"/>
            <a:endCxn id="161" idx="1"/>
          </p:cNvCxnSpPr>
          <p:nvPr/>
        </p:nvCxnSpPr>
        <p:spPr>
          <a:xfrm>
            <a:off x="9621206" y="964881"/>
            <a:ext cx="967296" cy="3941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: gefaltete Ecke 1">
            <a:extLst>
              <a:ext uri="{FF2B5EF4-FFF2-40B4-BE49-F238E27FC236}">
                <a16:creationId xmlns:a16="http://schemas.microsoft.com/office/drawing/2014/main" id="{040E0A47-F609-3C6B-0E33-7F51254AC035}"/>
              </a:ext>
            </a:extLst>
          </p:cNvPr>
          <p:cNvSpPr/>
          <p:nvPr/>
        </p:nvSpPr>
        <p:spPr>
          <a:xfrm>
            <a:off x="9332267" y="3052927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ProcessingConstruct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name required because auf ProfileCollection</a:t>
            </a:r>
          </a:p>
        </p:txBody>
      </p:sp>
      <p:sp>
        <p:nvSpPr>
          <p:cNvPr id="3" name="Abgerundetes Rechteck 1">
            <a:extLst>
              <a:ext uri="{FF2B5EF4-FFF2-40B4-BE49-F238E27FC236}">
                <a16:creationId xmlns:a16="http://schemas.microsoft.com/office/drawing/2014/main" id="{455301D9-89E0-3E77-1EB5-3CF672662573}"/>
              </a:ext>
            </a:extLst>
          </p:cNvPr>
          <p:cNvSpPr/>
          <p:nvPr/>
        </p:nvSpPr>
        <p:spPr>
          <a:xfrm>
            <a:off x="9030567" y="35691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F9E638E-997B-02AB-7168-DE6E0E765C7C}"/>
              </a:ext>
            </a:extLst>
          </p:cNvPr>
          <p:cNvSpPr/>
          <p:nvPr/>
        </p:nvSpPr>
        <p:spPr>
          <a:xfrm>
            <a:off x="10725662" y="3216089"/>
            <a:ext cx="1685583" cy="115162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functionParameter*[{name, value}]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publicMethode*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privateMethode*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servingMethode*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04227AD-C6AC-EF8D-7099-E6F16C297ED9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9567866" y="3791901"/>
            <a:ext cx="1157796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" name="Abgerundetes Rechteck 1">
            <a:extLst>
              <a:ext uri="{FF2B5EF4-FFF2-40B4-BE49-F238E27FC236}">
                <a16:creationId xmlns:a16="http://schemas.microsoft.com/office/drawing/2014/main" id="{B0425754-26C4-C756-9AB1-440E883FF7E2}"/>
              </a:ext>
            </a:extLst>
          </p:cNvPr>
          <p:cNvSpPr/>
          <p:nvPr/>
        </p:nvSpPr>
        <p:spPr>
          <a:xfrm>
            <a:off x="9030567" y="487213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Method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5A1AA5E-1567-E796-C3B3-947FF8C87A4E}"/>
              </a:ext>
            </a:extLst>
          </p:cNvPr>
          <p:cNvSpPr/>
          <p:nvPr/>
        </p:nvSpPr>
        <p:spPr>
          <a:xfrm>
            <a:off x="10725661" y="4937357"/>
            <a:ext cx="1685583" cy="95290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methodName=/v1/…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publicOrPrivate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methodParameter*[{name, value}]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_inputRessource*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_outputRessource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servingMethod*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6DFD7A7-1BF5-7AD6-BF54-985174843989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>
            <a:off x="9567866" y="5094921"/>
            <a:ext cx="1157795" cy="3188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: gefaltete Ecke 13">
            <a:extLst>
              <a:ext uri="{FF2B5EF4-FFF2-40B4-BE49-F238E27FC236}">
                <a16:creationId xmlns:a16="http://schemas.microsoft.com/office/drawing/2014/main" id="{FDC9911E-1968-AAC2-B67A-44A3BBF97F11}"/>
              </a:ext>
            </a:extLst>
          </p:cNvPr>
          <p:cNvSpPr/>
          <p:nvPr/>
        </p:nvSpPr>
        <p:spPr>
          <a:xfrm>
            <a:off x="12337714" y="4812537"/>
            <a:ext cx="3108026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Kategorisierung nach ???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Device Mediator Controller</a:t>
            </a:r>
          </a:p>
          <a:p>
            <a:pPr marL="171450" indent="-171450">
              <a:buFontTx/>
              <a:buChar char="-"/>
            </a:pPr>
            <a:r>
              <a:rPr lang="de-DE" sz="800"/>
              <a:t>changing the CandidateDS, updating the running …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418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1265871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1713545" y="452673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1402628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9035776" y="930733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7099176" y="4827477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1713543" y="474413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5591814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7148068" y="8588425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7154170" y="9307331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3051900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9285595" y="10449306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5248429" y="528039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964212" y="547467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2491468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7148068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7154170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8743230" y="559673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5150487" y="9864751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4189168" y="802546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9348189" y="329639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9320037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9320037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20827679" y="363930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1593563" y="346112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7747467" y="3190473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6895989" y="364310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7729239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512362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6174464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909194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5591814" y="903993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1660440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3156685" y="899978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1708708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1727112" y="941180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088" y="1079329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595847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5599977" y="561914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1660440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3194785" y="586631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1708708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1727112" y="627833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7729239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044" y="792960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10328629" y="1126603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1751309" y="6505010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10329968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8670991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10282910" y="1124182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10284249" y="115622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10243326" y="1337975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10220467" y="121117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10257223" y="1284267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1704113" y="729598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1954" y="735757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10508011" y="1281298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9831716" y="1088228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948122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2361322" y="716738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6675771" y="1004860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10243327" y="1258671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7134092" y="111657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6677304" y="1040098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7115308" y="963452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7756187" y="334737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7108096" y="919491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5591811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7078257" y="50684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7053460" y="480461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7060919" y="438657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7106638" y="4409430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7171602" y="603399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9516280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5599982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2482078" y="337022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7153812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7161024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7493855" y="618427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7108454" y="1198291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7108454" y="1214813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6721490" y="376581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2242540" y="1042384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3451202" y="729598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5701" y="749446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3234866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10529388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964059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2235741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10871348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7729239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1000913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1746681" y="476176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10289046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10266186" y="1213594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4224819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4594833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4286920" y="308289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4548238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4489209" y="345735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7146838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2029636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10289042" y="704662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7890967" y="296693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8670992" y="396488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9304650" y="416842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248" y="1102890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8429" y="1007146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10746523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308" y="2974631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1265871" y="4422185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1713545" y="452673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1402628" y="4185705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7099179" y="4827474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1713543" y="474413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5591814" y="10710090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7148071" y="8479830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7154173" y="8479833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3051900" y="12189955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10189026" y="9668802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5248429" y="528039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964212" y="547467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2491468" y="1937689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7148068" y="6000520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7154170" y="6000520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8743230" y="559673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5150487" y="9864751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4189168" y="802546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9348189" y="329639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9320037" y="3536847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9320037" y="3659955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20827679" y="363930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1593563" y="346112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7747467" y="3190473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6895989" y="364310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7729239" y="4910189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512362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6174464" y="5134375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909194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5591814" y="903993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1660440" y="9229331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3156685" y="899978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1708708" y="9455071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1727112" y="941180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088" y="1079329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297837" y="595847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5599977" y="561914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1660440" y="6095862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3194785" y="586631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1708708" y="6321602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1727112" y="627833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7729239" y="7854080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044" y="792960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10328629" y="1126603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1751309" y="6505010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10329968" y="6505010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8670991" y="10937557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10282910" y="1124182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10284249" y="115622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10243326" y="1337975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10220467" y="121117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10257223" y="1284267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1704113" y="729598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1954" y="735757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10508011" y="1281298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9831716" y="1088228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948122" y="12303099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2361322" y="716738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6675771" y="1004860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10243327" y="1258671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7134092" y="111657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6677304" y="1040098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7115308" y="963452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7756187" y="334737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7108096" y="919491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5591811" y="4230880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7078257" y="506849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7053460" y="480461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7060919" y="438657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7106638" y="4409433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7171602" y="603399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9516280" y="4132158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5599982" y="6634086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2482078" y="337022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7153812" y="6505010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7161024" y="7046624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7493855" y="618427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7108454" y="1198291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7108454" y="1214813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6721490" y="376581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2242540" y="1042384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3451202" y="729598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5701" y="749446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3234866" y="6293836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10529388" y="10517109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964059" y="6023029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2235741" y="1341552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10871348" y="13396568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7729239" y="979350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436" y="1000913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1746681" y="476176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10289046" y="12609576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10266186" y="1213594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4224819" y="7084020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4594833" y="3340129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4286920" y="308289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4548238" y="3473887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4489209" y="345735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7146838" y="5086896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2029636" y="11662094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10289042" y="704662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7890967" y="296693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8670992" y="396488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9304650" y="416842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0248" y="1102890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8429" y="1007146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10746523" y="2868553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308" y="2974631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9671624" y="8479830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3384312" y="566283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5461386" y="5157787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8528751" y="5157787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10591981" y="5652199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1312882" y="5662838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1450557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1450557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1450557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2274469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2274469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2274469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3525817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3525817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3525817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4349729" y="690407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4349729" y="65040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4349729" y="610397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5617158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5617158" y="65146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5617158" y="611460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6441070" y="691470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6441070" y="651964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8689130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8689130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9513042" y="691185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9513042" y="651678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10768667" y="69012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10768667" y="6506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963827" y="783373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963827" y="74336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963827" y="703363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963826" y="623353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963827" y="663358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10591984" y="5662833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9188215" y="5173535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8522345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8522346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8776260" y="3360105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5457125" y="2938462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5711039" y="3360105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6132322" y="5173535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5466452" y="5998102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1788694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612606" y="6203014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3863954" y="6203011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4687862" y="6203015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6779207" y="6615823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9027267" y="6615819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9851175" y="6605190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6692111" y="3616310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6692115" y="4440222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9757335" y="3616306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9757335" y="4440222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5461386" y="1135520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8528751" y="1135520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10591981" y="1184961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6441070" y="1311212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6441070" y="1271705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8689130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8689130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9513042" y="1310926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9513042" y="12714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10768667" y="1309863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10768667" y="1270356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963827" y="1403114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963827" y="1363109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963827" y="1323104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963826" y="124309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963827" y="1283099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10591984" y="1186024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9188215" y="11370948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8522345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8522346" y="913587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8776260" y="9557518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5466452" y="1219551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6779207" y="12813236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9027267" y="1281323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9851175" y="12802603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9757335" y="981371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9757335" y="10637635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001CF1F-C555-BFFA-C65A-05C127440766}"/>
              </a:ext>
            </a:extLst>
          </p:cNvPr>
          <p:cNvSpPr txBox="1"/>
          <p:nvPr/>
        </p:nvSpPr>
        <p:spPr>
          <a:xfrm>
            <a:off x="1447800" y="1009650"/>
            <a:ext cx="191462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Elisa + Highstreet</a:t>
            </a:r>
          </a:p>
          <a:p>
            <a:r>
              <a:rPr lang="de-DE"/>
              <a:t>7Principles</a:t>
            </a:r>
          </a:p>
          <a:p>
            <a:r>
              <a:rPr lang="de-DE"/>
              <a:t>Comarch</a:t>
            </a:r>
          </a:p>
          <a:p>
            <a:endParaRPr lang="de-DE"/>
          </a:p>
          <a:p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2775</Words>
  <Application>Microsoft Office PowerPoint</Application>
  <PresentationFormat>Benutzerdefiniert</PresentationFormat>
  <Paragraphs>1260</Paragraphs>
  <Slides>20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83</cp:revision>
  <dcterms:created xsi:type="dcterms:W3CDTF">2025-01-24T13:53:29Z</dcterms:created>
  <dcterms:modified xsi:type="dcterms:W3CDTF">2025-04-22T16:34:10Z</dcterms:modified>
</cp:coreProperties>
</file>