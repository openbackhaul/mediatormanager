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3"/>
  </p:notesMasterIdLst>
  <p:sldIdLst>
    <p:sldId id="258" r:id="rId2"/>
    <p:sldId id="291" r:id="rId3"/>
    <p:sldId id="292" r:id="rId4"/>
    <p:sldId id="293" r:id="rId5"/>
    <p:sldId id="295" r:id="rId6"/>
    <p:sldId id="296" r:id="rId7"/>
    <p:sldId id="294" r:id="rId8"/>
    <p:sldId id="299" r:id="rId9"/>
    <p:sldId id="280" r:id="rId10"/>
    <p:sldId id="286" r:id="rId11"/>
    <p:sldId id="282" r:id="rId12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87" autoAdjust="0"/>
    <p:restoredTop sz="96370" autoAdjust="0"/>
  </p:normalViewPr>
  <p:slideViewPr>
    <p:cSldViewPr snapToGrid="0">
      <p:cViewPr varScale="1">
        <p:scale>
          <a:sx n="55" d="100"/>
          <a:sy n="55" d="100"/>
        </p:scale>
        <p:origin x="882" y="13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423988" y="1143000"/>
            <a:ext cx="4010025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219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12.05.2025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94075D25-CDA8-F234-39C9-86E1C2A49D1B}"/>
              </a:ext>
            </a:extLst>
          </p:cNvPr>
          <p:cNvSpPr/>
          <p:nvPr/>
        </p:nvSpPr>
        <p:spPr>
          <a:xfrm>
            <a:off x="6310177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349C4-9D91-1431-A139-33AEE673A522}"/>
              </a:ext>
            </a:extLst>
          </p:cNvPr>
          <p:cNvSpPr/>
          <p:nvPr/>
        </p:nvSpPr>
        <p:spPr>
          <a:xfrm>
            <a:off x="2419123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F6D26E3-0A36-6BB9-CF33-F53D492067FF}"/>
              </a:ext>
            </a:extLst>
          </p:cNvPr>
          <p:cNvSpPr/>
          <p:nvPr/>
        </p:nvSpPr>
        <p:spPr>
          <a:xfrm>
            <a:off x="3837389" y="8032640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3278D7-67C4-F0B3-F6BF-FFCCB4978F19}"/>
              </a:ext>
            </a:extLst>
          </p:cNvPr>
          <p:cNvSpPr/>
          <p:nvPr/>
        </p:nvSpPr>
        <p:spPr>
          <a:xfrm>
            <a:off x="2419123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B2D5C2F-E116-89BE-29E4-4B519C2CF449}"/>
              </a:ext>
            </a:extLst>
          </p:cNvPr>
          <p:cNvSpPr/>
          <p:nvPr/>
        </p:nvSpPr>
        <p:spPr>
          <a:xfrm>
            <a:off x="3739843" y="6490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D161311A-2E17-E871-FE81-80AA99818B20}"/>
              </a:ext>
            </a:extLst>
          </p:cNvPr>
          <p:cNvSpPr/>
          <p:nvPr/>
        </p:nvSpPr>
        <p:spPr>
          <a:xfrm>
            <a:off x="2510554" y="8995244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E96537-E936-312C-60B5-FE43AD1A2FC6}"/>
              </a:ext>
            </a:extLst>
          </p:cNvPr>
          <p:cNvCxnSpPr>
            <a:stCxn id="7" idx="4"/>
            <a:endCxn id="5" idx="0"/>
          </p:cNvCxnSpPr>
          <p:nvPr/>
        </p:nvCxnSpPr>
        <p:spPr>
          <a:xfrm>
            <a:off x="3882075" y="6755090"/>
            <a:ext cx="97546" cy="127754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1800BDA-43AD-0104-65C4-D6CFC3B1562D}"/>
              </a:ext>
            </a:extLst>
          </p:cNvPr>
          <p:cNvCxnSpPr>
            <a:cxnSpLocks/>
            <a:endCxn id="8" idx="1"/>
          </p:cNvCxnSpPr>
          <p:nvPr/>
        </p:nvCxnSpPr>
        <p:spPr>
          <a:xfrm flipH="1">
            <a:off x="3257273" y="8302540"/>
            <a:ext cx="761787" cy="69270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3A05DC17-DAE3-78F9-5748-64AE45B31731}"/>
              </a:ext>
            </a:extLst>
          </p:cNvPr>
          <p:cNvSpPr/>
          <p:nvPr/>
        </p:nvSpPr>
        <p:spPr>
          <a:xfrm>
            <a:off x="4334173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EF28868-5936-866F-7C3F-0E410A50F686}"/>
              </a:ext>
            </a:extLst>
          </p:cNvPr>
          <p:cNvSpPr/>
          <p:nvPr/>
        </p:nvSpPr>
        <p:spPr>
          <a:xfrm>
            <a:off x="5764555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224F990-E855-9514-65F0-543CB1D3B36A}"/>
              </a:ext>
            </a:extLst>
          </p:cNvPr>
          <p:cNvSpPr/>
          <p:nvPr/>
        </p:nvSpPr>
        <p:spPr>
          <a:xfrm>
            <a:off x="4334173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52F294C-EC06-861E-F435-8E1EEF0B5924}"/>
              </a:ext>
            </a:extLst>
          </p:cNvPr>
          <p:cNvSpPr/>
          <p:nvPr/>
        </p:nvSpPr>
        <p:spPr>
          <a:xfrm>
            <a:off x="5675213" y="6559819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Zylinder 19">
            <a:extLst>
              <a:ext uri="{FF2B5EF4-FFF2-40B4-BE49-F238E27FC236}">
                <a16:creationId xmlns:a16="http://schemas.microsoft.com/office/drawing/2014/main" id="{19AA76ED-7D66-4FA0-0A22-04EE5B4EB5E7}"/>
              </a:ext>
            </a:extLst>
          </p:cNvPr>
          <p:cNvSpPr/>
          <p:nvPr/>
        </p:nvSpPr>
        <p:spPr>
          <a:xfrm>
            <a:off x="4975239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28C82D3-6157-62FF-5BC4-2C8D8C11AD9F}"/>
              </a:ext>
            </a:extLst>
          </p:cNvPr>
          <p:cNvCxnSpPr>
            <a:cxnSpLocks/>
            <a:stCxn id="19" idx="4"/>
            <a:endCxn id="17" idx="0"/>
          </p:cNvCxnSpPr>
          <p:nvPr/>
        </p:nvCxnSpPr>
        <p:spPr>
          <a:xfrm>
            <a:off x="5817445" y="6823966"/>
            <a:ext cx="89342" cy="1167499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5706053-3CA9-33BC-F1AF-03A1A31229D2}"/>
              </a:ext>
            </a:extLst>
          </p:cNvPr>
          <p:cNvCxnSpPr>
            <a:cxnSpLocks/>
            <a:stCxn id="17" idx="4"/>
            <a:endCxn id="20" idx="1"/>
          </p:cNvCxnSpPr>
          <p:nvPr/>
        </p:nvCxnSpPr>
        <p:spPr>
          <a:xfrm flipH="1">
            <a:off x="5721955" y="8255604"/>
            <a:ext cx="184830" cy="78535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B87B4BB5-AC70-B25B-DDF9-EF790103BC1F}"/>
              </a:ext>
            </a:extLst>
          </p:cNvPr>
          <p:cNvSpPr/>
          <p:nvPr/>
        </p:nvSpPr>
        <p:spPr>
          <a:xfrm>
            <a:off x="7716773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042BB0D-49EF-61D5-8DCF-4632CF1E0EC2}"/>
              </a:ext>
            </a:extLst>
          </p:cNvPr>
          <p:cNvCxnSpPr>
            <a:cxnSpLocks/>
            <a:stCxn id="26" idx="4"/>
            <a:endCxn id="20" idx="1"/>
          </p:cNvCxnSpPr>
          <p:nvPr/>
        </p:nvCxnSpPr>
        <p:spPr>
          <a:xfrm flipH="1">
            <a:off x="5721955" y="8255606"/>
            <a:ext cx="2137050" cy="78535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E93C0B71-E0BF-D97B-B0EE-B313C364AC2E}"/>
              </a:ext>
            </a:extLst>
          </p:cNvPr>
          <p:cNvSpPr/>
          <p:nvPr/>
        </p:nvSpPr>
        <p:spPr>
          <a:xfrm>
            <a:off x="8230308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A18DF9C9-1030-8F4C-1A21-64AC0FFBDCD5}"/>
              </a:ext>
            </a:extLst>
          </p:cNvPr>
          <p:cNvSpPr/>
          <p:nvPr/>
        </p:nvSpPr>
        <p:spPr>
          <a:xfrm>
            <a:off x="9624170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EE19B6F-403D-1598-718B-9BBA177643B9}"/>
              </a:ext>
            </a:extLst>
          </p:cNvPr>
          <p:cNvSpPr/>
          <p:nvPr/>
        </p:nvSpPr>
        <p:spPr>
          <a:xfrm>
            <a:off x="8230308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7C64477-9CE2-C926-A0C1-67AB78210D07}"/>
              </a:ext>
            </a:extLst>
          </p:cNvPr>
          <p:cNvSpPr/>
          <p:nvPr/>
        </p:nvSpPr>
        <p:spPr>
          <a:xfrm>
            <a:off x="9571547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Zylinder 41">
            <a:extLst>
              <a:ext uri="{FF2B5EF4-FFF2-40B4-BE49-F238E27FC236}">
                <a16:creationId xmlns:a16="http://schemas.microsoft.com/office/drawing/2014/main" id="{7CFD1A68-A4B8-1784-05D5-10C1CB2E49DD}"/>
              </a:ext>
            </a:extLst>
          </p:cNvPr>
          <p:cNvSpPr/>
          <p:nvPr/>
        </p:nvSpPr>
        <p:spPr>
          <a:xfrm>
            <a:off x="8938476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13A8BC9-CE02-780A-C1DA-91D909D2FA52}"/>
              </a:ext>
            </a:extLst>
          </p:cNvPr>
          <p:cNvCxnSpPr>
            <a:cxnSpLocks/>
            <a:stCxn id="39" idx="4"/>
            <a:endCxn id="42" idx="1"/>
          </p:cNvCxnSpPr>
          <p:nvPr/>
        </p:nvCxnSpPr>
        <p:spPr>
          <a:xfrm flipH="1">
            <a:off x="9685194" y="821685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DC9D3973-C0FB-B4D9-78CA-126B6555F912}"/>
              </a:ext>
            </a:extLst>
          </p:cNvPr>
          <p:cNvSpPr/>
          <p:nvPr/>
        </p:nvSpPr>
        <p:spPr>
          <a:xfrm>
            <a:off x="10206312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46DFFB4E-977E-9DC9-A3B7-B6EC25621D5A}"/>
              </a:ext>
            </a:extLst>
          </p:cNvPr>
          <p:cNvSpPr/>
          <p:nvPr/>
        </p:nvSpPr>
        <p:spPr>
          <a:xfrm>
            <a:off x="11619003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062F8D0-B3DD-E184-09B4-16CC109D8EB0}"/>
              </a:ext>
            </a:extLst>
          </p:cNvPr>
          <p:cNvCxnSpPr>
            <a:cxnSpLocks/>
            <a:stCxn id="46" idx="2"/>
            <a:endCxn id="42" idx="1"/>
          </p:cNvCxnSpPr>
          <p:nvPr/>
        </p:nvCxnSpPr>
        <p:spPr>
          <a:xfrm flipH="1">
            <a:off x="9685195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3F506CE4-9050-3E1A-7709-FA037DC2D9BA}"/>
              </a:ext>
            </a:extLst>
          </p:cNvPr>
          <p:cNvCxnSpPr>
            <a:cxnSpLocks/>
            <a:stCxn id="41" idx="4"/>
          </p:cNvCxnSpPr>
          <p:nvPr/>
        </p:nvCxnSpPr>
        <p:spPr>
          <a:xfrm>
            <a:off x="9713782" y="6843568"/>
            <a:ext cx="1055917" cy="114789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8189E7C-C9B6-7EC8-C814-44E1E84D7C4E}"/>
              </a:ext>
            </a:extLst>
          </p:cNvPr>
          <p:cNvCxnSpPr/>
          <p:nvPr/>
        </p:nvCxnSpPr>
        <p:spPr>
          <a:xfrm>
            <a:off x="4222414" y="5097844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6985AFB-6F05-C92E-F1A7-C2E049F6C3D0}"/>
              </a:ext>
            </a:extLst>
          </p:cNvPr>
          <p:cNvCxnSpPr/>
          <p:nvPr/>
        </p:nvCxnSpPr>
        <p:spPr>
          <a:xfrm>
            <a:off x="8113472" y="510292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189D6A6E-DA6D-0D05-8121-CD49CA608112}"/>
              </a:ext>
            </a:extLst>
          </p:cNvPr>
          <p:cNvSpPr txBox="1"/>
          <p:nvPr/>
        </p:nvSpPr>
        <p:spPr>
          <a:xfrm>
            <a:off x="2419124" y="5080092"/>
            <a:ext cx="868571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Sate1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7B2C5807-4978-BFC4-0C9B-52EB3A1BD31F}"/>
              </a:ext>
            </a:extLst>
          </p:cNvPr>
          <p:cNvSpPr txBox="1"/>
          <p:nvPr/>
        </p:nvSpPr>
        <p:spPr>
          <a:xfrm>
            <a:off x="4522121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2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9BC017A0-BBF2-3218-075F-C49555D27F7C}"/>
              </a:ext>
            </a:extLst>
          </p:cNvPr>
          <p:cNvSpPr txBox="1"/>
          <p:nvPr/>
        </p:nvSpPr>
        <p:spPr>
          <a:xfrm>
            <a:off x="8362384" y="5082631"/>
            <a:ext cx="420308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CFA04D4-8464-CFF4-EF11-00806DD1F0E6}"/>
              </a:ext>
            </a:extLst>
          </p:cNvPr>
          <p:cNvSpPr/>
          <p:nvPr/>
        </p:nvSpPr>
        <p:spPr>
          <a:xfrm>
            <a:off x="12141908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FA8063DB-0350-14BA-00A7-1A33D8DD68D1}"/>
              </a:ext>
            </a:extLst>
          </p:cNvPr>
          <p:cNvSpPr/>
          <p:nvPr/>
        </p:nvSpPr>
        <p:spPr>
          <a:xfrm>
            <a:off x="13535770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86B998D-D668-245F-D642-BF661032B272}"/>
              </a:ext>
            </a:extLst>
          </p:cNvPr>
          <p:cNvSpPr/>
          <p:nvPr/>
        </p:nvSpPr>
        <p:spPr>
          <a:xfrm>
            <a:off x="12141908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98E40CAA-E109-688B-D101-83643A48623F}"/>
              </a:ext>
            </a:extLst>
          </p:cNvPr>
          <p:cNvSpPr/>
          <p:nvPr/>
        </p:nvSpPr>
        <p:spPr>
          <a:xfrm>
            <a:off x="13483147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Zylinder 31">
            <a:extLst>
              <a:ext uri="{FF2B5EF4-FFF2-40B4-BE49-F238E27FC236}">
                <a16:creationId xmlns:a16="http://schemas.microsoft.com/office/drawing/2014/main" id="{08C5657F-733F-CF27-87B6-B4CD926E6DBA}"/>
              </a:ext>
            </a:extLst>
          </p:cNvPr>
          <p:cNvSpPr/>
          <p:nvPr/>
        </p:nvSpPr>
        <p:spPr>
          <a:xfrm>
            <a:off x="12850076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18F2D3E-B85D-85A7-6F69-4DEE2599B3F0}"/>
              </a:ext>
            </a:extLst>
          </p:cNvPr>
          <p:cNvCxnSpPr>
            <a:cxnSpLocks/>
            <a:stCxn id="29" idx="4"/>
            <a:endCxn id="32" idx="1"/>
          </p:cNvCxnSpPr>
          <p:nvPr/>
        </p:nvCxnSpPr>
        <p:spPr>
          <a:xfrm flipH="1">
            <a:off x="13596794" y="821685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65927F4D-6693-3B1A-72AA-47667F1B3C6D}"/>
              </a:ext>
            </a:extLst>
          </p:cNvPr>
          <p:cNvSpPr/>
          <p:nvPr/>
        </p:nvSpPr>
        <p:spPr>
          <a:xfrm>
            <a:off x="14117912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D45C68A-5907-B2C9-7E47-D80D1AF79BA0}"/>
              </a:ext>
            </a:extLst>
          </p:cNvPr>
          <p:cNvSpPr/>
          <p:nvPr/>
        </p:nvSpPr>
        <p:spPr>
          <a:xfrm>
            <a:off x="15530603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5AC32AE9-C35E-662B-CE04-AF25FE7E44AF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 flipH="1">
            <a:off x="13596795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7F51B4D-B23E-98A7-A78C-E7FE1E615931}"/>
              </a:ext>
            </a:extLst>
          </p:cNvPr>
          <p:cNvCxnSpPr>
            <a:cxnSpLocks/>
            <a:stCxn id="31" idx="4"/>
            <a:endCxn id="35" idx="1"/>
          </p:cNvCxnSpPr>
          <p:nvPr/>
        </p:nvCxnSpPr>
        <p:spPr>
          <a:xfrm>
            <a:off x="13625382" y="6843568"/>
            <a:ext cx="1946883" cy="12861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3FB701FB-6985-6C08-2EF4-B83C5A03B45F}"/>
              </a:ext>
            </a:extLst>
          </p:cNvPr>
          <p:cNvSpPr/>
          <p:nvPr/>
        </p:nvSpPr>
        <p:spPr>
          <a:xfrm>
            <a:off x="15987247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endParaRPr lang="de-DE" sz="132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571F3-7F52-8FC2-83B8-7F3582351EFE}"/>
              </a:ext>
            </a:extLst>
          </p:cNvPr>
          <p:cNvSpPr/>
          <p:nvPr/>
        </p:nvSpPr>
        <p:spPr>
          <a:xfrm>
            <a:off x="15987247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B4F67C50-22D3-3DD0-1B70-E21AA58E383E}"/>
              </a:ext>
            </a:extLst>
          </p:cNvPr>
          <p:cNvSpPr/>
          <p:nvPr/>
        </p:nvSpPr>
        <p:spPr>
          <a:xfrm>
            <a:off x="17297809" y="653158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9" name="Zylinder 58">
            <a:extLst>
              <a:ext uri="{FF2B5EF4-FFF2-40B4-BE49-F238E27FC236}">
                <a16:creationId xmlns:a16="http://schemas.microsoft.com/office/drawing/2014/main" id="{296D4B84-45FB-F326-0011-A9722BE5F162}"/>
              </a:ext>
            </a:extLst>
          </p:cNvPr>
          <p:cNvSpPr/>
          <p:nvPr/>
        </p:nvSpPr>
        <p:spPr>
          <a:xfrm>
            <a:off x="16662847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B8D4334-24BE-63F6-0351-BBC1E4026722}"/>
              </a:ext>
            </a:extLst>
          </p:cNvPr>
          <p:cNvSpPr/>
          <p:nvPr/>
        </p:nvSpPr>
        <p:spPr>
          <a:xfrm>
            <a:off x="17963252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575412C-609D-E06C-40F6-04AAE4BABA67}"/>
              </a:ext>
            </a:extLst>
          </p:cNvPr>
          <p:cNvSpPr/>
          <p:nvPr/>
        </p:nvSpPr>
        <p:spPr>
          <a:xfrm>
            <a:off x="19327608" y="8061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FA22D83-E249-D68C-C407-44DE9F9DEDB5}"/>
              </a:ext>
            </a:extLst>
          </p:cNvPr>
          <p:cNvCxnSpPr>
            <a:cxnSpLocks/>
            <a:stCxn id="61" idx="2"/>
            <a:endCxn id="59" idx="1"/>
          </p:cNvCxnSpPr>
          <p:nvPr/>
        </p:nvCxnSpPr>
        <p:spPr>
          <a:xfrm flipH="1">
            <a:off x="17409566" y="8194020"/>
            <a:ext cx="1918045" cy="84694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9B3D795-1BD8-E0FC-B7B9-0E6BAC54303F}"/>
              </a:ext>
            </a:extLst>
          </p:cNvPr>
          <p:cNvCxnSpPr>
            <a:cxnSpLocks/>
            <a:stCxn id="54" idx="4"/>
            <a:endCxn id="61" idx="1"/>
          </p:cNvCxnSpPr>
          <p:nvPr/>
        </p:nvCxnSpPr>
        <p:spPr>
          <a:xfrm>
            <a:off x="17440041" y="6795731"/>
            <a:ext cx="1929226" cy="130490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BE4409-667C-9E2E-3880-75471AAEDFE4}"/>
              </a:ext>
            </a:extLst>
          </p:cNvPr>
          <p:cNvCxnSpPr/>
          <p:nvPr/>
        </p:nvCxnSpPr>
        <p:spPr>
          <a:xfrm>
            <a:off x="12025072" y="510292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7870ED2E-2366-F9BF-70EC-96AA5E0DCEF9}"/>
              </a:ext>
            </a:extLst>
          </p:cNvPr>
          <p:cNvCxnSpPr/>
          <p:nvPr/>
        </p:nvCxnSpPr>
        <p:spPr>
          <a:xfrm>
            <a:off x="15885645" y="5108002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B760A0B0-C77F-4115-9648-6048E0863E44}"/>
              </a:ext>
            </a:extLst>
          </p:cNvPr>
          <p:cNvSpPr txBox="1"/>
          <p:nvPr/>
        </p:nvSpPr>
        <p:spPr>
          <a:xfrm>
            <a:off x="12273984" y="5082631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3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B0048E22-0A2D-74E6-3D21-0181016AD3B6}"/>
              </a:ext>
            </a:extLst>
          </p:cNvPr>
          <p:cNvSpPr txBox="1"/>
          <p:nvPr/>
        </p:nvSpPr>
        <p:spPr>
          <a:xfrm>
            <a:off x="16161461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4</a:t>
            </a:r>
          </a:p>
        </p:txBody>
      </p:sp>
      <p:sp>
        <p:nvSpPr>
          <p:cNvPr id="69" name="Pfeil: nach oben 68">
            <a:extLst>
              <a:ext uri="{FF2B5EF4-FFF2-40B4-BE49-F238E27FC236}">
                <a16:creationId xmlns:a16="http://schemas.microsoft.com/office/drawing/2014/main" id="{8E659198-4832-FABD-6FC4-4C5B4FCBADCD}"/>
              </a:ext>
            </a:extLst>
          </p:cNvPr>
          <p:cNvSpPr/>
          <p:nvPr/>
        </p:nvSpPr>
        <p:spPr>
          <a:xfrm>
            <a:off x="9380343" y="5142287"/>
            <a:ext cx="326297" cy="695503"/>
          </a:xfrm>
          <a:prstGeom prst="upArrow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CB18D3D7-84D4-4E6E-CA57-BA4CC28D4132}"/>
              </a:ext>
            </a:extLst>
          </p:cNvPr>
          <p:cNvSpPr txBox="1"/>
          <p:nvPr/>
        </p:nvSpPr>
        <p:spPr>
          <a:xfrm>
            <a:off x="9642211" y="5277669"/>
            <a:ext cx="1586460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Notification</a:t>
            </a:r>
          </a:p>
        </p:txBody>
      </p:sp>
      <p:sp>
        <p:nvSpPr>
          <p:cNvPr id="71" name="Gewitterblitz 70">
            <a:extLst>
              <a:ext uri="{FF2B5EF4-FFF2-40B4-BE49-F238E27FC236}">
                <a16:creationId xmlns:a16="http://schemas.microsoft.com/office/drawing/2014/main" id="{A357F203-11EC-F0F7-7992-A76C6B4D1C1F}"/>
              </a:ext>
            </a:extLst>
          </p:cNvPr>
          <p:cNvSpPr/>
          <p:nvPr/>
        </p:nvSpPr>
        <p:spPr>
          <a:xfrm>
            <a:off x="8867937" y="5417478"/>
            <a:ext cx="585738" cy="778431"/>
          </a:xfrm>
          <a:prstGeom prst="lightningBol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83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6217383" y="6913065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ControllerDomainManager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7641998" y="8778630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13253356" y="8778630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8864713" y="8778630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10120289" y="9004860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4508931" y="9004860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4961808" y="8778630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6217387" y="9004860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10672353" y="4868689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LiveDomainManager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6217386" y="3920575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4961807" y="3694345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7641998" y="3694345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11161196">
            <a:off x="11164402" y="4200136"/>
            <a:ext cx="271476" cy="408147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13604950">
            <a:off x="8297882" y="5695575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592321">
            <a:off x="13720689" y="5176375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ED5A9BD-057D-5BD6-D147-09920CB2582A}"/>
              </a:ext>
            </a:extLst>
          </p:cNvPr>
          <p:cNvSpPr/>
          <p:nvPr/>
        </p:nvSpPr>
        <p:spPr>
          <a:xfrm>
            <a:off x="10120290" y="6691462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DeviceDomainManager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54E655E-2B34-B04D-3363-A302E7369520}"/>
              </a:ext>
            </a:extLst>
          </p:cNvPr>
          <p:cNvSpPr/>
          <p:nvPr/>
        </p:nvSpPr>
        <p:spPr>
          <a:xfrm>
            <a:off x="14508929" y="6917690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MIM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630BD30-CC38-FB1F-F6DE-5513D494C452}"/>
              </a:ext>
            </a:extLst>
          </p:cNvPr>
          <p:cNvCxnSpPr>
            <a:cxnSpLocks/>
          </p:cNvCxnSpPr>
          <p:nvPr/>
        </p:nvCxnSpPr>
        <p:spPr>
          <a:xfrm>
            <a:off x="6217387" y="63953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843FC30-AB65-AA48-C611-856241EA0340}"/>
              </a:ext>
            </a:extLst>
          </p:cNvPr>
          <p:cNvCxnSpPr>
            <a:cxnSpLocks/>
          </p:cNvCxnSpPr>
          <p:nvPr/>
        </p:nvCxnSpPr>
        <p:spPr>
          <a:xfrm>
            <a:off x="8864713" y="64842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DB98520-FB80-D721-EFDC-E78AEAA20F2D}"/>
              </a:ext>
            </a:extLst>
          </p:cNvPr>
          <p:cNvCxnSpPr>
            <a:cxnSpLocks/>
          </p:cNvCxnSpPr>
          <p:nvPr/>
        </p:nvCxnSpPr>
        <p:spPr>
          <a:xfrm>
            <a:off x="10128987" y="63572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1E99FEE-C895-7B80-6777-65CF92E93E2D}"/>
              </a:ext>
            </a:extLst>
          </p:cNvPr>
          <p:cNvCxnSpPr>
            <a:cxnSpLocks/>
          </p:cNvCxnSpPr>
          <p:nvPr/>
        </p:nvCxnSpPr>
        <p:spPr>
          <a:xfrm>
            <a:off x="13253355" y="64271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5F5A1B8-2C7E-E1CC-CB12-952679A680F9}"/>
              </a:ext>
            </a:extLst>
          </p:cNvPr>
          <p:cNvCxnSpPr>
            <a:cxnSpLocks/>
          </p:cNvCxnSpPr>
          <p:nvPr/>
        </p:nvCxnSpPr>
        <p:spPr>
          <a:xfrm>
            <a:off x="14517629" y="63509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schweifte Klammer rechts 22">
            <a:extLst>
              <a:ext uri="{FF2B5EF4-FFF2-40B4-BE49-F238E27FC236}">
                <a16:creationId xmlns:a16="http://schemas.microsoft.com/office/drawing/2014/main" id="{466EF11B-29FD-7A77-EA0E-BEDFB2BD0DC6}"/>
              </a:ext>
            </a:extLst>
          </p:cNvPr>
          <p:cNvSpPr/>
          <p:nvPr/>
        </p:nvSpPr>
        <p:spPr>
          <a:xfrm rot="16200000">
            <a:off x="14451733" y="1781193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CA5F0B8-F8DB-F7F2-6934-CC36BE107716}"/>
              </a:ext>
            </a:extLst>
          </p:cNvPr>
          <p:cNvSpPr txBox="1"/>
          <p:nvPr/>
        </p:nvSpPr>
        <p:spPr>
          <a:xfrm>
            <a:off x="7136191" y="6375009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D74D6ED-A6F6-5A0A-6F12-F48F51B20136}"/>
              </a:ext>
            </a:extLst>
          </p:cNvPr>
          <p:cNvSpPr txBox="1"/>
          <p:nvPr/>
        </p:nvSpPr>
        <p:spPr>
          <a:xfrm>
            <a:off x="8932944" y="6256834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64BABF6-7539-6951-AFB3-FC1CA3AF26E0}"/>
              </a:ext>
            </a:extLst>
          </p:cNvPr>
          <p:cNvSpPr txBox="1"/>
          <p:nvPr/>
        </p:nvSpPr>
        <p:spPr>
          <a:xfrm>
            <a:off x="13154202" y="6202575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FBDA780-C7A0-2D26-705D-90AF4FB2D538}"/>
              </a:ext>
            </a:extLst>
          </p:cNvPr>
          <p:cNvSpPr txBox="1"/>
          <p:nvPr/>
        </p:nvSpPr>
        <p:spPr>
          <a:xfrm>
            <a:off x="11300141" y="6341074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67830D5-9585-F8F1-C047-028467F57783}"/>
              </a:ext>
            </a:extLst>
          </p:cNvPr>
          <p:cNvSpPr txBox="1"/>
          <p:nvPr/>
        </p:nvSpPr>
        <p:spPr>
          <a:xfrm>
            <a:off x="15623758" y="6338763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5A82855C-6FF6-0C22-BC7A-A3E94E9CD8FA}"/>
              </a:ext>
            </a:extLst>
          </p:cNvPr>
          <p:cNvSpPr/>
          <p:nvPr/>
        </p:nvSpPr>
        <p:spPr>
          <a:xfrm rot="16200000">
            <a:off x="8093640" y="4192989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DC5D979-CBD6-E279-D7FA-93569BEB60DF}"/>
              </a:ext>
            </a:extLst>
          </p:cNvPr>
          <p:cNvSpPr txBox="1"/>
          <p:nvPr/>
        </p:nvSpPr>
        <p:spPr>
          <a:xfrm>
            <a:off x="10845946" y="3918325"/>
            <a:ext cx="2898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Transport of Read from Live – Operation ?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3F67427-C9F9-534A-8E80-5DEB5C266EC6}"/>
              </a:ext>
            </a:extLst>
          </p:cNvPr>
          <p:cNvCxnSpPr>
            <a:cxnSpLocks/>
          </p:cNvCxnSpPr>
          <p:nvPr/>
        </p:nvCxnSpPr>
        <p:spPr>
          <a:xfrm>
            <a:off x="4932743" y="3421911"/>
            <a:ext cx="1268019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F1C87441-A171-4006-4456-3437467DD47E}"/>
              </a:ext>
            </a:extLst>
          </p:cNvPr>
          <p:cNvSpPr txBox="1"/>
          <p:nvPr/>
        </p:nvSpPr>
        <p:spPr>
          <a:xfrm>
            <a:off x="10390103" y="3426631"/>
            <a:ext cx="20747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Read from Live – Operation ?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16922BC-64F9-D223-69A6-7109BF41F9BA}"/>
              </a:ext>
            </a:extLst>
          </p:cNvPr>
          <p:cNvSpPr txBox="1"/>
          <p:nvPr/>
        </p:nvSpPr>
        <p:spPr>
          <a:xfrm>
            <a:off x="10080784" y="6124162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F03B1639-50D8-D533-33CA-648284718463}"/>
              </a:ext>
            </a:extLst>
          </p:cNvPr>
          <p:cNvSpPr txBox="1"/>
          <p:nvPr/>
        </p:nvSpPr>
        <p:spPr>
          <a:xfrm>
            <a:off x="6149156" y="6177568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15F57D7-5599-DFC3-B6E9-DA8E26F58329}"/>
              </a:ext>
            </a:extLst>
          </p:cNvPr>
          <p:cNvCxnSpPr>
            <a:cxnSpLocks/>
          </p:cNvCxnSpPr>
          <p:nvPr/>
        </p:nvCxnSpPr>
        <p:spPr>
          <a:xfrm>
            <a:off x="10099923" y="10141002"/>
            <a:ext cx="751301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EE58D74-87E6-4A14-9122-102D98610CDC}"/>
              </a:ext>
            </a:extLst>
          </p:cNvPr>
          <p:cNvCxnSpPr>
            <a:cxnSpLocks/>
          </p:cNvCxnSpPr>
          <p:nvPr/>
        </p:nvCxnSpPr>
        <p:spPr>
          <a:xfrm>
            <a:off x="13174863" y="10522798"/>
            <a:ext cx="443807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AA52B7F9-F012-88DE-87BF-2C8D2910D710}"/>
              </a:ext>
            </a:extLst>
          </p:cNvPr>
          <p:cNvSpPr txBox="1"/>
          <p:nvPr/>
        </p:nvSpPr>
        <p:spPr>
          <a:xfrm>
            <a:off x="13025330" y="9916405"/>
            <a:ext cx="2028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Connected state at the ODL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C1B0018D-7D20-0014-257D-BAF1E45FF92C}"/>
              </a:ext>
            </a:extLst>
          </p:cNvPr>
          <p:cNvSpPr txBox="1"/>
          <p:nvPr/>
        </p:nvSpPr>
        <p:spPr>
          <a:xfrm>
            <a:off x="13368030" y="10304019"/>
            <a:ext cx="41431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Addressing an attribute with an NCM-internal NetconfClient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2CEB087D-6A36-0216-6770-BEDF1124CA9F}"/>
              </a:ext>
            </a:extLst>
          </p:cNvPr>
          <p:cNvSpPr txBox="1"/>
          <p:nvPr/>
        </p:nvSpPr>
        <p:spPr>
          <a:xfrm>
            <a:off x="1828744" y="8866363"/>
            <a:ext cx="8140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68C06B6-6A0F-B5CA-F0D2-EEEC1DB4791F}"/>
              </a:ext>
            </a:extLst>
          </p:cNvPr>
          <p:cNvSpPr txBox="1"/>
          <p:nvPr/>
        </p:nvSpPr>
        <p:spPr>
          <a:xfrm>
            <a:off x="1828744" y="7336353"/>
            <a:ext cx="7857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Domains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C262B0E-D458-CB62-691D-F98F7C5FD237}"/>
              </a:ext>
            </a:extLst>
          </p:cNvPr>
          <p:cNvSpPr txBox="1"/>
          <p:nvPr/>
        </p:nvSpPr>
        <p:spPr>
          <a:xfrm>
            <a:off x="1828743" y="6337981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Connections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80E54012-F6A5-2CBA-AF56-9ED147C2C8EB}"/>
              </a:ext>
            </a:extLst>
          </p:cNvPr>
          <p:cNvSpPr txBox="1"/>
          <p:nvPr/>
        </p:nvSpPr>
        <p:spPr>
          <a:xfrm>
            <a:off x="1828743" y="4956422"/>
            <a:ext cx="27142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 holding higher layer Domain ?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CBEB432B-CDB6-9FB5-306F-E45DCFE0523F}"/>
              </a:ext>
            </a:extLst>
          </p:cNvPr>
          <p:cNvSpPr txBox="1"/>
          <p:nvPr/>
        </p:nvSpPr>
        <p:spPr>
          <a:xfrm>
            <a:off x="1828743" y="3553731"/>
            <a:ext cx="1973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Higher layer Connections ?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F4F316C-ACA9-5A1A-70BB-DE6AB61CB4BC}"/>
              </a:ext>
            </a:extLst>
          </p:cNvPr>
          <p:cNvSpPr txBox="1"/>
          <p:nvPr/>
        </p:nvSpPr>
        <p:spPr>
          <a:xfrm>
            <a:off x="1828744" y="10165519"/>
            <a:ext cx="2266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Potential status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1945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Ellipse 125">
            <a:extLst>
              <a:ext uri="{FF2B5EF4-FFF2-40B4-BE49-F238E27FC236}">
                <a16:creationId xmlns:a16="http://schemas.microsoft.com/office/drawing/2014/main" id="{8433F276-58B1-8611-F513-917A26BDA823}"/>
              </a:ext>
            </a:extLst>
          </p:cNvPr>
          <p:cNvSpPr/>
          <p:nvPr/>
        </p:nvSpPr>
        <p:spPr>
          <a:xfrm>
            <a:off x="2283626" y="9153433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7" name="Ellipse 126">
            <a:extLst>
              <a:ext uri="{FF2B5EF4-FFF2-40B4-BE49-F238E27FC236}">
                <a16:creationId xmlns:a16="http://schemas.microsoft.com/office/drawing/2014/main" id="{D1E65784-8FD9-B02F-A1D5-5343CD6554A3}"/>
              </a:ext>
            </a:extLst>
          </p:cNvPr>
          <p:cNvSpPr/>
          <p:nvPr/>
        </p:nvSpPr>
        <p:spPr>
          <a:xfrm>
            <a:off x="7420554" y="9986242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de-DE" sz="2160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B1A2157-6724-A43D-0B35-9160EA316445}"/>
              </a:ext>
            </a:extLst>
          </p:cNvPr>
          <p:cNvSpPr/>
          <p:nvPr/>
        </p:nvSpPr>
        <p:spPr>
          <a:xfrm>
            <a:off x="2283626" y="5420567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B17F57F-53EB-18D9-E3D6-4AFE0C884ADC}"/>
              </a:ext>
            </a:extLst>
          </p:cNvPr>
          <p:cNvSpPr/>
          <p:nvPr/>
        </p:nvSpPr>
        <p:spPr>
          <a:xfrm>
            <a:off x="7420554" y="6253376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ManagementPlane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7516167" y="3830711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3611370" y="3830711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2330406" y="2874281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6207339" y="2874281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10110244" y="2874281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4496776" y="2874281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8884512" y="2874281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1419075" y="3830711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5805604" y="3830711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7037859" y="3606873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2551714" y="3606873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8700310" y="3606873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4778442" y="3606873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7516167" y="3504281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3611370" y="3504281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1419075" y="3504281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5805604" y="3504281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7037859" y="327796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2551714" y="327796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8700310" y="327796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4778442" y="327796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CA3EBB93-7CD2-AACC-5EBB-7D31CDA4CFA0}"/>
              </a:ext>
            </a:extLst>
          </p:cNvPr>
          <p:cNvCxnSpPr>
            <a:cxnSpLocks/>
            <a:stCxn id="21" idx="6"/>
            <a:endCxn id="31" idx="2"/>
          </p:cNvCxnSpPr>
          <p:nvPr/>
        </p:nvCxnSpPr>
        <p:spPr>
          <a:xfrm>
            <a:off x="7515557" y="3177852"/>
            <a:ext cx="259468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3610760" y="3177852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7CE98A98-9BDB-7C66-5508-98080A443ADD}"/>
              </a:ext>
            </a:extLst>
          </p:cNvPr>
          <p:cNvCxnSpPr>
            <a:cxnSpLocks/>
            <a:stCxn id="34" idx="6"/>
            <a:endCxn id="37" idx="2"/>
          </p:cNvCxnSpPr>
          <p:nvPr/>
        </p:nvCxnSpPr>
        <p:spPr>
          <a:xfrm>
            <a:off x="11418465" y="3177852"/>
            <a:ext cx="307831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6282EA90-F799-C253-8E43-89E00032E84F}"/>
              </a:ext>
            </a:extLst>
          </p:cNvPr>
          <p:cNvCxnSpPr>
            <a:cxnSpLocks/>
            <a:stCxn id="40" idx="6"/>
            <a:endCxn id="43" idx="2"/>
          </p:cNvCxnSpPr>
          <p:nvPr/>
        </p:nvCxnSpPr>
        <p:spPr>
          <a:xfrm>
            <a:off x="15804994" y="3177852"/>
            <a:ext cx="307951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1CE85E13-D3E1-CDE4-FA8A-7B4CB9781801}"/>
              </a:ext>
            </a:extLst>
          </p:cNvPr>
          <p:cNvSpPr txBox="1"/>
          <p:nvPr/>
        </p:nvSpPr>
        <p:spPr>
          <a:xfrm>
            <a:off x="17164691" y="2957862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BBF2B485-0227-7BD9-6033-C4315B506AE6}"/>
              </a:ext>
            </a:extLst>
          </p:cNvPr>
          <p:cNvSpPr txBox="1"/>
          <p:nvPr/>
        </p:nvSpPr>
        <p:spPr>
          <a:xfrm>
            <a:off x="12678546" y="2957862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C815FC97-AD4D-0C80-F066-35BB0B840AC8}"/>
              </a:ext>
            </a:extLst>
          </p:cNvPr>
          <p:cNvSpPr txBox="1"/>
          <p:nvPr/>
        </p:nvSpPr>
        <p:spPr>
          <a:xfrm>
            <a:off x="8383909" y="2957862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4355444" y="2957862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6233308" y="4630800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6863308" y="4134281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6863308" y="4254856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A6214C1A-00CB-38C4-E48D-E4041FFB9D28}"/>
              </a:ext>
            </a:extLst>
          </p:cNvPr>
          <p:cNvSpPr/>
          <p:nvPr/>
        </p:nvSpPr>
        <p:spPr>
          <a:xfrm>
            <a:off x="11349436" y="717526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C085F62A-119E-7200-7A6A-22973EC1DAC0}"/>
              </a:ext>
            </a:extLst>
          </p:cNvPr>
          <p:cNvSpPr/>
          <p:nvPr/>
        </p:nvSpPr>
        <p:spPr>
          <a:xfrm>
            <a:off x="11349436" y="706498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501C3D70-C860-9451-D948-575F8C49F169}"/>
              </a:ext>
            </a:extLst>
          </p:cNvPr>
          <p:cNvSpPr/>
          <p:nvPr/>
        </p:nvSpPr>
        <p:spPr>
          <a:xfrm>
            <a:off x="11349436" y="693131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36E1CA6E-4E8C-B872-7092-F763D320DFBC}"/>
              </a:ext>
            </a:extLst>
          </p:cNvPr>
          <p:cNvSpPr/>
          <p:nvPr/>
        </p:nvSpPr>
        <p:spPr>
          <a:xfrm>
            <a:off x="11349436" y="678897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972E8878-090E-BD88-49B5-278906ACB9F8}"/>
              </a:ext>
            </a:extLst>
          </p:cNvPr>
          <p:cNvSpPr/>
          <p:nvPr/>
        </p:nvSpPr>
        <p:spPr>
          <a:xfrm>
            <a:off x="6160554" y="6949033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3A933C6-6F51-820D-1884-D22E261B735C}"/>
              </a:ext>
            </a:extLst>
          </p:cNvPr>
          <p:cNvSpPr>
            <a:spLocks noChangeAspect="1"/>
          </p:cNvSpPr>
          <p:nvPr/>
        </p:nvSpPr>
        <p:spPr>
          <a:xfrm rot="5400000">
            <a:off x="6128286" y="7739068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759780D8-753C-B87D-4B60-A1C63064CC00}"/>
              </a:ext>
            </a:extLst>
          </p:cNvPr>
          <p:cNvSpPr/>
          <p:nvPr/>
        </p:nvSpPr>
        <p:spPr>
          <a:xfrm>
            <a:off x="11349436" y="1090812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408DD293-C6B5-A4EB-D7A1-EC8BA573C54A}"/>
              </a:ext>
            </a:extLst>
          </p:cNvPr>
          <p:cNvSpPr/>
          <p:nvPr/>
        </p:nvSpPr>
        <p:spPr>
          <a:xfrm>
            <a:off x="11349436" y="1079784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0" name="Ellipse 129">
            <a:extLst>
              <a:ext uri="{FF2B5EF4-FFF2-40B4-BE49-F238E27FC236}">
                <a16:creationId xmlns:a16="http://schemas.microsoft.com/office/drawing/2014/main" id="{CADEDB5F-2929-CB20-07BC-6A95CEBA98E0}"/>
              </a:ext>
            </a:extLst>
          </p:cNvPr>
          <p:cNvSpPr/>
          <p:nvPr/>
        </p:nvSpPr>
        <p:spPr>
          <a:xfrm>
            <a:off x="11349436" y="1066418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1" name="Ellipse 130">
            <a:extLst>
              <a:ext uri="{FF2B5EF4-FFF2-40B4-BE49-F238E27FC236}">
                <a16:creationId xmlns:a16="http://schemas.microsoft.com/office/drawing/2014/main" id="{9CC590DC-D93B-10DA-730C-23217E4A1688}"/>
              </a:ext>
            </a:extLst>
          </p:cNvPr>
          <p:cNvSpPr/>
          <p:nvPr/>
        </p:nvSpPr>
        <p:spPr>
          <a:xfrm>
            <a:off x="11349436" y="105218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81149D7-2160-45B2-8188-F8ACB853B399}"/>
              </a:ext>
            </a:extLst>
          </p:cNvPr>
          <p:cNvSpPr/>
          <p:nvPr/>
        </p:nvSpPr>
        <p:spPr>
          <a:xfrm>
            <a:off x="6160554" y="10681899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33" name="Ellipse 132">
            <a:extLst>
              <a:ext uri="{FF2B5EF4-FFF2-40B4-BE49-F238E27FC236}">
                <a16:creationId xmlns:a16="http://schemas.microsoft.com/office/drawing/2014/main" id="{C1C48BAA-5BA7-2C9B-F00F-27C0F59C6004}"/>
              </a:ext>
            </a:extLst>
          </p:cNvPr>
          <p:cNvSpPr>
            <a:spLocks noChangeAspect="1"/>
          </p:cNvSpPr>
          <p:nvPr/>
        </p:nvSpPr>
        <p:spPr>
          <a:xfrm rot="5400000">
            <a:off x="6128286" y="11471934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36" name="Ellipse 135">
            <a:extLst>
              <a:ext uri="{FF2B5EF4-FFF2-40B4-BE49-F238E27FC236}">
                <a16:creationId xmlns:a16="http://schemas.microsoft.com/office/drawing/2014/main" id="{3F153420-288D-2E18-E137-2B9D78F13334}"/>
              </a:ext>
            </a:extLst>
          </p:cNvPr>
          <p:cNvSpPr/>
          <p:nvPr/>
        </p:nvSpPr>
        <p:spPr>
          <a:xfrm>
            <a:off x="7469839" y="10528797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173FF4D-59E6-382E-1D1F-90DC01878C36}"/>
              </a:ext>
            </a:extLst>
          </p:cNvPr>
          <p:cNvSpPr/>
          <p:nvPr/>
        </p:nvSpPr>
        <p:spPr>
          <a:xfrm>
            <a:off x="10117168" y="695216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283625" y="13032929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420553" y="13865738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349435" y="14787625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349435" y="146773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349435" y="1454367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349435" y="14401340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6160553" y="1456139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6128285" y="15351430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469838" y="14408293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1179232" y="14134584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C6CD39DF-AFCF-4284-6807-DCEF77710727}"/>
              </a:ext>
            </a:extLst>
          </p:cNvPr>
          <p:cNvCxnSpPr/>
          <p:nvPr/>
        </p:nvCxnSpPr>
        <p:spPr>
          <a:xfrm>
            <a:off x="2080423" y="5277181"/>
            <a:ext cx="0" cy="10797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E9390CF-9B19-E0A6-CBE7-8F903C0117AA}"/>
              </a:ext>
            </a:extLst>
          </p:cNvPr>
          <p:cNvCxnSpPr>
            <a:cxnSpLocks/>
          </p:cNvCxnSpPr>
          <p:nvPr/>
        </p:nvCxnSpPr>
        <p:spPr>
          <a:xfrm rot="5400000">
            <a:off x="7515557" y="7407480"/>
            <a:ext cx="0" cy="10797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783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hteck 29">
            <a:extLst>
              <a:ext uri="{FF2B5EF4-FFF2-40B4-BE49-F238E27FC236}">
                <a16:creationId xmlns:a16="http://schemas.microsoft.com/office/drawing/2014/main" id="{A759E68E-FC52-CDA9-26E1-2A750D430DDD}"/>
              </a:ext>
            </a:extLst>
          </p:cNvPr>
          <p:cNvSpPr/>
          <p:nvPr/>
        </p:nvSpPr>
        <p:spPr>
          <a:xfrm>
            <a:off x="7190228" y="4957339"/>
            <a:ext cx="12710588" cy="1597494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4464D08-EF53-AD08-F9BE-58657BE6EDF6}"/>
              </a:ext>
            </a:extLst>
          </p:cNvPr>
          <p:cNvSpPr/>
          <p:nvPr/>
        </p:nvSpPr>
        <p:spPr>
          <a:xfrm>
            <a:off x="11146234" y="8424346"/>
            <a:ext cx="8754583" cy="2236396"/>
          </a:xfrm>
          <a:prstGeom prst="rect">
            <a:avLst/>
          </a:prstGeom>
          <a:solidFill>
            <a:schemeClr val="accent5">
              <a:alpha val="2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DeviceDomain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19688F-DE37-08C1-118D-7D350AFE0CD0}"/>
              </a:ext>
            </a:extLst>
          </p:cNvPr>
          <p:cNvSpPr/>
          <p:nvPr/>
        </p:nvSpPr>
        <p:spPr>
          <a:xfrm>
            <a:off x="7190228" y="8424346"/>
            <a:ext cx="3948624" cy="2236396"/>
          </a:xfrm>
          <a:prstGeom prst="rect">
            <a:avLst/>
          </a:prstGeom>
          <a:solidFill>
            <a:schemeClr val="accent6"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ControllerDomain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7243937" y="10134860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3339140" y="10134860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2058176" y="9178430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5935109" y="9178430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9838014" y="9178430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4224546" y="9178430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8612282" y="9178430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1146845" y="10134860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5533374" y="10134860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6933944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2447799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8428080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4506212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7243937" y="9808430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3339140" y="9808430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1146845" y="9808430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5533374" y="9808430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6933944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2447799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8428080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4506212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3338530" y="9482001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4083214" y="9262011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5961078" y="10934949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6591078" y="10438430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6591078" y="10559005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84CA366-28F1-C25B-757A-C46EC1D4400F}"/>
              </a:ext>
            </a:extLst>
          </p:cNvPr>
          <p:cNvCxnSpPr>
            <a:cxnSpLocks/>
          </p:cNvCxnSpPr>
          <p:nvPr/>
        </p:nvCxnSpPr>
        <p:spPr>
          <a:xfrm flipV="1">
            <a:off x="7190228" y="8806542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4BCD004-1121-6524-C7D5-F21DDF747ABA}"/>
              </a:ext>
            </a:extLst>
          </p:cNvPr>
          <p:cNvSpPr txBox="1"/>
          <p:nvPr/>
        </p:nvSpPr>
        <p:spPr>
          <a:xfrm>
            <a:off x="8841976" y="8590847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4283A065-EFDC-D4DE-E66D-64FF372380E4}"/>
              </a:ext>
            </a:extLst>
          </p:cNvPr>
          <p:cNvCxnSpPr>
            <a:cxnSpLocks/>
          </p:cNvCxnSpPr>
          <p:nvPr/>
        </p:nvCxnSpPr>
        <p:spPr>
          <a:xfrm>
            <a:off x="11153614" y="8878705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BC323A48-6CC7-3B53-AB86-D381F5467C22}"/>
              </a:ext>
            </a:extLst>
          </p:cNvPr>
          <p:cNvSpPr txBox="1"/>
          <p:nvPr/>
        </p:nvSpPr>
        <p:spPr>
          <a:xfrm>
            <a:off x="13547734" y="8643856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8EE26BEE-DA65-743C-4E18-9DBADEDD465A}"/>
              </a:ext>
            </a:extLst>
          </p:cNvPr>
          <p:cNvSpPr txBox="1"/>
          <p:nvPr/>
        </p:nvSpPr>
        <p:spPr>
          <a:xfrm>
            <a:off x="19093740" y="8187657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DE3C1C8-C579-D0F0-92CB-5CCB5318330E}"/>
              </a:ext>
            </a:extLst>
          </p:cNvPr>
          <p:cNvCxnSpPr>
            <a:cxnSpLocks/>
          </p:cNvCxnSpPr>
          <p:nvPr/>
        </p:nvCxnSpPr>
        <p:spPr>
          <a:xfrm>
            <a:off x="7177678" y="5566804"/>
            <a:ext cx="114629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6E63747B-722D-B5B3-C62D-05734C6E8D7E}"/>
              </a:ext>
            </a:extLst>
          </p:cNvPr>
          <p:cNvSpPr txBox="1"/>
          <p:nvPr/>
        </p:nvSpPr>
        <p:spPr>
          <a:xfrm>
            <a:off x="12869984" y="5341134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087717E-97C2-CC8A-86D0-A0AD28F8E8F3}"/>
              </a:ext>
            </a:extLst>
          </p:cNvPr>
          <p:cNvSpPr/>
          <p:nvPr/>
        </p:nvSpPr>
        <p:spPr>
          <a:xfrm>
            <a:off x="5960470" y="5341134"/>
            <a:ext cx="1260000" cy="1065692"/>
          </a:xfrm>
          <a:prstGeom prst="rect">
            <a:avLst/>
          </a:prstGeom>
          <a:solidFill>
            <a:schemeClr val="bg1">
              <a:lumMod val="50000"/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1BB23D9F-6730-9632-59F9-D87C79136B20}"/>
              </a:ext>
            </a:extLst>
          </p:cNvPr>
          <p:cNvSpPr/>
          <p:nvPr/>
        </p:nvSpPr>
        <p:spPr>
          <a:xfrm>
            <a:off x="9863375" y="5942832"/>
            <a:ext cx="1260000" cy="463994"/>
          </a:xfrm>
          <a:prstGeom prst="rect">
            <a:avLst/>
          </a:prstGeom>
          <a:solidFill>
            <a:schemeClr val="accent6"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7A35A77E-C566-F7DD-8261-C4264E949765}"/>
              </a:ext>
            </a:extLst>
          </p:cNvPr>
          <p:cNvSpPr/>
          <p:nvPr/>
        </p:nvSpPr>
        <p:spPr>
          <a:xfrm>
            <a:off x="18640658" y="5341134"/>
            <a:ext cx="1260000" cy="1065693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1E568CB8-CFC1-2854-CA1F-DF16C3ED20D4}"/>
              </a:ext>
            </a:extLst>
          </p:cNvPr>
          <p:cNvCxnSpPr>
            <a:cxnSpLocks/>
            <a:stCxn id="57" idx="2"/>
          </p:cNvCxnSpPr>
          <p:nvPr/>
        </p:nvCxnSpPr>
        <p:spPr>
          <a:xfrm flipH="1">
            <a:off x="6590468" y="6406826"/>
            <a:ext cx="2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6" name="Textfeld 155">
            <a:extLst>
              <a:ext uri="{FF2B5EF4-FFF2-40B4-BE49-F238E27FC236}">
                <a16:creationId xmlns:a16="http://schemas.microsoft.com/office/drawing/2014/main" id="{636D5ACB-A697-732D-CBB5-9E2584C98C70}"/>
              </a:ext>
            </a:extLst>
          </p:cNvPr>
          <p:cNvSpPr txBox="1"/>
          <p:nvPr/>
        </p:nvSpPr>
        <p:spPr>
          <a:xfrm>
            <a:off x="6590468" y="6527401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28938B6D-DD42-C367-3909-01E59FF18F3C}"/>
              </a:ext>
            </a:extLst>
          </p:cNvPr>
          <p:cNvCxnSpPr>
            <a:cxnSpLocks/>
          </p:cNvCxnSpPr>
          <p:nvPr/>
        </p:nvCxnSpPr>
        <p:spPr>
          <a:xfrm>
            <a:off x="11138852" y="6177682"/>
            <a:ext cx="7473430" cy="4214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0" name="Textfeld 159">
            <a:extLst>
              <a:ext uri="{FF2B5EF4-FFF2-40B4-BE49-F238E27FC236}">
                <a16:creationId xmlns:a16="http://schemas.microsoft.com/office/drawing/2014/main" id="{9F687025-CC2A-C9C1-16D8-E004D6B73C48}"/>
              </a:ext>
            </a:extLst>
          </p:cNvPr>
          <p:cNvSpPr txBox="1"/>
          <p:nvPr/>
        </p:nvSpPr>
        <p:spPr>
          <a:xfrm>
            <a:off x="13532972" y="5942833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4200 x 64</a:t>
            </a:r>
          </a:p>
        </p:txBody>
      </p:sp>
      <p:cxnSp>
        <p:nvCxnSpPr>
          <p:cNvPr id="161" name="Gerader Verbinder 160">
            <a:extLst>
              <a:ext uri="{FF2B5EF4-FFF2-40B4-BE49-F238E27FC236}">
                <a16:creationId xmlns:a16="http://schemas.microsoft.com/office/drawing/2014/main" id="{594E8F19-5099-DCB8-648B-0182E8D4BE18}"/>
              </a:ext>
            </a:extLst>
          </p:cNvPr>
          <p:cNvCxnSpPr>
            <a:cxnSpLocks/>
          </p:cNvCxnSpPr>
          <p:nvPr/>
        </p:nvCxnSpPr>
        <p:spPr>
          <a:xfrm flipV="1">
            <a:off x="7152114" y="6250475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2" name="Textfeld 161">
            <a:extLst>
              <a:ext uri="{FF2B5EF4-FFF2-40B4-BE49-F238E27FC236}">
                <a16:creationId xmlns:a16="http://schemas.microsoft.com/office/drawing/2014/main" id="{B33D63A8-39C3-9AA3-4E80-C654A975A080}"/>
              </a:ext>
            </a:extLst>
          </p:cNvPr>
          <p:cNvSpPr txBox="1"/>
          <p:nvPr/>
        </p:nvSpPr>
        <p:spPr>
          <a:xfrm>
            <a:off x="8656386" y="6034780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217" name="Pfeil: nach unten 216">
            <a:extLst>
              <a:ext uri="{FF2B5EF4-FFF2-40B4-BE49-F238E27FC236}">
                <a16:creationId xmlns:a16="http://schemas.microsoft.com/office/drawing/2014/main" id="{CBDAC551-9C5A-8A6E-FA59-650A19DD3550}"/>
              </a:ext>
            </a:extLst>
          </p:cNvPr>
          <p:cNvSpPr/>
          <p:nvPr/>
        </p:nvSpPr>
        <p:spPr>
          <a:xfrm rot="13604950">
            <a:off x="9392053" y="6682254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218" name="Pfeil: nach unten 217">
            <a:extLst>
              <a:ext uri="{FF2B5EF4-FFF2-40B4-BE49-F238E27FC236}">
                <a16:creationId xmlns:a16="http://schemas.microsoft.com/office/drawing/2014/main" id="{745AACB9-9982-444E-18BB-78CFBD39AB11}"/>
              </a:ext>
            </a:extLst>
          </p:cNvPr>
          <p:cNvSpPr/>
          <p:nvPr/>
        </p:nvSpPr>
        <p:spPr>
          <a:xfrm rot="6592321">
            <a:off x="14814860" y="6163054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16535D00-DA20-9C37-AE31-C34F09051861}"/>
              </a:ext>
            </a:extLst>
          </p:cNvPr>
          <p:cNvCxnSpPr>
            <a:cxnSpLocks/>
          </p:cNvCxnSpPr>
          <p:nvPr/>
        </p:nvCxnSpPr>
        <p:spPr>
          <a:xfrm>
            <a:off x="7311558" y="78610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0" name="Gerader Verbinder 219">
            <a:extLst>
              <a:ext uri="{FF2B5EF4-FFF2-40B4-BE49-F238E27FC236}">
                <a16:creationId xmlns:a16="http://schemas.microsoft.com/office/drawing/2014/main" id="{FA6B79BC-434F-33F7-42CE-14A0AB371B7A}"/>
              </a:ext>
            </a:extLst>
          </p:cNvPr>
          <p:cNvCxnSpPr>
            <a:cxnSpLocks/>
          </p:cNvCxnSpPr>
          <p:nvPr/>
        </p:nvCxnSpPr>
        <p:spPr>
          <a:xfrm>
            <a:off x="9958884" y="79499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4A7BE190-93DC-71F2-3BC6-B1E594A78580}"/>
              </a:ext>
            </a:extLst>
          </p:cNvPr>
          <p:cNvCxnSpPr>
            <a:cxnSpLocks/>
          </p:cNvCxnSpPr>
          <p:nvPr/>
        </p:nvCxnSpPr>
        <p:spPr>
          <a:xfrm>
            <a:off x="11223158" y="78229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2" name="Gerader Verbinder 221">
            <a:extLst>
              <a:ext uri="{FF2B5EF4-FFF2-40B4-BE49-F238E27FC236}">
                <a16:creationId xmlns:a16="http://schemas.microsoft.com/office/drawing/2014/main" id="{89B708AA-D914-44E1-9045-0E0CEC378C96}"/>
              </a:ext>
            </a:extLst>
          </p:cNvPr>
          <p:cNvCxnSpPr>
            <a:cxnSpLocks/>
          </p:cNvCxnSpPr>
          <p:nvPr/>
        </p:nvCxnSpPr>
        <p:spPr>
          <a:xfrm>
            <a:off x="14347526" y="78928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F4D25091-2A9E-7E2C-D029-E4A09E2F23DF}"/>
              </a:ext>
            </a:extLst>
          </p:cNvPr>
          <p:cNvCxnSpPr>
            <a:cxnSpLocks/>
          </p:cNvCxnSpPr>
          <p:nvPr/>
        </p:nvCxnSpPr>
        <p:spPr>
          <a:xfrm>
            <a:off x="15611800" y="78166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Geschweifte Klammer rechts 223">
            <a:extLst>
              <a:ext uri="{FF2B5EF4-FFF2-40B4-BE49-F238E27FC236}">
                <a16:creationId xmlns:a16="http://schemas.microsoft.com/office/drawing/2014/main" id="{8951DA17-AE83-6C5B-221D-C72C44D93739}"/>
              </a:ext>
            </a:extLst>
          </p:cNvPr>
          <p:cNvSpPr/>
          <p:nvPr/>
        </p:nvSpPr>
        <p:spPr>
          <a:xfrm rot="16200000">
            <a:off x="15545904" y="2767872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>
            <a:extLst>
              <a:ext uri="{FF2B5EF4-FFF2-40B4-BE49-F238E27FC236}">
                <a16:creationId xmlns:a16="http://schemas.microsoft.com/office/drawing/2014/main" id="{8BBF860C-986E-4D78-9F87-5F04364EF030}"/>
              </a:ext>
            </a:extLst>
          </p:cNvPr>
          <p:cNvSpPr txBox="1"/>
          <p:nvPr/>
        </p:nvSpPr>
        <p:spPr>
          <a:xfrm>
            <a:off x="8230362" y="7840709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26" name="Textfeld 225">
            <a:extLst>
              <a:ext uri="{FF2B5EF4-FFF2-40B4-BE49-F238E27FC236}">
                <a16:creationId xmlns:a16="http://schemas.microsoft.com/office/drawing/2014/main" id="{8D387E64-4BCA-66B6-70E1-7D45503060B6}"/>
              </a:ext>
            </a:extLst>
          </p:cNvPr>
          <p:cNvSpPr txBox="1"/>
          <p:nvPr/>
        </p:nvSpPr>
        <p:spPr>
          <a:xfrm>
            <a:off x="10027115" y="7722534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8E4CF222-5866-09E4-CEF1-F77A2E582179}"/>
              </a:ext>
            </a:extLst>
          </p:cNvPr>
          <p:cNvSpPr txBox="1"/>
          <p:nvPr/>
        </p:nvSpPr>
        <p:spPr>
          <a:xfrm>
            <a:off x="14248373" y="7668275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41F604F7-3B97-16A0-7639-BAE0AC5FCB99}"/>
              </a:ext>
            </a:extLst>
          </p:cNvPr>
          <p:cNvSpPr txBox="1"/>
          <p:nvPr/>
        </p:nvSpPr>
        <p:spPr>
          <a:xfrm>
            <a:off x="12394312" y="7806774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229" name="Textfeld 228">
            <a:extLst>
              <a:ext uri="{FF2B5EF4-FFF2-40B4-BE49-F238E27FC236}">
                <a16:creationId xmlns:a16="http://schemas.microsoft.com/office/drawing/2014/main" id="{872B2AA5-9684-873A-DAA2-C5063F168B48}"/>
              </a:ext>
            </a:extLst>
          </p:cNvPr>
          <p:cNvSpPr txBox="1"/>
          <p:nvPr/>
        </p:nvSpPr>
        <p:spPr>
          <a:xfrm>
            <a:off x="16717929" y="7804463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230" name="Geschweifte Klammer rechts 229">
            <a:extLst>
              <a:ext uri="{FF2B5EF4-FFF2-40B4-BE49-F238E27FC236}">
                <a16:creationId xmlns:a16="http://schemas.microsoft.com/office/drawing/2014/main" id="{1B2B2BE4-7CF1-023D-7FF4-FF94CA235C90}"/>
              </a:ext>
            </a:extLst>
          </p:cNvPr>
          <p:cNvSpPr/>
          <p:nvPr/>
        </p:nvSpPr>
        <p:spPr>
          <a:xfrm rot="16200000">
            <a:off x="9187811" y="5179668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6637CC3F-39A7-3055-AC71-8B42005C3657}"/>
              </a:ext>
            </a:extLst>
          </p:cNvPr>
          <p:cNvSpPr txBox="1"/>
          <p:nvPr/>
        </p:nvSpPr>
        <p:spPr>
          <a:xfrm>
            <a:off x="11174955" y="7589862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67DAE4BA-5DD0-3D10-73F5-7811C838F76D}"/>
              </a:ext>
            </a:extLst>
          </p:cNvPr>
          <p:cNvSpPr txBox="1"/>
          <p:nvPr/>
        </p:nvSpPr>
        <p:spPr>
          <a:xfrm>
            <a:off x="7243327" y="7643268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0BD0BBE8-B1D8-0794-495D-B0AA36DE01CC}"/>
              </a:ext>
            </a:extLst>
          </p:cNvPr>
          <p:cNvCxnSpPr>
            <a:cxnSpLocks/>
          </p:cNvCxnSpPr>
          <p:nvPr/>
        </p:nvCxnSpPr>
        <p:spPr>
          <a:xfrm flipV="1">
            <a:off x="7288078" y="7485776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4" name="Textfeld 233">
            <a:extLst>
              <a:ext uri="{FF2B5EF4-FFF2-40B4-BE49-F238E27FC236}">
                <a16:creationId xmlns:a16="http://schemas.microsoft.com/office/drawing/2014/main" id="{E192759D-A425-2BC5-ACF9-3D217D790BAF}"/>
              </a:ext>
            </a:extLst>
          </p:cNvPr>
          <p:cNvSpPr txBox="1"/>
          <p:nvPr/>
        </p:nvSpPr>
        <p:spPr>
          <a:xfrm>
            <a:off x="8792350" y="7270081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235" name="Gerader Verbinder 234">
            <a:extLst>
              <a:ext uri="{FF2B5EF4-FFF2-40B4-BE49-F238E27FC236}">
                <a16:creationId xmlns:a16="http://schemas.microsoft.com/office/drawing/2014/main" id="{97BB8CA5-5A7C-ED54-E5E0-9F16DFE5073E}"/>
              </a:ext>
            </a:extLst>
          </p:cNvPr>
          <p:cNvCxnSpPr>
            <a:cxnSpLocks/>
          </p:cNvCxnSpPr>
          <p:nvPr/>
        </p:nvCxnSpPr>
        <p:spPr>
          <a:xfrm>
            <a:off x="11259152" y="7483417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6" name="Textfeld 235">
            <a:extLst>
              <a:ext uri="{FF2B5EF4-FFF2-40B4-BE49-F238E27FC236}">
                <a16:creationId xmlns:a16="http://schemas.microsoft.com/office/drawing/2014/main" id="{98C8E64A-278A-5F82-E33E-6CBCFCCE6705}"/>
              </a:ext>
            </a:extLst>
          </p:cNvPr>
          <p:cNvSpPr txBox="1"/>
          <p:nvPr/>
        </p:nvSpPr>
        <p:spPr>
          <a:xfrm>
            <a:off x="13653272" y="7248568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749DA09-6288-202C-3744-45770460D429}"/>
              </a:ext>
            </a:extLst>
          </p:cNvPr>
          <p:cNvCxnSpPr/>
          <p:nvPr/>
        </p:nvCxnSpPr>
        <p:spPr>
          <a:xfrm flipH="1">
            <a:off x="3541714" y="4013201"/>
            <a:ext cx="15552027" cy="75681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040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B07028-9DDA-7F66-B27B-353CE67D042F}"/>
              </a:ext>
            </a:extLst>
          </p:cNvPr>
          <p:cNvSpPr/>
          <p:nvPr/>
        </p:nvSpPr>
        <p:spPr>
          <a:xfrm>
            <a:off x="9863985" y="4149228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11" idx="2"/>
          </p:cNvCxnSpPr>
          <p:nvPr/>
        </p:nvCxnSpPr>
        <p:spPr>
          <a:xfrm flipV="1">
            <a:off x="7243940" y="5105658"/>
            <a:ext cx="3232504" cy="1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9ACD396-053F-098F-6E39-579A071B2680}"/>
              </a:ext>
            </a:extLst>
          </p:cNvPr>
          <p:cNvSpPr/>
          <p:nvPr/>
        </p:nvSpPr>
        <p:spPr>
          <a:xfrm>
            <a:off x="5961080" y="4149228"/>
            <a:ext cx="1260000" cy="12600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DE4D244-E117-810E-FE87-3CCDF7FC1B8C}"/>
              </a:ext>
            </a:extLst>
          </p:cNvPr>
          <p:cNvSpPr/>
          <p:nvPr/>
        </p:nvSpPr>
        <p:spPr>
          <a:xfrm>
            <a:off x="7197611" y="4429940"/>
            <a:ext cx="45719" cy="45719"/>
          </a:xfrm>
          <a:prstGeom prst="ellips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12ABAB0-185A-7992-9793-D8DD22CF49D2}"/>
              </a:ext>
            </a:extLst>
          </p:cNvPr>
          <p:cNvSpPr/>
          <p:nvPr/>
        </p:nvSpPr>
        <p:spPr>
          <a:xfrm>
            <a:off x="7198221" y="5082799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0D90752-E600-F455-0214-43CAB7E7F87E}"/>
              </a:ext>
            </a:extLst>
          </p:cNvPr>
          <p:cNvSpPr/>
          <p:nvPr/>
        </p:nvSpPr>
        <p:spPr>
          <a:xfrm>
            <a:off x="14252628" y="4149228"/>
            <a:ext cx="1260000" cy="126000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accent5">
                <a:shade val="15000"/>
                <a:alpha val="2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BB5D594-F1DB-B50A-6F3D-508ABF55786F}"/>
              </a:ext>
            </a:extLst>
          </p:cNvPr>
          <p:cNvSpPr/>
          <p:nvPr/>
        </p:nvSpPr>
        <p:spPr>
          <a:xfrm>
            <a:off x="18641268" y="4149228"/>
            <a:ext cx="1260000" cy="12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5787C7D1-BC29-2037-C7E6-1111E88F43A2}"/>
              </a:ext>
            </a:extLst>
          </p:cNvPr>
          <p:cNvSpPr/>
          <p:nvPr/>
        </p:nvSpPr>
        <p:spPr>
          <a:xfrm>
            <a:off x="18612283" y="4429940"/>
            <a:ext cx="45719" cy="45719"/>
          </a:xfrm>
          <a:prstGeom prst="ellips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D4D61CF3-37D7-0039-79B0-B9C56150DD73}"/>
              </a:ext>
            </a:extLst>
          </p:cNvPr>
          <p:cNvSpPr/>
          <p:nvPr/>
        </p:nvSpPr>
        <p:spPr>
          <a:xfrm>
            <a:off x="18612893" y="5082799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11" idx="6"/>
            <a:endCxn id="45" idx="2"/>
          </p:cNvCxnSpPr>
          <p:nvPr/>
        </p:nvCxnSpPr>
        <p:spPr>
          <a:xfrm>
            <a:off x="10522163" y="5105658"/>
            <a:ext cx="8090730" cy="1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1517462" y="4866608"/>
            <a:ext cx="2393605" cy="271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425"/>
              </a:lnSpc>
            </a:pPr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7358960" y="4869226"/>
            <a:ext cx="2393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  <a:endParaRPr lang="de-DE" sz="1200"/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467E6A2-317A-7399-239A-7143D344A89A}"/>
              </a:ext>
            </a:extLst>
          </p:cNvPr>
          <p:cNvCxnSpPr>
            <a:cxnSpLocks/>
            <a:stCxn id="21" idx="6"/>
            <a:endCxn id="43" idx="2"/>
          </p:cNvCxnSpPr>
          <p:nvPr/>
        </p:nvCxnSpPr>
        <p:spPr>
          <a:xfrm>
            <a:off x="7243330" y="4452800"/>
            <a:ext cx="11368953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F6912587-3ADE-4684-D959-D1BFE18A4095}"/>
              </a:ext>
            </a:extLst>
          </p:cNvPr>
          <p:cNvSpPr txBox="1"/>
          <p:nvPr/>
        </p:nvSpPr>
        <p:spPr>
          <a:xfrm>
            <a:off x="11899777" y="4238067"/>
            <a:ext cx="1628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ManagementPlaneFc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44A8998-058C-2B1D-D901-032ED19F4C09}"/>
              </a:ext>
            </a:extLst>
          </p:cNvPr>
          <p:cNvSpPr txBox="1"/>
          <p:nvPr/>
        </p:nvSpPr>
        <p:spPr>
          <a:xfrm>
            <a:off x="8243016" y="4563091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uuid2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2C1DBE5-A1E7-FA00-FB16-E03A40A0628A}"/>
              </a:ext>
            </a:extLst>
          </p:cNvPr>
          <p:cNvSpPr/>
          <p:nvPr/>
        </p:nvSpPr>
        <p:spPr>
          <a:xfrm>
            <a:off x="10476444" y="5082798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307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hteck 124">
            <a:extLst>
              <a:ext uri="{FF2B5EF4-FFF2-40B4-BE49-F238E27FC236}">
                <a16:creationId xmlns:a16="http://schemas.microsoft.com/office/drawing/2014/main" id="{A59DC202-6741-C7BF-D94C-506A3CC9AA0D}"/>
              </a:ext>
            </a:extLst>
          </p:cNvPr>
          <p:cNvSpPr/>
          <p:nvPr/>
        </p:nvSpPr>
        <p:spPr>
          <a:xfrm>
            <a:off x="9863374" y="4151619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  <a:p>
            <a:pPr algn="ctr"/>
            <a:endParaRPr lang="de-DE" sz="2000"/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81F2B893-A78C-DB45-E609-0702CBF01171}"/>
              </a:ext>
            </a:extLst>
          </p:cNvPr>
          <p:cNvSpPr/>
          <p:nvPr/>
        </p:nvSpPr>
        <p:spPr>
          <a:xfrm>
            <a:off x="14252628" y="4157155"/>
            <a:ext cx="1260000" cy="126000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accent5">
                <a:shade val="15000"/>
                <a:alpha val="2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9BE7CFCC-A952-3E88-0CBA-D5EF119C83C1}"/>
              </a:ext>
            </a:extLst>
          </p:cNvPr>
          <p:cNvSpPr/>
          <p:nvPr/>
        </p:nvSpPr>
        <p:spPr>
          <a:xfrm>
            <a:off x="18641268" y="4157155"/>
            <a:ext cx="1260000" cy="1260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942D1C69-C807-1B99-EFB7-540D9D2FEECC}"/>
              </a:ext>
            </a:extLst>
          </p:cNvPr>
          <p:cNvSpPr/>
          <p:nvPr/>
        </p:nvSpPr>
        <p:spPr>
          <a:xfrm>
            <a:off x="7198221" y="4429850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64635193-B0A3-EA22-1448-07B969191FCE}"/>
              </a:ext>
            </a:extLst>
          </p:cNvPr>
          <p:cNvSpPr txBox="1"/>
          <p:nvPr/>
        </p:nvSpPr>
        <p:spPr>
          <a:xfrm>
            <a:off x="7358960" y="4216277"/>
            <a:ext cx="2393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  <a:endParaRPr lang="de-DE" sz="1200"/>
          </a:p>
        </p:txBody>
      </p:sp>
      <p:sp>
        <p:nvSpPr>
          <p:cNvPr id="117" name="Rechteck 116">
            <a:extLst>
              <a:ext uri="{FF2B5EF4-FFF2-40B4-BE49-F238E27FC236}">
                <a16:creationId xmlns:a16="http://schemas.microsoft.com/office/drawing/2014/main" id="{92C882CD-80C9-C8C6-9B5B-8CE7CD3FBC3B}"/>
              </a:ext>
            </a:extLst>
          </p:cNvPr>
          <p:cNvSpPr/>
          <p:nvPr/>
        </p:nvSpPr>
        <p:spPr>
          <a:xfrm>
            <a:off x="5960469" y="4151619"/>
            <a:ext cx="1260000" cy="12600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1B9A9A2-1F58-3FDE-2BB4-DEE0581A5CB4}"/>
              </a:ext>
            </a:extLst>
          </p:cNvPr>
          <p:cNvSpPr/>
          <p:nvPr/>
        </p:nvSpPr>
        <p:spPr>
          <a:xfrm>
            <a:off x="7197000" y="4432331"/>
            <a:ext cx="45719" cy="45719"/>
          </a:xfrm>
          <a:prstGeom prst="ellipse">
            <a:avLst/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B7E2370-CA0E-FDD6-8B4C-2E5EF24CF67B}"/>
              </a:ext>
            </a:extLst>
          </p:cNvPr>
          <p:cNvSpPr/>
          <p:nvPr/>
        </p:nvSpPr>
        <p:spPr>
          <a:xfrm>
            <a:off x="7197610" y="47587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3694F2F5-1F61-A876-9E60-0B4397A3D25F}"/>
              </a:ext>
            </a:extLst>
          </p:cNvPr>
          <p:cNvSpPr/>
          <p:nvPr/>
        </p:nvSpPr>
        <p:spPr>
          <a:xfrm>
            <a:off x="7197610" y="5085190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4E6EEC50-A828-9D2E-8817-70AA2B9DBF47}"/>
              </a:ext>
            </a:extLst>
          </p:cNvPr>
          <p:cNvSpPr/>
          <p:nvPr/>
        </p:nvSpPr>
        <p:spPr>
          <a:xfrm>
            <a:off x="10470514" y="5108049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5AAA43F5-9A60-A04F-CF26-95AF9931685F}"/>
              </a:ext>
            </a:extLst>
          </p:cNvPr>
          <p:cNvCxnSpPr>
            <a:cxnSpLocks/>
            <a:stCxn id="122" idx="6"/>
            <a:endCxn id="5" idx="2"/>
          </p:cNvCxnSpPr>
          <p:nvPr/>
        </p:nvCxnSpPr>
        <p:spPr>
          <a:xfrm>
            <a:off x="7243329" y="4781620"/>
            <a:ext cx="3227185" cy="5536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10249A19-10F8-4F42-1E5C-9AEA67855AFA}"/>
              </a:ext>
            </a:extLst>
          </p:cNvPr>
          <p:cNvSpPr txBox="1"/>
          <p:nvPr/>
        </p:nvSpPr>
        <p:spPr>
          <a:xfrm>
            <a:off x="7953673" y="4555301"/>
            <a:ext cx="12041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RestconfLink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88AB854-6938-CE0E-0D93-28C3C3E890F6}"/>
              </a:ext>
            </a:extLst>
          </p:cNvPr>
          <p:cNvCxnSpPr>
            <a:cxnSpLocks/>
            <a:stCxn id="107" idx="6"/>
            <a:endCxn id="8" idx="2"/>
          </p:cNvCxnSpPr>
          <p:nvPr/>
        </p:nvCxnSpPr>
        <p:spPr>
          <a:xfrm>
            <a:off x="7243940" y="4452710"/>
            <a:ext cx="3229743" cy="138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Ellipse 4">
            <a:extLst>
              <a:ext uri="{FF2B5EF4-FFF2-40B4-BE49-F238E27FC236}">
                <a16:creationId xmlns:a16="http://schemas.microsoft.com/office/drawing/2014/main" id="{F9CB11C8-0EBC-F424-F019-52B1CE750A86}"/>
              </a:ext>
            </a:extLst>
          </p:cNvPr>
          <p:cNvSpPr/>
          <p:nvPr/>
        </p:nvSpPr>
        <p:spPr>
          <a:xfrm>
            <a:off x="10470514" y="4764296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B047050-6A4A-5A78-7D7A-0B02BD5DAA19}"/>
              </a:ext>
            </a:extLst>
          </p:cNvPr>
          <p:cNvSpPr/>
          <p:nvPr/>
        </p:nvSpPr>
        <p:spPr>
          <a:xfrm>
            <a:off x="10473683" y="4431230"/>
            <a:ext cx="45719" cy="45719"/>
          </a:xfrm>
          <a:prstGeom prst="ellipse">
            <a:avLst/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3103104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3ED78662-2A96-30AA-F3D5-01A49570358E}"/>
              </a:ext>
            </a:extLst>
          </p:cNvPr>
          <p:cNvSpPr/>
          <p:nvPr/>
        </p:nvSpPr>
        <p:spPr>
          <a:xfrm>
            <a:off x="5959859" y="4157519"/>
            <a:ext cx="1260000" cy="12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accent6">
                <a:shade val="15000"/>
                <a:alpha val="2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65F9F537-E439-F6E8-242E-7EF2AB2D1B86}"/>
              </a:ext>
            </a:extLst>
          </p:cNvPr>
          <p:cNvSpPr/>
          <p:nvPr/>
        </p:nvSpPr>
        <p:spPr>
          <a:xfrm>
            <a:off x="9862764" y="4157519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  <a:p>
            <a:pPr algn="ctr"/>
            <a:endParaRPr lang="de-DE" sz="2000"/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8404B881-7652-7153-B2F4-444541516FF0}"/>
              </a:ext>
            </a:extLst>
          </p:cNvPr>
          <p:cNvSpPr/>
          <p:nvPr/>
        </p:nvSpPr>
        <p:spPr>
          <a:xfrm>
            <a:off x="14251407" y="4157519"/>
            <a:ext cx="1260000" cy="1260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900"/>
          </a:p>
          <a:p>
            <a:pPr algn="ctr"/>
            <a:endParaRPr lang="de-DE" sz="1440"/>
          </a:p>
          <a:p>
            <a:pPr algn="ctr"/>
            <a:r>
              <a:rPr lang="de-DE" sz="1440"/>
              <a:t>Mediator</a:t>
            </a:r>
          </a:p>
        </p:txBody>
      </p:sp>
      <p:sp>
        <p:nvSpPr>
          <p:cNvPr id="187" name="Rechteck 186">
            <a:extLst>
              <a:ext uri="{FF2B5EF4-FFF2-40B4-BE49-F238E27FC236}">
                <a16:creationId xmlns:a16="http://schemas.microsoft.com/office/drawing/2014/main" id="{4A367FCB-79B0-120B-7D5E-50786E9568C7}"/>
              </a:ext>
            </a:extLst>
          </p:cNvPr>
          <p:cNvSpPr/>
          <p:nvPr/>
        </p:nvSpPr>
        <p:spPr>
          <a:xfrm>
            <a:off x="18640047" y="4157519"/>
            <a:ext cx="1260000" cy="12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88" name="Ellipse 187">
            <a:extLst>
              <a:ext uri="{FF2B5EF4-FFF2-40B4-BE49-F238E27FC236}">
                <a16:creationId xmlns:a16="http://schemas.microsoft.com/office/drawing/2014/main" id="{5A939DF4-EBBB-9AC6-1140-7A66818D61B3}"/>
              </a:ext>
            </a:extLst>
          </p:cNvPr>
          <p:cNvSpPr/>
          <p:nvPr/>
        </p:nvSpPr>
        <p:spPr>
          <a:xfrm>
            <a:off x="18611062" y="4438231"/>
            <a:ext cx="45719" cy="45719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89" name="Ellipse 188">
            <a:extLst>
              <a:ext uri="{FF2B5EF4-FFF2-40B4-BE49-F238E27FC236}">
                <a16:creationId xmlns:a16="http://schemas.microsoft.com/office/drawing/2014/main" id="{34D51D38-7B67-569D-4340-87C47014F0AE}"/>
              </a:ext>
            </a:extLst>
          </p:cNvPr>
          <p:cNvSpPr/>
          <p:nvPr/>
        </p:nvSpPr>
        <p:spPr>
          <a:xfrm>
            <a:off x="18611672" y="47646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B6AC246A-756E-DAB9-3397-0AEEBEFA8769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10517598" y="4787520"/>
            <a:ext cx="43429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4884B5B2-B783-A64A-45EA-13CB7F61E01A}"/>
              </a:ext>
            </a:extLst>
          </p:cNvPr>
          <p:cNvCxnSpPr>
            <a:cxnSpLocks/>
            <a:endCxn id="189" idx="2"/>
          </p:cNvCxnSpPr>
          <p:nvPr/>
        </p:nvCxnSpPr>
        <p:spPr>
          <a:xfrm>
            <a:off x="14902398" y="4787519"/>
            <a:ext cx="3709274" cy="1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99" name="Textfeld 198">
            <a:extLst>
              <a:ext uri="{FF2B5EF4-FFF2-40B4-BE49-F238E27FC236}">
                <a16:creationId xmlns:a16="http://schemas.microsoft.com/office/drawing/2014/main" id="{14A77B87-AF25-623C-03D0-F2AEEEA4E27B}"/>
              </a:ext>
            </a:extLst>
          </p:cNvPr>
          <p:cNvSpPr txBox="1"/>
          <p:nvPr/>
        </p:nvSpPr>
        <p:spPr>
          <a:xfrm>
            <a:off x="16641781" y="4561200"/>
            <a:ext cx="848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SnmpLink</a:t>
            </a:r>
          </a:p>
        </p:txBody>
      </p:sp>
      <p:sp>
        <p:nvSpPr>
          <p:cNvPr id="200" name="Textfeld 199">
            <a:extLst>
              <a:ext uri="{FF2B5EF4-FFF2-40B4-BE49-F238E27FC236}">
                <a16:creationId xmlns:a16="http://schemas.microsoft.com/office/drawing/2014/main" id="{D31F9D91-2800-195E-79D7-2067E9849F93}"/>
              </a:ext>
            </a:extLst>
          </p:cNvPr>
          <p:cNvSpPr txBox="1"/>
          <p:nvPr/>
        </p:nvSpPr>
        <p:spPr>
          <a:xfrm>
            <a:off x="12082282" y="4561200"/>
            <a:ext cx="995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NetconfLink</a:t>
            </a:r>
          </a:p>
        </p:txBody>
      </p:sp>
      <p:sp>
        <p:nvSpPr>
          <p:cNvPr id="205" name="Ellipse 204">
            <a:extLst>
              <a:ext uri="{FF2B5EF4-FFF2-40B4-BE49-F238E27FC236}">
                <a16:creationId xmlns:a16="http://schemas.microsoft.com/office/drawing/2014/main" id="{70B1D5AF-540D-623A-27DB-59932A6F2ED6}"/>
              </a:ext>
            </a:extLst>
          </p:cNvPr>
          <p:cNvSpPr/>
          <p:nvPr/>
        </p:nvSpPr>
        <p:spPr>
          <a:xfrm>
            <a:off x="18617799" y="4437693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BF57349F-6587-E3C5-84F2-46F65ECC64DD}"/>
              </a:ext>
            </a:extLst>
          </p:cNvPr>
          <p:cNvSpPr txBox="1"/>
          <p:nvPr/>
        </p:nvSpPr>
        <p:spPr>
          <a:xfrm>
            <a:off x="11522368" y="4221502"/>
            <a:ext cx="2393605" cy="271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425"/>
              </a:lnSpc>
            </a:pPr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</a:p>
        </p:txBody>
      </p: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5D5EA44F-52DC-DB6C-6E61-F46B72575118}"/>
              </a:ext>
            </a:extLst>
          </p:cNvPr>
          <p:cNvCxnSpPr>
            <a:cxnSpLocks/>
            <a:stCxn id="16" idx="6"/>
            <a:endCxn id="205" idx="2"/>
          </p:cNvCxnSpPr>
          <p:nvPr/>
        </p:nvCxnSpPr>
        <p:spPr>
          <a:xfrm>
            <a:off x="10513761" y="4460553"/>
            <a:ext cx="810403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8" name="Ellipse 27">
            <a:extLst>
              <a:ext uri="{FF2B5EF4-FFF2-40B4-BE49-F238E27FC236}">
                <a16:creationId xmlns:a16="http://schemas.microsoft.com/office/drawing/2014/main" id="{9240DD67-F57C-0FF6-D297-2C5D9228A8A0}"/>
              </a:ext>
            </a:extLst>
          </p:cNvPr>
          <p:cNvSpPr/>
          <p:nvPr/>
        </p:nvSpPr>
        <p:spPr>
          <a:xfrm>
            <a:off x="18611059" y="5081668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6CCDFBBA-CE14-47E6-8A78-104EFE0B0147}"/>
              </a:ext>
            </a:extLst>
          </p:cNvPr>
          <p:cNvSpPr/>
          <p:nvPr/>
        </p:nvSpPr>
        <p:spPr>
          <a:xfrm>
            <a:off x="10471879" y="47646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F6893BF-4E56-A923-8609-8D8A6A5459DC}"/>
              </a:ext>
            </a:extLst>
          </p:cNvPr>
          <p:cNvSpPr/>
          <p:nvPr/>
        </p:nvSpPr>
        <p:spPr>
          <a:xfrm>
            <a:off x="10468042" y="5081667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AF8BB0A2-9D7E-E1B8-488B-F6FC5414EBB7}"/>
              </a:ext>
            </a:extLst>
          </p:cNvPr>
          <p:cNvSpPr/>
          <p:nvPr/>
        </p:nvSpPr>
        <p:spPr>
          <a:xfrm>
            <a:off x="14860516" y="47646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F90F1AB-84C8-F981-3171-8BC780B3699C}"/>
              </a:ext>
            </a:extLst>
          </p:cNvPr>
          <p:cNvSpPr/>
          <p:nvPr/>
        </p:nvSpPr>
        <p:spPr>
          <a:xfrm>
            <a:off x="14856679" y="5081667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973A3D4-82C5-B98B-0379-6E42C629E437}"/>
              </a:ext>
            </a:extLst>
          </p:cNvPr>
          <p:cNvSpPr/>
          <p:nvPr/>
        </p:nvSpPr>
        <p:spPr>
          <a:xfrm>
            <a:off x="10468042" y="4437693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6777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6483FD79-3122-2236-1E99-750C73433194}"/>
              </a:ext>
            </a:extLst>
          </p:cNvPr>
          <p:cNvSpPr/>
          <p:nvPr/>
        </p:nvSpPr>
        <p:spPr>
          <a:xfrm>
            <a:off x="2080424" y="7210449"/>
            <a:ext cx="17889875" cy="1298551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 i="1"/>
          </a:p>
        </p:txBody>
      </p:sp>
      <p:sp>
        <p:nvSpPr>
          <p:cNvPr id="8" name="Flussdiagramm: Daten 7">
            <a:extLst>
              <a:ext uri="{FF2B5EF4-FFF2-40B4-BE49-F238E27FC236}">
                <a16:creationId xmlns:a16="http://schemas.microsoft.com/office/drawing/2014/main" id="{778687C1-175C-0C97-FE98-3653E7F7D6C3}"/>
              </a:ext>
            </a:extLst>
          </p:cNvPr>
          <p:cNvSpPr/>
          <p:nvPr/>
        </p:nvSpPr>
        <p:spPr>
          <a:xfrm>
            <a:off x="8893637" y="7734300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CDM</a:t>
            </a:r>
          </a:p>
        </p:txBody>
      </p:sp>
      <p:sp>
        <p:nvSpPr>
          <p:cNvPr id="4" name="Flussdiagramm: Daten 3">
            <a:extLst>
              <a:ext uri="{FF2B5EF4-FFF2-40B4-BE49-F238E27FC236}">
                <a16:creationId xmlns:a16="http://schemas.microsoft.com/office/drawing/2014/main" id="{CD5AA4C2-FA56-67D4-18AE-9BC27E9545C5}"/>
              </a:ext>
            </a:extLst>
          </p:cNvPr>
          <p:cNvSpPr/>
          <p:nvPr/>
        </p:nvSpPr>
        <p:spPr>
          <a:xfrm>
            <a:off x="5957352" y="7734300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MWDI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AB23EAC-0021-654C-265E-B85F6E739C10}"/>
              </a:ext>
            </a:extLst>
          </p:cNvPr>
          <p:cNvSpPr/>
          <p:nvPr/>
        </p:nvSpPr>
        <p:spPr>
          <a:xfrm rot="21210364">
            <a:off x="7059798" y="6786007"/>
            <a:ext cx="12706164" cy="578987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 i="1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BF9CC8D0-BCA5-F006-DE2E-531644D9153B}"/>
              </a:ext>
            </a:extLst>
          </p:cNvPr>
          <p:cNvSpPr/>
          <p:nvPr/>
        </p:nvSpPr>
        <p:spPr>
          <a:xfrm rot="21232284">
            <a:off x="7067819" y="7460605"/>
            <a:ext cx="3662612" cy="273695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AD0B84A-38D3-E7D0-962F-8F23C81EF568}"/>
              </a:ext>
            </a:extLst>
          </p:cNvPr>
          <p:cNvSpPr/>
          <p:nvPr/>
        </p:nvSpPr>
        <p:spPr>
          <a:xfrm rot="21198728">
            <a:off x="10724206" y="6686610"/>
            <a:ext cx="8947487" cy="354645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de-DE" sz="2160"/>
          </a:p>
        </p:txBody>
      </p:sp>
      <p:sp>
        <p:nvSpPr>
          <p:cNvPr id="10" name="Flussdiagramm: Daten 9">
            <a:extLst>
              <a:ext uri="{FF2B5EF4-FFF2-40B4-BE49-F238E27FC236}">
                <a16:creationId xmlns:a16="http://schemas.microsoft.com/office/drawing/2014/main" id="{70FF74F1-1530-17A7-E60D-43A21F0C38CB}"/>
              </a:ext>
            </a:extLst>
          </p:cNvPr>
          <p:cNvSpPr/>
          <p:nvPr/>
        </p:nvSpPr>
        <p:spPr>
          <a:xfrm>
            <a:off x="13480191" y="7728339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DDM</a:t>
            </a:r>
          </a:p>
        </p:txBody>
      </p:sp>
      <p:sp>
        <p:nvSpPr>
          <p:cNvPr id="12" name="Flussdiagramm: Daten 11">
            <a:extLst>
              <a:ext uri="{FF2B5EF4-FFF2-40B4-BE49-F238E27FC236}">
                <a16:creationId xmlns:a16="http://schemas.microsoft.com/office/drawing/2014/main" id="{9177D2DA-9E5C-67A3-7ED4-7A0812381C3A}"/>
              </a:ext>
            </a:extLst>
          </p:cNvPr>
          <p:cNvSpPr/>
          <p:nvPr/>
        </p:nvSpPr>
        <p:spPr>
          <a:xfrm>
            <a:off x="17857252" y="7728339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CP</a:t>
            </a:r>
          </a:p>
        </p:txBody>
      </p:sp>
      <p:sp>
        <p:nvSpPr>
          <p:cNvPr id="13" name="Flussdiagramm: Daten 12">
            <a:extLst>
              <a:ext uri="{FF2B5EF4-FFF2-40B4-BE49-F238E27FC236}">
                <a16:creationId xmlns:a16="http://schemas.microsoft.com/office/drawing/2014/main" id="{2246883D-855C-ED1C-82D9-4AF347125BED}"/>
              </a:ext>
            </a:extLst>
          </p:cNvPr>
          <p:cNvSpPr>
            <a:spLocks noChangeAspect="1"/>
          </p:cNvSpPr>
          <p:nvPr/>
        </p:nvSpPr>
        <p:spPr>
          <a:xfrm rot="21231214">
            <a:off x="13575873" y="6887721"/>
            <a:ext cx="1155131" cy="163576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xMIM</a:t>
            </a:r>
          </a:p>
        </p:txBody>
      </p:sp>
      <p:sp>
        <p:nvSpPr>
          <p:cNvPr id="14" name="Flussdiagramm: Daten 13">
            <a:extLst>
              <a:ext uri="{FF2B5EF4-FFF2-40B4-BE49-F238E27FC236}">
                <a16:creationId xmlns:a16="http://schemas.microsoft.com/office/drawing/2014/main" id="{31C4A74C-4BC6-2DFA-4CDD-49349B854C59}"/>
              </a:ext>
            </a:extLst>
          </p:cNvPr>
          <p:cNvSpPr>
            <a:spLocks noChangeAspect="1"/>
          </p:cNvSpPr>
          <p:nvPr/>
        </p:nvSpPr>
        <p:spPr>
          <a:xfrm rot="21231214">
            <a:off x="8545782" y="7494498"/>
            <a:ext cx="1057934" cy="149812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 i="1"/>
              <a:t>Controller</a:t>
            </a:r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79CAA643-A565-EED8-A134-932A91B681DD}"/>
              </a:ext>
            </a:extLst>
          </p:cNvPr>
          <p:cNvSpPr>
            <a:spLocks noChangeAspect="1"/>
          </p:cNvSpPr>
          <p:nvPr/>
        </p:nvSpPr>
        <p:spPr>
          <a:xfrm rot="21231214">
            <a:off x="17324472" y="6463680"/>
            <a:ext cx="1155131" cy="163576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Device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0F93EC7-AD93-332A-1AE3-7C6848D13372}"/>
              </a:ext>
            </a:extLst>
          </p:cNvPr>
          <p:cNvSpPr>
            <a:spLocks noChangeAspect="1"/>
          </p:cNvSpPr>
          <p:nvPr/>
        </p:nvSpPr>
        <p:spPr>
          <a:xfrm rot="7104719">
            <a:off x="6170000" y="8035454"/>
            <a:ext cx="497124" cy="243727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2160"/>
          </a:p>
        </p:txBody>
      </p:sp>
    </p:spTree>
    <p:extLst>
      <p:ext uri="{BB962C8B-B14F-4D97-AF65-F5344CB8AC3E}">
        <p14:creationId xmlns:p14="http://schemas.microsoft.com/office/powerpoint/2010/main" val="739359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1265871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1713545" y="452673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1402628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9035776" y="9307334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7099176" y="4827477"/>
            <a:ext cx="2674666" cy="447985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1713543" y="474413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5591814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7148068" y="8588425"/>
            <a:ext cx="2625774" cy="71890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7154170" y="9307331"/>
            <a:ext cx="2619672" cy="2698438"/>
          </a:xfrm>
          <a:prstGeom prst="curvedConnector4">
            <a:avLst>
              <a:gd name="adj1" fmla="val 35913"/>
              <a:gd name="adj2" fmla="val 108472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3051900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9285595" y="10449306"/>
            <a:ext cx="706299" cy="2702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5248429" y="528039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964212" y="547467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2491468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7148068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7154170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8743230" y="559673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5150487" y="9864751"/>
            <a:ext cx="1571625" cy="196434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UnusedMediatorProcessEraser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4189168" y="802546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9348189" y="329639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9320037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9320037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20827679" y="363930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1593563" y="346112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7747467" y="3190473"/>
            <a:ext cx="1571625" cy="1320166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6895989" y="364310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7729239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512362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6174464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909194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5591814" y="903993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1660440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3156685" y="899978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1708708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1727112" y="941180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088" y="1079329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595847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5599977" y="561914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1660440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3194785" y="586631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1708708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1727112" y="627833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7729239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9044" y="792960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10328629" y="1126603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1751309" y="6505010"/>
            <a:ext cx="1461538" cy="541614"/>
          </a:xfrm>
          <a:prstGeom prst="can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800" i="1"/>
              <a:t>AppDATA</a:t>
            </a:r>
            <a:br>
              <a:rPr lang="de-DE" sz="800" i="1"/>
            </a:br>
            <a:r>
              <a:rPr lang="de-DE" sz="800" i="1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10329968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8670991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10282910" y="1124182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10284249" y="115622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10243326" y="1337975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10220467" y="121117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10257223" y="1284267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1704113" y="729598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1954" y="735757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10508011" y="1281298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9831716" y="1088228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948122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2361322" y="716738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6675771" y="1004860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10243327" y="1258671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7134092" y="111657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6677304" y="1040098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7115308" y="963452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7756187" y="334737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7108096" y="919491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5591811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7078257" y="50684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7053460" y="480461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7060919" y="438657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7106638" y="4409430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7171602" y="603399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9516280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5599982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2482078" y="337022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7153812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7161024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7493855" y="618427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7108454" y="1198291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7108454" y="1214813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6721490" y="376581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2242540" y="1042384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3451202" y="729598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5701" y="749446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3234866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10529388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964059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2235741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10871348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7729239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1000913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1746681" y="476176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10289046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10266186" y="1213594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4224819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4594833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4286920" y="308289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4548238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4489209" y="345735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7146838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2029636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10289042" y="704662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7890967" y="296693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8670992" y="396488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9304650" y="416842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0248" y="1102890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8429" y="1007146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10746523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308" y="2974631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1265871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1713545" y="452673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1402628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7" idx="1"/>
          </p:cNvCxnSpPr>
          <p:nvPr/>
        </p:nvCxnSpPr>
        <p:spPr>
          <a:xfrm>
            <a:off x="7099179" y="4827474"/>
            <a:ext cx="3274653" cy="3652356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1713543" y="474413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5591814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7" idx="1"/>
          </p:cNvCxnSpPr>
          <p:nvPr/>
        </p:nvCxnSpPr>
        <p:spPr>
          <a:xfrm flipV="1">
            <a:off x="7148071" y="8479830"/>
            <a:ext cx="3225761" cy="108592"/>
          </a:xfrm>
          <a:prstGeom prst="curvedConnector4">
            <a:avLst>
              <a:gd name="adj1" fmla="val 39116"/>
              <a:gd name="adj2" fmla="val 310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7" idx="1"/>
          </p:cNvCxnSpPr>
          <p:nvPr/>
        </p:nvCxnSpPr>
        <p:spPr>
          <a:xfrm flipV="1">
            <a:off x="7154173" y="8479833"/>
            <a:ext cx="3219659" cy="3525939"/>
          </a:xfrm>
          <a:prstGeom prst="curvedConnector4">
            <a:avLst>
              <a:gd name="adj1" fmla="val 39095"/>
              <a:gd name="adj2" fmla="val 10648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3051900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10189026" y="9668802"/>
            <a:ext cx="557015" cy="1874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5248429" y="528039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964212" y="547467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2491468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7148068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7154170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8743230" y="559673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5150487" y="9864751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4189168" y="802546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9348189" y="329639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9320037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9320037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20827679" y="363930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1593563" y="346112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7747467" y="3190473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6895989" y="364310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7729239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512362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6174464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909194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5591814" y="903993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1660440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3156685" y="899978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1708708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1727112" y="941180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088" y="1079329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595847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5599977" y="561914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1660440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3194785" y="586631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1708708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1727112" y="627833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7729239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9044" y="792960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10328629" y="1126603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1751309" y="6505010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10329968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8670991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10282910" y="1124182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10284249" y="115622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10243326" y="1337975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10220467" y="121117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10257223" y="1284267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1704113" y="729598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1954" y="735757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10508011" y="1281298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9831716" y="1088228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948122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2361322" y="716738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6675771" y="1004860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10243327" y="1258671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7134092" y="111657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6677304" y="1040098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7115308" y="963452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7756187" y="334737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7108096" y="919491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5591811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targetState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targetState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rgbClr val="FF0000"/>
                </a:solidFill>
              </a:rPr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7078257" y="50684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7053460" y="480461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7060919" y="438657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7" idx="2"/>
          </p:cNvCxnSpPr>
          <p:nvPr/>
        </p:nvCxnSpPr>
        <p:spPr>
          <a:xfrm>
            <a:off x="7106638" y="4409433"/>
            <a:ext cx="2564989" cy="4572483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7171602" y="603399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9516280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5599982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2482078" y="337022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7153812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7161024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7493855" y="618427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7108454" y="1198291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7108454" y="1214813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6721490" y="376581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2242540" y="1042384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3451202" y="729598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5701" y="749446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3234866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10529388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964059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2235741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10871348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7729239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1000913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1746681" y="476176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10289046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10266186" y="1213594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4224819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4594833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4286920" y="308289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4548238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4489209" y="345735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7146838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2029636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10289042" y="704662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7890967" y="296693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8670992" y="396488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9304650" y="416842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0248" y="1102890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8429" y="1007146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10746523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308" y="2974631"/>
            <a:ext cx="260088" cy="273783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233DA69B-402B-E4F6-2560-70F2ACC22E66}"/>
              </a:ext>
            </a:extLst>
          </p:cNvPr>
          <p:cNvSpPr/>
          <p:nvPr/>
        </p:nvSpPr>
        <p:spPr>
          <a:xfrm>
            <a:off x="9671624" y="8479830"/>
            <a:ext cx="1404410" cy="1004166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TargetState</a:t>
            </a:r>
          </a:p>
        </p:txBody>
      </p:sp>
    </p:spTree>
    <p:extLst>
      <p:ext uri="{BB962C8B-B14F-4D97-AF65-F5344CB8AC3E}">
        <p14:creationId xmlns:p14="http://schemas.microsoft.com/office/powerpoint/2010/main" val="4005710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3384312" y="566283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5461386" y="5157787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8528751" y="5157787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10591981" y="5652199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1312882" y="5662838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1450557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1450557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1450557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2274469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2274469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2274469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3525817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3525817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3525817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4349729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4349729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4349729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5617158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5617158" y="65146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5617158" y="611460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6441070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6441070" y="651964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8689130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8689130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9513042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9513042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10768667" y="69012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10768667" y="6506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963827" y="783373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963827" y="74336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963827" y="703363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963826" y="623353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963827" y="663358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10591984" y="5662833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9188215" y="5173535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8522345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8522346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8776260" y="3360105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5457125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5711039" y="3360105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6132322" y="5173535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5466452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1788694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612606" y="6203014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3863954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4687862" y="6203015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6779207" y="6615823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9027267" y="6615819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9851175" y="6605190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6692111" y="3616310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6692115" y="4440222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9757335" y="3616306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9757335" y="4440222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5461386" y="1135520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8528751" y="1135520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10591981" y="1184961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6441070" y="1311212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6441070" y="1271705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8689130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8689130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9513042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9513042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10768667" y="1309863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10768667" y="1270356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963827" y="14031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963827" y="1363109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963827" y="1323104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963826" y="124309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963827" y="1283099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10591984" y="1186024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9188215" y="11370948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8522345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8522346" y="913587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8776260" y="9557518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5466452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6779207" y="12813236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9027267" y="1281323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9851175" y="12802603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9757335" y="981371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9757335" y="10637635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1554</Words>
  <Application>Microsoft Office PowerPoint</Application>
  <PresentationFormat>Benutzerdefiniert</PresentationFormat>
  <Paragraphs>667</Paragraphs>
  <Slides>11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87</cp:revision>
  <dcterms:created xsi:type="dcterms:W3CDTF">2025-01-24T13:53:29Z</dcterms:created>
  <dcterms:modified xsi:type="dcterms:W3CDTF">2025-05-12T10:58:48Z</dcterms:modified>
</cp:coreProperties>
</file>