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6"/>
  </p:notesMasterIdLst>
  <p:sldIdLst>
    <p:sldId id="313" r:id="rId2"/>
    <p:sldId id="312" r:id="rId3"/>
    <p:sldId id="297" r:id="rId4"/>
    <p:sldId id="287" r:id="rId5"/>
    <p:sldId id="307" r:id="rId6"/>
    <p:sldId id="309" r:id="rId7"/>
    <p:sldId id="310" r:id="rId8"/>
    <p:sldId id="311" r:id="rId9"/>
    <p:sldId id="300" r:id="rId10"/>
    <p:sldId id="285" r:id="rId11"/>
    <p:sldId id="298" r:id="rId12"/>
    <p:sldId id="301" r:id="rId13"/>
    <p:sldId id="303" r:id="rId14"/>
    <p:sldId id="305" r:id="rId15"/>
  </p:sldIdLst>
  <p:sldSz cx="23399750" cy="180006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BFBF"/>
    <a:srgbClr val="FFFFFF"/>
    <a:srgbClr val="FFDD71"/>
    <a:srgbClr val="FFC000"/>
    <a:srgbClr val="0424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0654AB-2524-425A-85F6-5CF4B22CDFD2}" v="1" dt="2025-06-27T15:40:55.4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87" autoAdjust="0"/>
    <p:restoredTop sz="97796" autoAdjust="0"/>
  </p:normalViewPr>
  <p:slideViewPr>
    <p:cSldViewPr snapToGrid="0">
      <p:cViewPr varScale="1">
        <p:scale>
          <a:sx n="74" d="100"/>
          <a:sy n="74" d="100"/>
        </p:scale>
        <p:origin x="1392" y="78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rsten Heinze" userId="8373ecd2-b5b9-4b48-849d-3bee853f6cc0" providerId="ADAL" clId="{1C0654AB-2524-425A-85F6-5CF4B22CDFD2}"/>
    <pc:docChg chg="undo custSel modSld">
      <pc:chgData name="Thorsten Heinze" userId="8373ecd2-b5b9-4b48-849d-3bee853f6cc0" providerId="ADAL" clId="{1C0654AB-2524-425A-85F6-5CF4B22CDFD2}" dt="2025-06-27T15:47:13.050" v="25"/>
      <pc:docMkLst>
        <pc:docMk/>
      </pc:docMkLst>
      <pc:sldChg chg="addSp modSp mod">
        <pc:chgData name="Thorsten Heinze" userId="8373ecd2-b5b9-4b48-849d-3bee853f6cc0" providerId="ADAL" clId="{1C0654AB-2524-425A-85F6-5CF4B22CDFD2}" dt="2025-06-27T15:47:13.050" v="25"/>
        <pc:sldMkLst>
          <pc:docMk/>
          <pc:sldMk cId="1618497423" sldId="302"/>
        </pc:sldMkLst>
        <pc:spChg chg="add mod">
          <ac:chgData name="Thorsten Heinze" userId="8373ecd2-b5b9-4b48-849d-3bee853f6cc0" providerId="ADAL" clId="{1C0654AB-2524-425A-85F6-5CF4B22CDFD2}" dt="2025-06-27T15:40:55.414" v="8"/>
          <ac:spMkLst>
            <pc:docMk/>
            <pc:sldMk cId="1618497423" sldId="302"/>
            <ac:spMk id="19" creationId="{4356CF41-7A92-9DEA-F805-BE046ED8D18A}"/>
          </ac:spMkLst>
        </pc:spChg>
        <pc:spChg chg="mod">
          <ac:chgData name="Thorsten Heinze" userId="8373ecd2-b5b9-4b48-849d-3bee853f6cc0" providerId="ADAL" clId="{1C0654AB-2524-425A-85F6-5CF4B22CDFD2}" dt="2025-06-27T15:45:39.362" v="15" actId="14100"/>
          <ac:spMkLst>
            <pc:docMk/>
            <pc:sldMk cId="1618497423" sldId="302"/>
            <ac:spMk id="38" creationId="{D6180C09-80DE-B8FB-D98B-2D79204A965B}"/>
          </ac:spMkLst>
        </pc:spChg>
        <pc:spChg chg="mod">
          <ac:chgData name="Thorsten Heinze" userId="8373ecd2-b5b9-4b48-849d-3bee853f6cc0" providerId="ADAL" clId="{1C0654AB-2524-425A-85F6-5CF4B22CDFD2}" dt="2025-06-27T15:47:03.381" v="24" actId="20577"/>
          <ac:spMkLst>
            <pc:docMk/>
            <pc:sldMk cId="1618497423" sldId="302"/>
            <ac:spMk id="44" creationId="{DDD580D5-0B17-FEDA-A7D7-84BCAB8DD12F}"/>
          </ac:spMkLst>
        </pc:spChg>
        <pc:spChg chg="mod">
          <ac:chgData name="Thorsten Heinze" userId="8373ecd2-b5b9-4b48-849d-3bee853f6cc0" providerId="ADAL" clId="{1C0654AB-2524-425A-85F6-5CF4B22CDFD2}" dt="2025-06-27T15:45:23.424" v="12" actId="14100"/>
          <ac:spMkLst>
            <pc:docMk/>
            <pc:sldMk cId="1618497423" sldId="302"/>
            <ac:spMk id="90" creationId="{8E303147-0B25-3184-7D85-94E7D636036D}"/>
          </ac:spMkLst>
        </pc:spChg>
        <pc:spChg chg="mod">
          <ac:chgData name="Thorsten Heinze" userId="8373ecd2-b5b9-4b48-849d-3bee853f6cc0" providerId="ADAL" clId="{1C0654AB-2524-425A-85F6-5CF4B22CDFD2}" dt="2025-06-27T15:39:45.601" v="3" actId="14100"/>
          <ac:spMkLst>
            <pc:docMk/>
            <pc:sldMk cId="1618497423" sldId="302"/>
            <ac:spMk id="106" creationId="{F747143B-B3B4-B85A-5627-F9408617ABE2}"/>
          </ac:spMkLst>
        </pc:spChg>
        <pc:spChg chg="mod">
          <ac:chgData name="Thorsten Heinze" userId="8373ecd2-b5b9-4b48-849d-3bee853f6cc0" providerId="ADAL" clId="{1C0654AB-2524-425A-85F6-5CF4B22CDFD2}" dt="2025-06-27T15:40:03.876" v="7"/>
          <ac:spMkLst>
            <pc:docMk/>
            <pc:sldMk cId="1618497423" sldId="302"/>
            <ac:spMk id="107" creationId="{7A3FD0BE-3B75-BB64-F778-19F01E8B6CF0}"/>
          </ac:spMkLst>
        </pc:spChg>
        <pc:spChg chg="mod">
          <ac:chgData name="Thorsten Heinze" userId="8373ecd2-b5b9-4b48-849d-3bee853f6cc0" providerId="ADAL" clId="{1C0654AB-2524-425A-85F6-5CF4B22CDFD2}" dt="2025-06-27T15:44:58.012" v="9"/>
          <ac:spMkLst>
            <pc:docMk/>
            <pc:sldMk cId="1618497423" sldId="302"/>
            <ac:spMk id="111" creationId="{6DB0620F-1934-09FB-E04A-D999B2526230}"/>
          </ac:spMkLst>
        </pc:spChg>
        <pc:spChg chg="mod">
          <ac:chgData name="Thorsten Heinze" userId="8373ecd2-b5b9-4b48-849d-3bee853f6cc0" providerId="ADAL" clId="{1C0654AB-2524-425A-85F6-5CF4B22CDFD2}" dt="2025-06-27T15:46:03.358" v="18" actId="14100"/>
          <ac:spMkLst>
            <pc:docMk/>
            <pc:sldMk cId="1618497423" sldId="302"/>
            <ac:spMk id="156" creationId="{A2DD233B-D011-6931-E9B5-093D279C83E7}"/>
          </ac:spMkLst>
        </pc:spChg>
        <pc:spChg chg="mod">
          <ac:chgData name="Thorsten Heinze" userId="8373ecd2-b5b9-4b48-849d-3bee853f6cc0" providerId="ADAL" clId="{1C0654AB-2524-425A-85F6-5CF4B22CDFD2}" dt="2025-06-27T15:46:33.453" v="22" actId="14100"/>
          <ac:spMkLst>
            <pc:docMk/>
            <pc:sldMk cId="1618497423" sldId="302"/>
            <ac:spMk id="168" creationId="{CF8AC0D9-3EBA-3573-B442-A8577BA331CA}"/>
          </ac:spMkLst>
        </pc:spChg>
        <pc:spChg chg="mod">
          <ac:chgData name="Thorsten Heinze" userId="8373ecd2-b5b9-4b48-849d-3bee853f6cc0" providerId="ADAL" clId="{1C0654AB-2524-425A-85F6-5CF4B22CDFD2}" dt="2025-06-27T15:47:13.050" v="25"/>
          <ac:spMkLst>
            <pc:docMk/>
            <pc:sldMk cId="1618497423" sldId="302"/>
            <ac:spMk id="232" creationId="{D24AFCEE-3415-2633-C02F-42F690432881}"/>
          </ac:spMkLst>
        </pc:spChg>
        <pc:cxnChg chg="mod">
          <ac:chgData name="Thorsten Heinze" userId="8373ecd2-b5b9-4b48-849d-3bee853f6cc0" providerId="ADAL" clId="{1C0654AB-2524-425A-85F6-5CF4B22CDFD2}" dt="2025-06-27T15:45:39.362" v="15" actId="14100"/>
          <ac:cxnSpMkLst>
            <pc:docMk/>
            <pc:sldMk cId="1618497423" sldId="302"/>
            <ac:cxnSpMk id="41" creationId="{12D49DF6-85AB-4875-3211-DF09274DF36A}"/>
          </ac:cxnSpMkLst>
        </pc:cxnChg>
        <pc:cxnChg chg="mod">
          <ac:chgData name="Thorsten Heinze" userId="8373ecd2-b5b9-4b48-849d-3bee853f6cc0" providerId="ADAL" clId="{1C0654AB-2524-425A-85F6-5CF4B22CDFD2}" dt="2025-06-27T15:45:23.424" v="12" actId="14100"/>
          <ac:cxnSpMkLst>
            <pc:docMk/>
            <pc:sldMk cId="1618497423" sldId="302"/>
            <ac:cxnSpMk id="91" creationId="{3065BECA-C0D8-DABC-4838-03A9DADBC8E4}"/>
          </ac:cxnSpMkLst>
        </pc:cxnChg>
        <pc:cxnChg chg="mod">
          <ac:chgData name="Thorsten Heinze" userId="8373ecd2-b5b9-4b48-849d-3bee853f6cc0" providerId="ADAL" clId="{1C0654AB-2524-425A-85F6-5CF4B22CDFD2}" dt="2025-06-27T15:40:01.852" v="6" actId="14100"/>
          <ac:cxnSpMkLst>
            <pc:docMk/>
            <pc:sldMk cId="1618497423" sldId="302"/>
            <ac:cxnSpMk id="110" creationId="{67FF7427-9093-4E22-3C85-E5B709264C91}"/>
          </ac:cxnSpMkLst>
        </pc:cxnChg>
        <pc:cxnChg chg="mod">
          <ac:chgData name="Thorsten Heinze" userId="8373ecd2-b5b9-4b48-849d-3bee853f6cc0" providerId="ADAL" clId="{1C0654AB-2524-425A-85F6-5CF4B22CDFD2}" dt="2025-06-27T15:39:45.601" v="3" actId="14100"/>
          <ac:cxnSpMkLst>
            <pc:docMk/>
            <pc:sldMk cId="1618497423" sldId="302"/>
            <ac:cxnSpMk id="112" creationId="{F0EDDFFC-10F3-7D0E-6D6A-F2A10E9C76E4}"/>
          </ac:cxnSpMkLst>
        </pc:cxnChg>
        <pc:cxnChg chg="mod">
          <ac:chgData name="Thorsten Heinze" userId="8373ecd2-b5b9-4b48-849d-3bee853f6cc0" providerId="ADAL" clId="{1C0654AB-2524-425A-85F6-5CF4B22CDFD2}" dt="2025-06-27T15:39:55.616" v="5" actId="14100"/>
          <ac:cxnSpMkLst>
            <pc:docMk/>
            <pc:sldMk cId="1618497423" sldId="302"/>
            <ac:cxnSpMk id="113" creationId="{6EEB9E49-DE20-9A29-0EB6-0283382BCACA}"/>
          </ac:cxnSpMkLst>
        </pc:cxnChg>
        <pc:cxnChg chg="mod">
          <ac:chgData name="Thorsten Heinze" userId="8373ecd2-b5b9-4b48-849d-3bee853f6cc0" providerId="ADAL" clId="{1C0654AB-2524-425A-85F6-5CF4B22CDFD2}" dt="2025-06-27T15:46:03.358" v="18" actId="14100"/>
          <ac:cxnSpMkLst>
            <pc:docMk/>
            <pc:sldMk cId="1618497423" sldId="302"/>
            <ac:cxnSpMk id="159" creationId="{E0072063-E071-5BFA-07F7-75E642B28E77}"/>
          </ac:cxnSpMkLst>
        </pc:cxnChg>
        <pc:cxnChg chg="mod">
          <ac:chgData name="Thorsten Heinze" userId="8373ecd2-b5b9-4b48-849d-3bee853f6cc0" providerId="ADAL" clId="{1C0654AB-2524-425A-85F6-5CF4B22CDFD2}" dt="2025-06-27T15:46:33.453" v="22" actId="14100"/>
          <ac:cxnSpMkLst>
            <pc:docMk/>
            <pc:sldMk cId="1618497423" sldId="302"/>
            <ac:cxnSpMk id="169" creationId="{BA0DE7E0-3E00-4D1E-00E4-096475C7D555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CCF725-7468-4D3D-9E24-A16745BBBA77}" type="datetimeFigureOut">
              <a:rPr lang="de-DE" smtClean="0"/>
              <a:t>30.06.2025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423988" y="1143000"/>
            <a:ext cx="40100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9594DA-F4C5-4E81-884D-2CC9FB11C9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0396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4981" y="2945943"/>
            <a:ext cx="19889788" cy="6266897"/>
          </a:xfrm>
        </p:spPr>
        <p:txBody>
          <a:bodyPr anchor="b"/>
          <a:lstStyle>
            <a:lvl1pPr algn="ctr">
              <a:defRPr sz="1535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969" y="9454516"/>
            <a:ext cx="17549813" cy="4345992"/>
          </a:xfrm>
        </p:spPr>
        <p:txBody>
          <a:bodyPr/>
          <a:lstStyle>
            <a:lvl1pPr marL="0" indent="0" algn="ctr">
              <a:buNone/>
              <a:defRPr sz="6142"/>
            </a:lvl1pPr>
            <a:lvl2pPr marL="1169975" indent="0" algn="ctr">
              <a:buNone/>
              <a:defRPr sz="5118"/>
            </a:lvl2pPr>
            <a:lvl3pPr marL="2339950" indent="0" algn="ctr">
              <a:buNone/>
              <a:defRPr sz="4606"/>
            </a:lvl3pPr>
            <a:lvl4pPr marL="3509924" indent="0" algn="ctr">
              <a:buNone/>
              <a:defRPr sz="4094"/>
            </a:lvl4pPr>
            <a:lvl5pPr marL="4679899" indent="0" algn="ctr">
              <a:buNone/>
              <a:defRPr sz="4094"/>
            </a:lvl5pPr>
            <a:lvl6pPr marL="5849874" indent="0" algn="ctr">
              <a:buNone/>
              <a:defRPr sz="4094"/>
            </a:lvl6pPr>
            <a:lvl7pPr marL="7019849" indent="0" algn="ctr">
              <a:buNone/>
              <a:defRPr sz="4094"/>
            </a:lvl7pPr>
            <a:lvl8pPr marL="8189824" indent="0" algn="ctr">
              <a:buNone/>
              <a:defRPr sz="4094"/>
            </a:lvl8pPr>
            <a:lvl9pPr marL="9359798" indent="0" algn="ctr">
              <a:buNone/>
              <a:defRPr sz="4094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30.06.2025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5338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30.06.2025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5268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6547" y="4487671"/>
            <a:ext cx="20182284" cy="7487774"/>
          </a:xfrm>
        </p:spPr>
        <p:txBody>
          <a:bodyPr anchor="b"/>
          <a:lstStyle>
            <a:lvl1pPr>
              <a:defRPr sz="1535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6547" y="12046282"/>
            <a:ext cx="20182284" cy="3937644"/>
          </a:xfrm>
        </p:spPr>
        <p:txBody>
          <a:bodyPr/>
          <a:lstStyle>
            <a:lvl1pPr marL="0" indent="0">
              <a:buNone/>
              <a:defRPr sz="6142">
                <a:solidFill>
                  <a:schemeClr val="tx1">
                    <a:tint val="82000"/>
                  </a:schemeClr>
                </a:solidFill>
              </a:defRPr>
            </a:lvl1pPr>
            <a:lvl2pPr marL="1169975" indent="0">
              <a:buNone/>
              <a:defRPr sz="5118">
                <a:solidFill>
                  <a:schemeClr val="tx1">
                    <a:tint val="82000"/>
                  </a:schemeClr>
                </a:solidFill>
              </a:defRPr>
            </a:lvl2pPr>
            <a:lvl3pPr marL="2339950" indent="0">
              <a:buNone/>
              <a:defRPr sz="4606">
                <a:solidFill>
                  <a:schemeClr val="tx1">
                    <a:tint val="82000"/>
                  </a:schemeClr>
                </a:solidFill>
              </a:defRPr>
            </a:lvl3pPr>
            <a:lvl4pPr marL="3509924" indent="0">
              <a:buNone/>
              <a:defRPr sz="4094">
                <a:solidFill>
                  <a:schemeClr val="tx1">
                    <a:tint val="82000"/>
                  </a:schemeClr>
                </a:solidFill>
              </a:defRPr>
            </a:lvl4pPr>
            <a:lvl5pPr marL="4679899" indent="0">
              <a:buNone/>
              <a:defRPr sz="4094">
                <a:solidFill>
                  <a:schemeClr val="tx1">
                    <a:tint val="82000"/>
                  </a:schemeClr>
                </a:solidFill>
              </a:defRPr>
            </a:lvl5pPr>
            <a:lvl6pPr marL="5849874" indent="0">
              <a:buNone/>
              <a:defRPr sz="4094">
                <a:solidFill>
                  <a:schemeClr val="tx1">
                    <a:tint val="82000"/>
                  </a:schemeClr>
                </a:solidFill>
              </a:defRPr>
            </a:lvl6pPr>
            <a:lvl7pPr marL="7019849" indent="0">
              <a:buNone/>
              <a:defRPr sz="4094">
                <a:solidFill>
                  <a:schemeClr val="tx1">
                    <a:tint val="82000"/>
                  </a:schemeClr>
                </a:solidFill>
              </a:defRPr>
            </a:lvl7pPr>
            <a:lvl8pPr marL="8189824" indent="0">
              <a:buNone/>
              <a:defRPr sz="4094">
                <a:solidFill>
                  <a:schemeClr val="tx1">
                    <a:tint val="82000"/>
                  </a:schemeClr>
                </a:solidFill>
              </a:defRPr>
            </a:lvl8pPr>
            <a:lvl9pPr marL="9359798" indent="0">
              <a:buNone/>
              <a:defRPr sz="409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30.06.2025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83429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08733" y="4791843"/>
            <a:ext cx="9944894" cy="1142125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846123" y="4791843"/>
            <a:ext cx="9944894" cy="1142125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30.06.2025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3099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1781" y="958373"/>
            <a:ext cx="20182284" cy="3479296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11783" y="4412664"/>
            <a:ext cx="9899190" cy="2162578"/>
          </a:xfrm>
        </p:spPr>
        <p:txBody>
          <a:bodyPr anchor="b"/>
          <a:lstStyle>
            <a:lvl1pPr marL="0" indent="0">
              <a:buNone/>
              <a:defRPr sz="6142" b="1"/>
            </a:lvl1pPr>
            <a:lvl2pPr marL="1169975" indent="0">
              <a:buNone/>
              <a:defRPr sz="5118" b="1"/>
            </a:lvl2pPr>
            <a:lvl3pPr marL="2339950" indent="0">
              <a:buNone/>
              <a:defRPr sz="4606" b="1"/>
            </a:lvl3pPr>
            <a:lvl4pPr marL="3509924" indent="0">
              <a:buNone/>
              <a:defRPr sz="4094" b="1"/>
            </a:lvl4pPr>
            <a:lvl5pPr marL="4679899" indent="0">
              <a:buNone/>
              <a:defRPr sz="4094" b="1"/>
            </a:lvl5pPr>
            <a:lvl6pPr marL="5849874" indent="0">
              <a:buNone/>
              <a:defRPr sz="4094" b="1"/>
            </a:lvl6pPr>
            <a:lvl7pPr marL="7019849" indent="0">
              <a:buNone/>
              <a:defRPr sz="4094" b="1"/>
            </a:lvl7pPr>
            <a:lvl8pPr marL="8189824" indent="0">
              <a:buNone/>
              <a:defRPr sz="4094" b="1"/>
            </a:lvl8pPr>
            <a:lvl9pPr marL="9359798" indent="0">
              <a:buNone/>
              <a:defRPr sz="4094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11783" y="6575242"/>
            <a:ext cx="9899190" cy="967119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846124" y="4412664"/>
            <a:ext cx="9947942" cy="2162578"/>
          </a:xfrm>
        </p:spPr>
        <p:txBody>
          <a:bodyPr anchor="b"/>
          <a:lstStyle>
            <a:lvl1pPr marL="0" indent="0">
              <a:buNone/>
              <a:defRPr sz="6142" b="1"/>
            </a:lvl1pPr>
            <a:lvl2pPr marL="1169975" indent="0">
              <a:buNone/>
              <a:defRPr sz="5118" b="1"/>
            </a:lvl2pPr>
            <a:lvl3pPr marL="2339950" indent="0">
              <a:buNone/>
              <a:defRPr sz="4606" b="1"/>
            </a:lvl3pPr>
            <a:lvl4pPr marL="3509924" indent="0">
              <a:buNone/>
              <a:defRPr sz="4094" b="1"/>
            </a:lvl4pPr>
            <a:lvl5pPr marL="4679899" indent="0">
              <a:buNone/>
              <a:defRPr sz="4094" b="1"/>
            </a:lvl5pPr>
            <a:lvl6pPr marL="5849874" indent="0">
              <a:buNone/>
              <a:defRPr sz="4094" b="1"/>
            </a:lvl6pPr>
            <a:lvl7pPr marL="7019849" indent="0">
              <a:buNone/>
              <a:defRPr sz="4094" b="1"/>
            </a:lvl7pPr>
            <a:lvl8pPr marL="8189824" indent="0">
              <a:buNone/>
              <a:defRPr sz="4094" b="1"/>
            </a:lvl8pPr>
            <a:lvl9pPr marL="9359798" indent="0">
              <a:buNone/>
              <a:defRPr sz="4094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846124" y="6575242"/>
            <a:ext cx="9947942" cy="967119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30.06.2025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0923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30.06.2025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7927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30.06.2025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3424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1781" y="1200044"/>
            <a:ext cx="7547028" cy="4200155"/>
          </a:xfrm>
        </p:spPr>
        <p:txBody>
          <a:bodyPr anchor="b"/>
          <a:lstStyle>
            <a:lvl1pPr>
              <a:defRPr sz="818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47942" y="2591766"/>
            <a:ext cx="11846123" cy="12792138"/>
          </a:xfrm>
        </p:spPr>
        <p:txBody>
          <a:bodyPr/>
          <a:lstStyle>
            <a:lvl1pPr>
              <a:defRPr sz="8189"/>
            </a:lvl1pPr>
            <a:lvl2pPr>
              <a:defRPr sz="7165"/>
            </a:lvl2pPr>
            <a:lvl3pPr>
              <a:defRPr sz="6142"/>
            </a:lvl3pPr>
            <a:lvl4pPr>
              <a:defRPr sz="5118"/>
            </a:lvl4pPr>
            <a:lvl5pPr>
              <a:defRPr sz="5118"/>
            </a:lvl5pPr>
            <a:lvl6pPr>
              <a:defRPr sz="5118"/>
            </a:lvl6pPr>
            <a:lvl7pPr>
              <a:defRPr sz="5118"/>
            </a:lvl7pPr>
            <a:lvl8pPr>
              <a:defRPr sz="5118"/>
            </a:lvl8pPr>
            <a:lvl9pPr>
              <a:defRPr sz="5118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11781" y="5400199"/>
            <a:ext cx="7547028" cy="10004536"/>
          </a:xfrm>
        </p:spPr>
        <p:txBody>
          <a:bodyPr/>
          <a:lstStyle>
            <a:lvl1pPr marL="0" indent="0">
              <a:buNone/>
              <a:defRPr sz="4094"/>
            </a:lvl1pPr>
            <a:lvl2pPr marL="1169975" indent="0">
              <a:buNone/>
              <a:defRPr sz="3583"/>
            </a:lvl2pPr>
            <a:lvl3pPr marL="2339950" indent="0">
              <a:buNone/>
              <a:defRPr sz="3071"/>
            </a:lvl3pPr>
            <a:lvl4pPr marL="3509924" indent="0">
              <a:buNone/>
              <a:defRPr sz="2559"/>
            </a:lvl4pPr>
            <a:lvl5pPr marL="4679899" indent="0">
              <a:buNone/>
              <a:defRPr sz="2559"/>
            </a:lvl5pPr>
            <a:lvl6pPr marL="5849874" indent="0">
              <a:buNone/>
              <a:defRPr sz="2559"/>
            </a:lvl6pPr>
            <a:lvl7pPr marL="7019849" indent="0">
              <a:buNone/>
              <a:defRPr sz="2559"/>
            </a:lvl7pPr>
            <a:lvl8pPr marL="8189824" indent="0">
              <a:buNone/>
              <a:defRPr sz="2559"/>
            </a:lvl8pPr>
            <a:lvl9pPr marL="9359798" indent="0">
              <a:buNone/>
              <a:defRPr sz="2559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30.06.2025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26415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1781" y="1200044"/>
            <a:ext cx="7547028" cy="4200155"/>
          </a:xfrm>
        </p:spPr>
        <p:txBody>
          <a:bodyPr anchor="b"/>
          <a:lstStyle>
            <a:lvl1pPr>
              <a:defRPr sz="818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947942" y="2591766"/>
            <a:ext cx="11846123" cy="12792138"/>
          </a:xfrm>
        </p:spPr>
        <p:txBody>
          <a:bodyPr anchor="t"/>
          <a:lstStyle>
            <a:lvl1pPr marL="0" indent="0">
              <a:buNone/>
              <a:defRPr sz="8189"/>
            </a:lvl1pPr>
            <a:lvl2pPr marL="1169975" indent="0">
              <a:buNone/>
              <a:defRPr sz="7165"/>
            </a:lvl2pPr>
            <a:lvl3pPr marL="2339950" indent="0">
              <a:buNone/>
              <a:defRPr sz="6142"/>
            </a:lvl3pPr>
            <a:lvl4pPr marL="3509924" indent="0">
              <a:buNone/>
              <a:defRPr sz="5118"/>
            </a:lvl4pPr>
            <a:lvl5pPr marL="4679899" indent="0">
              <a:buNone/>
              <a:defRPr sz="5118"/>
            </a:lvl5pPr>
            <a:lvl6pPr marL="5849874" indent="0">
              <a:buNone/>
              <a:defRPr sz="5118"/>
            </a:lvl6pPr>
            <a:lvl7pPr marL="7019849" indent="0">
              <a:buNone/>
              <a:defRPr sz="5118"/>
            </a:lvl7pPr>
            <a:lvl8pPr marL="8189824" indent="0">
              <a:buNone/>
              <a:defRPr sz="5118"/>
            </a:lvl8pPr>
            <a:lvl9pPr marL="9359798" indent="0">
              <a:buNone/>
              <a:defRPr sz="5118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11781" y="5400199"/>
            <a:ext cx="7547028" cy="10004536"/>
          </a:xfrm>
        </p:spPr>
        <p:txBody>
          <a:bodyPr/>
          <a:lstStyle>
            <a:lvl1pPr marL="0" indent="0">
              <a:buNone/>
              <a:defRPr sz="4094"/>
            </a:lvl1pPr>
            <a:lvl2pPr marL="1169975" indent="0">
              <a:buNone/>
              <a:defRPr sz="3583"/>
            </a:lvl2pPr>
            <a:lvl3pPr marL="2339950" indent="0">
              <a:buNone/>
              <a:defRPr sz="3071"/>
            </a:lvl3pPr>
            <a:lvl4pPr marL="3509924" indent="0">
              <a:buNone/>
              <a:defRPr sz="2559"/>
            </a:lvl4pPr>
            <a:lvl5pPr marL="4679899" indent="0">
              <a:buNone/>
              <a:defRPr sz="2559"/>
            </a:lvl5pPr>
            <a:lvl6pPr marL="5849874" indent="0">
              <a:buNone/>
              <a:defRPr sz="2559"/>
            </a:lvl6pPr>
            <a:lvl7pPr marL="7019849" indent="0">
              <a:buNone/>
              <a:defRPr sz="2559"/>
            </a:lvl7pPr>
            <a:lvl8pPr marL="8189824" indent="0">
              <a:buNone/>
              <a:defRPr sz="2559"/>
            </a:lvl8pPr>
            <a:lvl9pPr marL="9359798" indent="0">
              <a:buNone/>
              <a:defRPr sz="2559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30.06.2025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6969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30.06.2025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620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6745447" y="958369"/>
            <a:ext cx="5045571" cy="15254730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08734" y="958369"/>
            <a:ext cx="14844216" cy="1525473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30.06.2025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41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08733" y="958373"/>
            <a:ext cx="20182284" cy="34792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8733" y="4791843"/>
            <a:ext cx="20182284" cy="114212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08733" y="16683952"/>
            <a:ext cx="5264944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07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2764DB-E7DF-4EA7-A1AF-05A77C280FCA}" type="datetimeFigureOut">
              <a:rPr lang="de-DE" smtClean="0"/>
              <a:t>30.06.2025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51167" y="16683952"/>
            <a:ext cx="7897416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07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526073" y="16683952"/>
            <a:ext cx="5264944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7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816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2339950" rtl="0" eaLnBrk="1" latinLnBrk="0" hangingPunct="1">
        <a:lnSpc>
          <a:spcPct val="90000"/>
        </a:lnSpc>
        <a:spcBef>
          <a:spcPct val="0"/>
        </a:spcBef>
        <a:buNone/>
        <a:defRPr sz="112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84987" indent="-584987" algn="l" defTabSz="2339950" rtl="0" eaLnBrk="1" latinLnBrk="0" hangingPunct="1">
        <a:lnSpc>
          <a:spcPct val="90000"/>
        </a:lnSpc>
        <a:spcBef>
          <a:spcPts val="2559"/>
        </a:spcBef>
        <a:buFont typeface="Arial" panose="020B0604020202020204" pitchFamily="34" charset="0"/>
        <a:buChar char="•"/>
        <a:defRPr sz="7165" kern="1200">
          <a:solidFill>
            <a:schemeClr val="tx1"/>
          </a:solidFill>
          <a:latin typeface="+mn-lt"/>
          <a:ea typeface="+mn-ea"/>
          <a:cs typeface="+mn-cs"/>
        </a:defRPr>
      </a:lvl1pPr>
      <a:lvl2pPr marL="1754962" indent="-584987" algn="l" defTabSz="2339950" rtl="0" eaLnBrk="1" latinLnBrk="0" hangingPunct="1">
        <a:lnSpc>
          <a:spcPct val="90000"/>
        </a:lnSpc>
        <a:spcBef>
          <a:spcPts val="1280"/>
        </a:spcBef>
        <a:buFont typeface="Arial" panose="020B0604020202020204" pitchFamily="34" charset="0"/>
        <a:buChar char="•"/>
        <a:defRPr sz="6142" kern="1200">
          <a:solidFill>
            <a:schemeClr val="tx1"/>
          </a:solidFill>
          <a:latin typeface="+mn-lt"/>
          <a:ea typeface="+mn-ea"/>
          <a:cs typeface="+mn-cs"/>
        </a:defRPr>
      </a:lvl2pPr>
      <a:lvl3pPr marL="2924937" indent="-584987" algn="l" defTabSz="2339950" rtl="0" eaLnBrk="1" latinLnBrk="0" hangingPunct="1">
        <a:lnSpc>
          <a:spcPct val="90000"/>
        </a:lnSpc>
        <a:spcBef>
          <a:spcPts val="1280"/>
        </a:spcBef>
        <a:buFont typeface="Arial" panose="020B0604020202020204" pitchFamily="34" charset="0"/>
        <a:buChar char="•"/>
        <a:defRPr sz="5118" kern="1200">
          <a:solidFill>
            <a:schemeClr val="tx1"/>
          </a:solidFill>
          <a:latin typeface="+mn-lt"/>
          <a:ea typeface="+mn-ea"/>
          <a:cs typeface="+mn-cs"/>
        </a:defRPr>
      </a:lvl3pPr>
      <a:lvl4pPr marL="4094912" indent="-584987" algn="l" defTabSz="2339950" rtl="0" eaLnBrk="1" latinLnBrk="0" hangingPunct="1">
        <a:lnSpc>
          <a:spcPct val="90000"/>
        </a:lnSpc>
        <a:spcBef>
          <a:spcPts val="1280"/>
        </a:spcBef>
        <a:buFont typeface="Arial" panose="020B0604020202020204" pitchFamily="34" charset="0"/>
        <a:buChar char="•"/>
        <a:defRPr sz="4606" kern="1200">
          <a:solidFill>
            <a:schemeClr val="tx1"/>
          </a:solidFill>
          <a:latin typeface="+mn-lt"/>
          <a:ea typeface="+mn-ea"/>
          <a:cs typeface="+mn-cs"/>
        </a:defRPr>
      </a:lvl4pPr>
      <a:lvl5pPr marL="5264887" indent="-584987" algn="l" defTabSz="2339950" rtl="0" eaLnBrk="1" latinLnBrk="0" hangingPunct="1">
        <a:lnSpc>
          <a:spcPct val="90000"/>
        </a:lnSpc>
        <a:spcBef>
          <a:spcPts val="1280"/>
        </a:spcBef>
        <a:buFont typeface="Arial" panose="020B0604020202020204" pitchFamily="34" charset="0"/>
        <a:buChar char="•"/>
        <a:defRPr sz="4606" kern="1200">
          <a:solidFill>
            <a:schemeClr val="tx1"/>
          </a:solidFill>
          <a:latin typeface="+mn-lt"/>
          <a:ea typeface="+mn-ea"/>
          <a:cs typeface="+mn-cs"/>
        </a:defRPr>
      </a:lvl5pPr>
      <a:lvl6pPr marL="6434861" indent="-584987" algn="l" defTabSz="2339950" rtl="0" eaLnBrk="1" latinLnBrk="0" hangingPunct="1">
        <a:lnSpc>
          <a:spcPct val="90000"/>
        </a:lnSpc>
        <a:spcBef>
          <a:spcPts val="1280"/>
        </a:spcBef>
        <a:buFont typeface="Arial" panose="020B0604020202020204" pitchFamily="34" charset="0"/>
        <a:buChar char="•"/>
        <a:defRPr sz="4606" kern="1200">
          <a:solidFill>
            <a:schemeClr val="tx1"/>
          </a:solidFill>
          <a:latin typeface="+mn-lt"/>
          <a:ea typeface="+mn-ea"/>
          <a:cs typeface="+mn-cs"/>
        </a:defRPr>
      </a:lvl6pPr>
      <a:lvl7pPr marL="7604836" indent="-584987" algn="l" defTabSz="2339950" rtl="0" eaLnBrk="1" latinLnBrk="0" hangingPunct="1">
        <a:lnSpc>
          <a:spcPct val="90000"/>
        </a:lnSpc>
        <a:spcBef>
          <a:spcPts val="1280"/>
        </a:spcBef>
        <a:buFont typeface="Arial" panose="020B0604020202020204" pitchFamily="34" charset="0"/>
        <a:buChar char="•"/>
        <a:defRPr sz="4606" kern="1200">
          <a:solidFill>
            <a:schemeClr val="tx1"/>
          </a:solidFill>
          <a:latin typeface="+mn-lt"/>
          <a:ea typeface="+mn-ea"/>
          <a:cs typeface="+mn-cs"/>
        </a:defRPr>
      </a:lvl7pPr>
      <a:lvl8pPr marL="8774811" indent="-584987" algn="l" defTabSz="2339950" rtl="0" eaLnBrk="1" latinLnBrk="0" hangingPunct="1">
        <a:lnSpc>
          <a:spcPct val="90000"/>
        </a:lnSpc>
        <a:spcBef>
          <a:spcPts val="1280"/>
        </a:spcBef>
        <a:buFont typeface="Arial" panose="020B0604020202020204" pitchFamily="34" charset="0"/>
        <a:buChar char="•"/>
        <a:defRPr sz="4606" kern="1200">
          <a:solidFill>
            <a:schemeClr val="tx1"/>
          </a:solidFill>
          <a:latin typeface="+mn-lt"/>
          <a:ea typeface="+mn-ea"/>
          <a:cs typeface="+mn-cs"/>
        </a:defRPr>
      </a:lvl8pPr>
      <a:lvl9pPr marL="9944786" indent="-584987" algn="l" defTabSz="2339950" rtl="0" eaLnBrk="1" latinLnBrk="0" hangingPunct="1">
        <a:lnSpc>
          <a:spcPct val="90000"/>
        </a:lnSpc>
        <a:spcBef>
          <a:spcPts val="1280"/>
        </a:spcBef>
        <a:buFont typeface="Arial" panose="020B0604020202020204" pitchFamily="34" charset="0"/>
        <a:buChar char="•"/>
        <a:defRPr sz="46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339950" rtl="0" eaLnBrk="1" latinLnBrk="0" hangingPunct="1">
        <a:defRPr sz="4606" kern="1200">
          <a:solidFill>
            <a:schemeClr val="tx1"/>
          </a:solidFill>
          <a:latin typeface="+mn-lt"/>
          <a:ea typeface="+mn-ea"/>
          <a:cs typeface="+mn-cs"/>
        </a:defRPr>
      </a:lvl1pPr>
      <a:lvl2pPr marL="1169975" algn="l" defTabSz="2339950" rtl="0" eaLnBrk="1" latinLnBrk="0" hangingPunct="1">
        <a:defRPr sz="4606" kern="1200">
          <a:solidFill>
            <a:schemeClr val="tx1"/>
          </a:solidFill>
          <a:latin typeface="+mn-lt"/>
          <a:ea typeface="+mn-ea"/>
          <a:cs typeface="+mn-cs"/>
        </a:defRPr>
      </a:lvl2pPr>
      <a:lvl3pPr marL="2339950" algn="l" defTabSz="2339950" rtl="0" eaLnBrk="1" latinLnBrk="0" hangingPunct="1">
        <a:defRPr sz="4606" kern="1200">
          <a:solidFill>
            <a:schemeClr val="tx1"/>
          </a:solidFill>
          <a:latin typeface="+mn-lt"/>
          <a:ea typeface="+mn-ea"/>
          <a:cs typeface="+mn-cs"/>
        </a:defRPr>
      </a:lvl3pPr>
      <a:lvl4pPr marL="3509924" algn="l" defTabSz="2339950" rtl="0" eaLnBrk="1" latinLnBrk="0" hangingPunct="1">
        <a:defRPr sz="4606" kern="1200">
          <a:solidFill>
            <a:schemeClr val="tx1"/>
          </a:solidFill>
          <a:latin typeface="+mn-lt"/>
          <a:ea typeface="+mn-ea"/>
          <a:cs typeface="+mn-cs"/>
        </a:defRPr>
      </a:lvl4pPr>
      <a:lvl5pPr marL="4679899" algn="l" defTabSz="2339950" rtl="0" eaLnBrk="1" latinLnBrk="0" hangingPunct="1">
        <a:defRPr sz="4606" kern="1200">
          <a:solidFill>
            <a:schemeClr val="tx1"/>
          </a:solidFill>
          <a:latin typeface="+mn-lt"/>
          <a:ea typeface="+mn-ea"/>
          <a:cs typeface="+mn-cs"/>
        </a:defRPr>
      </a:lvl5pPr>
      <a:lvl6pPr marL="5849874" algn="l" defTabSz="2339950" rtl="0" eaLnBrk="1" latinLnBrk="0" hangingPunct="1">
        <a:defRPr sz="4606" kern="1200">
          <a:solidFill>
            <a:schemeClr val="tx1"/>
          </a:solidFill>
          <a:latin typeface="+mn-lt"/>
          <a:ea typeface="+mn-ea"/>
          <a:cs typeface="+mn-cs"/>
        </a:defRPr>
      </a:lvl6pPr>
      <a:lvl7pPr marL="7019849" algn="l" defTabSz="2339950" rtl="0" eaLnBrk="1" latinLnBrk="0" hangingPunct="1">
        <a:defRPr sz="4606" kern="1200">
          <a:solidFill>
            <a:schemeClr val="tx1"/>
          </a:solidFill>
          <a:latin typeface="+mn-lt"/>
          <a:ea typeface="+mn-ea"/>
          <a:cs typeface="+mn-cs"/>
        </a:defRPr>
      </a:lvl7pPr>
      <a:lvl8pPr marL="8189824" algn="l" defTabSz="2339950" rtl="0" eaLnBrk="1" latinLnBrk="0" hangingPunct="1">
        <a:defRPr sz="4606" kern="1200">
          <a:solidFill>
            <a:schemeClr val="tx1"/>
          </a:solidFill>
          <a:latin typeface="+mn-lt"/>
          <a:ea typeface="+mn-ea"/>
          <a:cs typeface="+mn-cs"/>
        </a:defRPr>
      </a:lvl8pPr>
      <a:lvl9pPr marL="9359798" algn="l" defTabSz="2339950" rtl="0" eaLnBrk="1" latinLnBrk="0" hangingPunct="1">
        <a:defRPr sz="460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Rechteck 233">
            <a:extLst>
              <a:ext uri="{FF2B5EF4-FFF2-40B4-BE49-F238E27FC236}">
                <a16:creationId xmlns:a16="http://schemas.microsoft.com/office/drawing/2014/main" id="{DBE03A83-E0E2-3BCA-4BCD-90FFACC4BD93}"/>
              </a:ext>
            </a:extLst>
          </p:cNvPr>
          <p:cNvSpPr/>
          <p:nvPr/>
        </p:nvSpPr>
        <p:spPr>
          <a:xfrm>
            <a:off x="211014" y="130630"/>
            <a:ext cx="22950437" cy="144521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1400">
                <a:solidFill>
                  <a:schemeClr val="tx1"/>
                </a:solidFill>
              </a:rPr>
              <a:t>DeviceDomain</a:t>
            </a:r>
          </a:p>
        </p:txBody>
      </p:sp>
      <p:sp>
        <p:nvSpPr>
          <p:cNvPr id="366" name="Rechteck 365">
            <a:extLst>
              <a:ext uri="{FF2B5EF4-FFF2-40B4-BE49-F238E27FC236}">
                <a16:creationId xmlns:a16="http://schemas.microsoft.com/office/drawing/2014/main" id="{89126B1C-AB98-2536-5B7D-4CB226C62850}"/>
              </a:ext>
            </a:extLst>
          </p:cNvPr>
          <p:cNvSpPr/>
          <p:nvPr/>
        </p:nvSpPr>
        <p:spPr>
          <a:xfrm>
            <a:off x="361950" y="1724026"/>
            <a:ext cx="22659975" cy="1272539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1400">
                <a:solidFill>
                  <a:schemeClr val="tx1"/>
                </a:solidFill>
              </a:rPr>
              <a:t>Network</a:t>
            </a:r>
          </a:p>
        </p:txBody>
      </p:sp>
      <p:sp>
        <p:nvSpPr>
          <p:cNvPr id="316" name="Rechteck 315">
            <a:extLst>
              <a:ext uri="{FF2B5EF4-FFF2-40B4-BE49-F238E27FC236}">
                <a16:creationId xmlns:a16="http://schemas.microsoft.com/office/drawing/2014/main" id="{D57623F4-8ABE-DD3B-C833-81B69C5863F1}"/>
              </a:ext>
            </a:extLst>
          </p:cNvPr>
          <p:cNvSpPr/>
          <p:nvPr/>
        </p:nvSpPr>
        <p:spPr>
          <a:xfrm>
            <a:off x="492981" y="5397566"/>
            <a:ext cx="22407649" cy="6901184"/>
          </a:xfrm>
          <a:prstGeom prst="rect">
            <a:avLst/>
          </a:prstGeom>
          <a:solidFill>
            <a:schemeClr val="accent5">
              <a:lumMod val="40000"/>
              <a:lumOff val="6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4" algn="r"/>
            <a:r>
              <a:rPr lang="de-DE" sz="1400">
                <a:solidFill>
                  <a:schemeClr val="tx1"/>
                </a:solidFill>
              </a:rPr>
              <a:t>ManagementPlaneTransport</a:t>
            </a:r>
          </a:p>
        </p:txBody>
      </p:sp>
      <p:sp>
        <p:nvSpPr>
          <p:cNvPr id="367" name="Rechteck 366">
            <a:extLst>
              <a:ext uri="{FF2B5EF4-FFF2-40B4-BE49-F238E27FC236}">
                <a16:creationId xmlns:a16="http://schemas.microsoft.com/office/drawing/2014/main" id="{D27FA544-7C02-8D40-50CA-21561FEBE7C1}"/>
              </a:ext>
            </a:extLst>
          </p:cNvPr>
          <p:cNvSpPr/>
          <p:nvPr/>
        </p:nvSpPr>
        <p:spPr>
          <a:xfrm>
            <a:off x="17392957" y="6976817"/>
            <a:ext cx="5507681" cy="733925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1400">
                <a:solidFill>
                  <a:schemeClr val="tx1"/>
                </a:solidFill>
              </a:rPr>
              <a:t>Device</a:t>
            </a:r>
          </a:p>
        </p:txBody>
      </p:sp>
      <p:sp>
        <p:nvSpPr>
          <p:cNvPr id="281" name="Rechteck 280">
            <a:extLst>
              <a:ext uri="{FF2B5EF4-FFF2-40B4-BE49-F238E27FC236}">
                <a16:creationId xmlns:a16="http://schemas.microsoft.com/office/drawing/2014/main" id="{2D320F09-9AA6-A469-D6F0-BE4E94481CB3}"/>
              </a:ext>
            </a:extLst>
          </p:cNvPr>
          <p:cNvSpPr/>
          <p:nvPr/>
        </p:nvSpPr>
        <p:spPr>
          <a:xfrm>
            <a:off x="6725291" y="6976818"/>
            <a:ext cx="8738197" cy="733925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1400">
                <a:solidFill>
                  <a:schemeClr val="tx1"/>
                </a:solidFill>
              </a:rPr>
              <a:t>MediatorVM</a:t>
            </a:r>
          </a:p>
        </p:txBody>
      </p:sp>
      <p:sp>
        <p:nvSpPr>
          <p:cNvPr id="286" name="Rechteck 285">
            <a:extLst>
              <a:ext uri="{FF2B5EF4-FFF2-40B4-BE49-F238E27FC236}">
                <a16:creationId xmlns:a16="http://schemas.microsoft.com/office/drawing/2014/main" id="{D8AE4052-8F1E-F4E2-B431-FFA8193EC50D}"/>
              </a:ext>
            </a:extLst>
          </p:cNvPr>
          <p:cNvSpPr/>
          <p:nvPr/>
        </p:nvSpPr>
        <p:spPr>
          <a:xfrm>
            <a:off x="6851185" y="11243128"/>
            <a:ext cx="8496789" cy="2982209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1400">
                <a:solidFill>
                  <a:schemeClr val="tx1"/>
                </a:solidFill>
              </a:rPr>
              <a:t>MediatorProcess</a:t>
            </a:r>
          </a:p>
        </p:txBody>
      </p:sp>
      <p:sp>
        <p:nvSpPr>
          <p:cNvPr id="279" name="Rechteck 278">
            <a:extLst>
              <a:ext uri="{FF2B5EF4-FFF2-40B4-BE49-F238E27FC236}">
                <a16:creationId xmlns:a16="http://schemas.microsoft.com/office/drawing/2014/main" id="{C83F54BE-E7F0-D9AE-A1D5-FC225483FC63}"/>
              </a:ext>
            </a:extLst>
          </p:cNvPr>
          <p:cNvSpPr/>
          <p:nvPr/>
        </p:nvSpPr>
        <p:spPr>
          <a:xfrm>
            <a:off x="492983" y="6976817"/>
            <a:ext cx="4283165" cy="7339258"/>
          </a:xfrm>
          <a:prstGeom prst="rect">
            <a:avLst/>
          </a:prstGeom>
          <a:solidFill>
            <a:srgbClr val="FFDD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1400">
                <a:solidFill>
                  <a:schemeClr val="tx1"/>
                </a:solidFill>
              </a:rPr>
              <a:t>Controller</a:t>
            </a:r>
          </a:p>
        </p:txBody>
      </p:sp>
      <p:sp>
        <p:nvSpPr>
          <p:cNvPr id="280" name="Rechteck 279">
            <a:extLst>
              <a:ext uri="{FF2B5EF4-FFF2-40B4-BE49-F238E27FC236}">
                <a16:creationId xmlns:a16="http://schemas.microsoft.com/office/drawing/2014/main" id="{92D55D44-2758-C888-E7D3-17F8487BBFAA}"/>
              </a:ext>
            </a:extLst>
          </p:cNvPr>
          <p:cNvSpPr/>
          <p:nvPr/>
        </p:nvSpPr>
        <p:spPr>
          <a:xfrm>
            <a:off x="576265" y="11243128"/>
            <a:ext cx="4082229" cy="298220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1400">
                <a:solidFill>
                  <a:schemeClr val="tx1"/>
                </a:solidFill>
              </a:rPr>
              <a:t>MountPoint</a:t>
            </a:r>
          </a:p>
        </p:txBody>
      </p:sp>
      <p:sp>
        <p:nvSpPr>
          <p:cNvPr id="56" name="Abgerundetes Rechteck 1">
            <a:extLst>
              <a:ext uri="{FF2B5EF4-FFF2-40B4-BE49-F238E27FC236}">
                <a16:creationId xmlns:a16="http://schemas.microsoft.com/office/drawing/2014/main" id="{5403E44F-74C3-C3A1-D91F-775BF540BEEE}"/>
              </a:ext>
            </a:extLst>
          </p:cNvPr>
          <p:cNvSpPr/>
          <p:nvPr/>
        </p:nvSpPr>
        <p:spPr>
          <a:xfrm>
            <a:off x="681936" y="7359117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 dirty="0">
                <a:solidFill>
                  <a:prstClr val="white"/>
                </a:solidFill>
                <a:latin typeface="Calibri" panose="020F0502020204030204"/>
              </a:rPr>
              <a:t>CC</a:t>
            </a:r>
          </a:p>
        </p:txBody>
      </p:sp>
      <p:cxnSp>
        <p:nvCxnSpPr>
          <p:cNvPr id="59" name="Gerade Verbindung mit Pfeil 58">
            <a:extLst>
              <a:ext uri="{FF2B5EF4-FFF2-40B4-BE49-F238E27FC236}">
                <a16:creationId xmlns:a16="http://schemas.microsoft.com/office/drawing/2014/main" id="{F05705B2-207A-7473-B0D3-D0E210757D90}"/>
              </a:ext>
            </a:extLst>
          </p:cNvPr>
          <p:cNvCxnSpPr>
            <a:cxnSpLocks/>
            <a:stCxn id="56" idx="2"/>
            <a:endCxn id="3" idx="0"/>
          </p:cNvCxnSpPr>
          <p:nvPr/>
        </p:nvCxnSpPr>
        <p:spPr>
          <a:xfrm>
            <a:off x="950586" y="7804689"/>
            <a:ext cx="0" cy="3710348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62" name="Abgerundetes Rechteck 8">
            <a:extLst>
              <a:ext uri="{FF2B5EF4-FFF2-40B4-BE49-F238E27FC236}">
                <a16:creationId xmlns:a16="http://schemas.microsoft.com/office/drawing/2014/main" id="{D931E7C7-2676-B390-3748-944ED677BBE8}"/>
              </a:ext>
            </a:extLst>
          </p:cNvPr>
          <p:cNvSpPr/>
          <p:nvPr/>
        </p:nvSpPr>
        <p:spPr>
          <a:xfrm>
            <a:off x="1771402" y="12770074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NetconfClient [1]</a:t>
            </a:r>
          </a:p>
        </p:txBody>
      </p:sp>
      <p:sp>
        <p:nvSpPr>
          <p:cNvPr id="63" name="Abgerundetes Rechteck 9">
            <a:extLst>
              <a:ext uri="{FF2B5EF4-FFF2-40B4-BE49-F238E27FC236}">
                <a16:creationId xmlns:a16="http://schemas.microsoft.com/office/drawing/2014/main" id="{CD324EEE-7E30-AD7C-F620-BB3FA6A55BF3}"/>
              </a:ext>
            </a:extLst>
          </p:cNvPr>
          <p:cNvSpPr/>
          <p:nvPr/>
        </p:nvSpPr>
        <p:spPr>
          <a:xfrm>
            <a:off x="1771401" y="13502009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TcpClient [1]</a:t>
            </a:r>
          </a:p>
        </p:txBody>
      </p:sp>
      <p:cxnSp>
        <p:nvCxnSpPr>
          <p:cNvPr id="69" name="Gerade Verbindung mit Pfeil 68">
            <a:extLst>
              <a:ext uri="{FF2B5EF4-FFF2-40B4-BE49-F238E27FC236}">
                <a16:creationId xmlns:a16="http://schemas.microsoft.com/office/drawing/2014/main" id="{61405C5D-4998-3705-F84F-AA9A6D7300F6}"/>
              </a:ext>
            </a:extLst>
          </p:cNvPr>
          <p:cNvCxnSpPr>
            <a:cxnSpLocks/>
            <a:stCxn id="63" idx="3"/>
            <a:endCxn id="73" idx="1"/>
          </p:cNvCxnSpPr>
          <p:nvPr/>
        </p:nvCxnSpPr>
        <p:spPr>
          <a:xfrm flipV="1">
            <a:off x="2932854" y="13628633"/>
            <a:ext cx="431670" cy="96162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73" name="Rechteck 72">
            <a:extLst>
              <a:ext uri="{FF2B5EF4-FFF2-40B4-BE49-F238E27FC236}">
                <a16:creationId xmlns:a16="http://schemas.microsoft.com/office/drawing/2014/main" id="{D4C53D9F-5A49-C19A-5474-E3DC89FF2AB8}"/>
              </a:ext>
            </a:extLst>
          </p:cNvPr>
          <p:cNvSpPr/>
          <p:nvPr/>
        </p:nvSpPr>
        <p:spPr>
          <a:xfrm>
            <a:off x="3364524" y="13405846"/>
            <a:ext cx="1147836" cy="445573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>
              <a:defRPr/>
            </a:pP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local-id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=</a:t>
            </a: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tcp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-client</a:t>
            </a:r>
          </a:p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remoteIpAddress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remotePort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0" name="Rechteck 89">
            <a:extLst>
              <a:ext uri="{FF2B5EF4-FFF2-40B4-BE49-F238E27FC236}">
                <a16:creationId xmlns:a16="http://schemas.microsoft.com/office/drawing/2014/main" id="{8E303147-0B25-3184-7D85-94E7D636036D}"/>
              </a:ext>
            </a:extLst>
          </p:cNvPr>
          <p:cNvSpPr/>
          <p:nvPr/>
        </p:nvSpPr>
        <p:spPr>
          <a:xfrm>
            <a:off x="3352800" y="12758111"/>
            <a:ext cx="1158235" cy="44211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>
              <a:defRPr/>
            </a:pP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local-id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=</a:t>
            </a: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netconf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-client</a:t>
            </a:r>
          </a:p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netconfUserName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netconfUserPassword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91" name="Gerade Verbindung mit Pfeil 90">
            <a:extLst>
              <a:ext uri="{FF2B5EF4-FFF2-40B4-BE49-F238E27FC236}">
                <a16:creationId xmlns:a16="http://schemas.microsoft.com/office/drawing/2014/main" id="{3065BECA-C0D8-DABC-4838-03A9DADBC8E4}"/>
              </a:ext>
            </a:extLst>
          </p:cNvPr>
          <p:cNvCxnSpPr>
            <a:cxnSpLocks/>
            <a:stCxn id="62" idx="3"/>
            <a:endCxn id="90" idx="1"/>
          </p:cNvCxnSpPr>
          <p:nvPr/>
        </p:nvCxnSpPr>
        <p:spPr>
          <a:xfrm flipV="1">
            <a:off x="2932855" y="12979168"/>
            <a:ext cx="419945" cy="13692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6" name="Abgerundetes Rechteck 8">
            <a:extLst>
              <a:ext uri="{FF2B5EF4-FFF2-40B4-BE49-F238E27FC236}">
                <a16:creationId xmlns:a16="http://schemas.microsoft.com/office/drawing/2014/main" id="{FA04FE7A-8C91-5969-0B4C-381A07F25EF4}"/>
              </a:ext>
            </a:extLst>
          </p:cNvPr>
          <p:cNvSpPr/>
          <p:nvPr/>
        </p:nvSpPr>
        <p:spPr>
          <a:xfrm>
            <a:off x="11905730" y="12772392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SnmpClient [1]</a:t>
            </a:r>
          </a:p>
        </p:txBody>
      </p:sp>
      <p:sp>
        <p:nvSpPr>
          <p:cNvPr id="17" name="Abgerundetes Rechteck 9">
            <a:extLst>
              <a:ext uri="{FF2B5EF4-FFF2-40B4-BE49-F238E27FC236}">
                <a16:creationId xmlns:a16="http://schemas.microsoft.com/office/drawing/2014/main" id="{DB15B1A3-8090-1C0B-973D-BF8F69FAEBA4}"/>
              </a:ext>
            </a:extLst>
          </p:cNvPr>
          <p:cNvSpPr/>
          <p:nvPr/>
        </p:nvSpPr>
        <p:spPr>
          <a:xfrm>
            <a:off x="11905730" y="13492631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TcpClient [1]</a:t>
            </a:r>
          </a:p>
        </p:txBody>
      </p: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70F4C1EE-BA58-27B6-3CEB-D51FD6F237BD}"/>
              </a:ext>
            </a:extLst>
          </p:cNvPr>
          <p:cNvCxnSpPr>
            <a:cxnSpLocks/>
            <a:stCxn id="17" idx="3"/>
            <a:endCxn id="27" idx="1"/>
          </p:cNvCxnSpPr>
          <p:nvPr/>
        </p:nvCxnSpPr>
        <p:spPr>
          <a:xfrm>
            <a:off x="13067183" y="13715417"/>
            <a:ext cx="470208" cy="9378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7" name="Rechteck 26">
            <a:extLst>
              <a:ext uri="{FF2B5EF4-FFF2-40B4-BE49-F238E27FC236}">
                <a16:creationId xmlns:a16="http://schemas.microsoft.com/office/drawing/2014/main" id="{141A7E87-1BDC-31FA-FF1D-F3854B2C1EF8}"/>
              </a:ext>
            </a:extLst>
          </p:cNvPr>
          <p:cNvSpPr/>
          <p:nvPr/>
        </p:nvSpPr>
        <p:spPr>
          <a:xfrm>
            <a:off x="13537391" y="13502009"/>
            <a:ext cx="1682087" cy="445572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>
              <a:defRPr/>
            </a:pP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local-id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=</a:t>
            </a: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tcp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-client</a:t>
            </a:r>
          </a:p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remoteIpAddress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remotePort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Abgerundetes Rechteck 88">
            <a:extLst>
              <a:ext uri="{FF2B5EF4-FFF2-40B4-BE49-F238E27FC236}">
                <a16:creationId xmlns:a16="http://schemas.microsoft.com/office/drawing/2014/main" id="{E0866C50-0FC1-8A65-C2E4-AFEDC9C879A3}"/>
              </a:ext>
            </a:extLst>
          </p:cNvPr>
          <p:cNvSpPr/>
          <p:nvPr/>
        </p:nvSpPr>
        <p:spPr>
          <a:xfrm>
            <a:off x="9102644" y="13492631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TcpServer [1]</a:t>
            </a:r>
          </a:p>
        </p:txBody>
      </p:sp>
      <p:sp>
        <p:nvSpPr>
          <p:cNvPr id="29" name="Abgerundetes Rechteck 89">
            <a:extLst>
              <a:ext uri="{FF2B5EF4-FFF2-40B4-BE49-F238E27FC236}">
                <a16:creationId xmlns:a16="http://schemas.microsoft.com/office/drawing/2014/main" id="{0CCFFAAB-77ED-5692-76E1-51970536581E}"/>
              </a:ext>
            </a:extLst>
          </p:cNvPr>
          <p:cNvSpPr/>
          <p:nvPr/>
        </p:nvSpPr>
        <p:spPr>
          <a:xfrm>
            <a:off x="9102644" y="12771614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NetconfServer[1]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7839F9AB-0E9E-3CD3-0688-75C82B3622F5}"/>
              </a:ext>
            </a:extLst>
          </p:cNvPr>
          <p:cNvSpPr/>
          <p:nvPr/>
        </p:nvSpPr>
        <p:spPr>
          <a:xfrm>
            <a:off x="6991939" y="13502009"/>
            <a:ext cx="1537099" cy="49142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local-id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=</a:t>
            </a: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tcp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-server</a:t>
            </a:r>
          </a:p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localIpAddress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localPort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6893C73A-48A8-6D1F-40D2-0A9F5851FE5C}"/>
              </a:ext>
            </a:extLst>
          </p:cNvPr>
          <p:cNvCxnSpPr>
            <a:cxnSpLocks/>
            <a:stCxn id="28" idx="1"/>
            <a:endCxn id="36" idx="3"/>
          </p:cNvCxnSpPr>
          <p:nvPr/>
        </p:nvCxnSpPr>
        <p:spPr>
          <a:xfrm flipH="1">
            <a:off x="8529038" y="13715417"/>
            <a:ext cx="573606" cy="3230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8" name="Rechteck 37">
            <a:extLst>
              <a:ext uri="{FF2B5EF4-FFF2-40B4-BE49-F238E27FC236}">
                <a16:creationId xmlns:a16="http://schemas.microsoft.com/office/drawing/2014/main" id="{D6180C09-80DE-B8FB-D98B-2D79204A965B}"/>
              </a:ext>
            </a:extLst>
          </p:cNvPr>
          <p:cNvSpPr/>
          <p:nvPr/>
        </p:nvSpPr>
        <p:spPr>
          <a:xfrm>
            <a:off x="6991939" y="12732458"/>
            <a:ext cx="1537099" cy="445572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local-id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=</a:t>
            </a: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netconf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-server</a:t>
            </a:r>
          </a:p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netconfUserName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netconfUserPassword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12D49DF6-85AB-4875-3211-DF09274DF36A}"/>
              </a:ext>
            </a:extLst>
          </p:cNvPr>
          <p:cNvCxnSpPr>
            <a:cxnSpLocks/>
            <a:stCxn id="29" idx="1"/>
            <a:endCxn id="38" idx="3"/>
          </p:cNvCxnSpPr>
          <p:nvPr/>
        </p:nvCxnSpPr>
        <p:spPr>
          <a:xfrm flipH="1" flipV="1">
            <a:off x="8529038" y="12955244"/>
            <a:ext cx="573606" cy="39156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4" name="Rechteck 43">
            <a:extLst>
              <a:ext uri="{FF2B5EF4-FFF2-40B4-BE49-F238E27FC236}">
                <a16:creationId xmlns:a16="http://schemas.microsoft.com/office/drawing/2014/main" id="{DDD580D5-0B17-FEDA-A7D7-84BCAB8DD12F}"/>
              </a:ext>
            </a:extLst>
          </p:cNvPr>
          <p:cNvSpPr/>
          <p:nvPr/>
        </p:nvSpPr>
        <p:spPr>
          <a:xfrm>
            <a:off x="13537391" y="12788610"/>
            <a:ext cx="1682087" cy="487489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local-id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=</a:t>
            </a: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snmp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-client</a:t>
            </a:r>
          </a:p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snmpUserName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snmpUserPassword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BA13D890-B8BA-7E5D-B4EB-3559460FEA0B}"/>
              </a:ext>
            </a:extLst>
          </p:cNvPr>
          <p:cNvCxnSpPr>
            <a:cxnSpLocks/>
            <a:stCxn id="16" idx="3"/>
            <a:endCxn id="44" idx="1"/>
          </p:cNvCxnSpPr>
          <p:nvPr/>
        </p:nvCxnSpPr>
        <p:spPr>
          <a:xfrm>
            <a:off x="13067183" y="12995178"/>
            <a:ext cx="470208" cy="37177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29" name="Abgerundetes Rechteck 1">
            <a:extLst>
              <a:ext uri="{FF2B5EF4-FFF2-40B4-BE49-F238E27FC236}">
                <a16:creationId xmlns:a16="http://schemas.microsoft.com/office/drawing/2014/main" id="{0B3696B8-459B-81BC-F007-25C4FCAE7AF6}"/>
              </a:ext>
            </a:extLst>
          </p:cNvPr>
          <p:cNvSpPr/>
          <p:nvPr/>
        </p:nvSpPr>
        <p:spPr>
          <a:xfrm>
            <a:off x="10816263" y="7361000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 dirty="0">
                <a:solidFill>
                  <a:prstClr val="white"/>
                </a:solidFill>
                <a:latin typeface="Calibri" panose="020F0502020204030204"/>
              </a:rPr>
              <a:t>CC</a:t>
            </a:r>
          </a:p>
        </p:txBody>
      </p:sp>
      <p:sp>
        <p:nvSpPr>
          <p:cNvPr id="145" name="Abgerundetes Rechteck 74">
            <a:extLst>
              <a:ext uri="{FF2B5EF4-FFF2-40B4-BE49-F238E27FC236}">
                <a16:creationId xmlns:a16="http://schemas.microsoft.com/office/drawing/2014/main" id="{9F76D0E1-4E66-342A-E3B2-52119B669652}"/>
              </a:ext>
            </a:extLst>
          </p:cNvPr>
          <p:cNvSpPr/>
          <p:nvPr/>
        </p:nvSpPr>
        <p:spPr>
          <a:xfrm>
            <a:off x="9102643" y="9148501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OperationServer[*]</a:t>
            </a:r>
          </a:p>
        </p:txBody>
      </p:sp>
      <p:sp>
        <p:nvSpPr>
          <p:cNvPr id="147" name="Abgerundetes Rechteck 88">
            <a:extLst>
              <a:ext uri="{FF2B5EF4-FFF2-40B4-BE49-F238E27FC236}">
                <a16:creationId xmlns:a16="http://schemas.microsoft.com/office/drawing/2014/main" id="{8BC9E276-53B6-5995-622D-0AC9EB9DE1B3}"/>
              </a:ext>
            </a:extLst>
          </p:cNvPr>
          <p:cNvSpPr/>
          <p:nvPr/>
        </p:nvSpPr>
        <p:spPr>
          <a:xfrm>
            <a:off x="9102643" y="10590535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TcpServer [1]</a:t>
            </a:r>
          </a:p>
        </p:txBody>
      </p:sp>
      <p:sp>
        <p:nvSpPr>
          <p:cNvPr id="148" name="Abgerundetes Rechteck 89">
            <a:extLst>
              <a:ext uri="{FF2B5EF4-FFF2-40B4-BE49-F238E27FC236}">
                <a16:creationId xmlns:a16="http://schemas.microsoft.com/office/drawing/2014/main" id="{14E901DD-3FD2-DD78-E2D1-8BE2B4D09279}"/>
              </a:ext>
            </a:extLst>
          </p:cNvPr>
          <p:cNvSpPr/>
          <p:nvPr/>
        </p:nvSpPr>
        <p:spPr>
          <a:xfrm>
            <a:off x="9102643" y="9869518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HttpServer [1]</a:t>
            </a:r>
          </a:p>
        </p:txBody>
      </p:sp>
      <p:sp>
        <p:nvSpPr>
          <p:cNvPr id="152" name="Rechteck 151">
            <a:extLst>
              <a:ext uri="{FF2B5EF4-FFF2-40B4-BE49-F238E27FC236}">
                <a16:creationId xmlns:a16="http://schemas.microsoft.com/office/drawing/2014/main" id="{E3E04050-9C25-B09E-3C76-37E1DD41737D}"/>
              </a:ext>
            </a:extLst>
          </p:cNvPr>
          <p:cNvSpPr/>
          <p:nvPr/>
        </p:nvSpPr>
        <p:spPr>
          <a:xfrm>
            <a:off x="6851185" y="9216011"/>
            <a:ext cx="1815783" cy="329527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local-id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operationName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4" name="Rechteck 153">
            <a:extLst>
              <a:ext uri="{FF2B5EF4-FFF2-40B4-BE49-F238E27FC236}">
                <a16:creationId xmlns:a16="http://schemas.microsoft.com/office/drawing/2014/main" id="{603038BB-B38F-04CB-CE97-EB1D3BC5A2ED}"/>
              </a:ext>
            </a:extLst>
          </p:cNvPr>
          <p:cNvSpPr/>
          <p:nvPr/>
        </p:nvSpPr>
        <p:spPr>
          <a:xfrm>
            <a:off x="6851185" y="10590534"/>
            <a:ext cx="1815783" cy="445572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local-id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=</a:t>
            </a: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tcp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-server</a:t>
            </a:r>
          </a:p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localIpAddress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localPort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55" name="Gerade Verbindung mit Pfeil 154">
            <a:extLst>
              <a:ext uri="{FF2B5EF4-FFF2-40B4-BE49-F238E27FC236}">
                <a16:creationId xmlns:a16="http://schemas.microsoft.com/office/drawing/2014/main" id="{AE72E1DE-8F09-CAEE-F70B-BD74C656E315}"/>
              </a:ext>
            </a:extLst>
          </p:cNvPr>
          <p:cNvCxnSpPr>
            <a:cxnSpLocks/>
            <a:stCxn id="147" idx="1"/>
            <a:endCxn id="154" idx="3"/>
          </p:cNvCxnSpPr>
          <p:nvPr/>
        </p:nvCxnSpPr>
        <p:spPr>
          <a:xfrm flipH="1" flipV="1">
            <a:off x="8666968" y="10813320"/>
            <a:ext cx="435675" cy="1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56" name="Rechteck 155">
            <a:extLst>
              <a:ext uri="{FF2B5EF4-FFF2-40B4-BE49-F238E27FC236}">
                <a16:creationId xmlns:a16="http://schemas.microsoft.com/office/drawing/2014/main" id="{A2DD233B-D011-6931-E9B5-093D279C83E7}"/>
              </a:ext>
            </a:extLst>
          </p:cNvPr>
          <p:cNvSpPr/>
          <p:nvPr/>
        </p:nvSpPr>
        <p:spPr>
          <a:xfrm>
            <a:off x="6851185" y="9972353"/>
            <a:ext cx="1815783" cy="24006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local-id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=http-server</a:t>
            </a:r>
          </a:p>
        </p:txBody>
      </p:sp>
      <p:cxnSp>
        <p:nvCxnSpPr>
          <p:cNvPr id="158" name="Gerade Verbindung mit Pfeil 157">
            <a:extLst>
              <a:ext uri="{FF2B5EF4-FFF2-40B4-BE49-F238E27FC236}">
                <a16:creationId xmlns:a16="http://schemas.microsoft.com/office/drawing/2014/main" id="{7F8AF69D-63A6-BB6A-B020-F4C20183069E}"/>
              </a:ext>
            </a:extLst>
          </p:cNvPr>
          <p:cNvCxnSpPr>
            <a:cxnSpLocks/>
            <a:stCxn id="145" idx="1"/>
            <a:endCxn id="152" idx="3"/>
          </p:cNvCxnSpPr>
          <p:nvPr/>
        </p:nvCxnSpPr>
        <p:spPr>
          <a:xfrm flipH="1">
            <a:off x="8666968" y="9371287"/>
            <a:ext cx="435675" cy="9488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59" name="Gerade Verbindung mit Pfeil 158">
            <a:extLst>
              <a:ext uri="{FF2B5EF4-FFF2-40B4-BE49-F238E27FC236}">
                <a16:creationId xmlns:a16="http://schemas.microsoft.com/office/drawing/2014/main" id="{E0072063-E071-5BFA-07F7-75E642B28E77}"/>
              </a:ext>
            </a:extLst>
          </p:cNvPr>
          <p:cNvCxnSpPr>
            <a:cxnSpLocks/>
            <a:stCxn id="148" idx="1"/>
            <a:endCxn id="156" idx="3"/>
          </p:cNvCxnSpPr>
          <p:nvPr/>
        </p:nvCxnSpPr>
        <p:spPr>
          <a:xfrm flipH="1">
            <a:off x="8666968" y="10092304"/>
            <a:ext cx="435675" cy="81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68" name="Rechteck 167">
            <a:extLst>
              <a:ext uri="{FF2B5EF4-FFF2-40B4-BE49-F238E27FC236}">
                <a16:creationId xmlns:a16="http://schemas.microsoft.com/office/drawing/2014/main" id="{CF8AC0D9-3EBA-3573-B442-A8577BA331CA}"/>
              </a:ext>
            </a:extLst>
          </p:cNvPr>
          <p:cNvSpPr/>
          <p:nvPr/>
        </p:nvSpPr>
        <p:spPr>
          <a:xfrm>
            <a:off x="8326115" y="7380577"/>
            <a:ext cx="1815783" cy="935801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element-name=[</a:t>
            </a: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mediatorVmName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]</a:t>
            </a:r>
          </a:p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category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=</a:t>
            </a: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mediatorVm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_</a:t>
            </a: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template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= </a:t>
            </a: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mediatorVmTemplateName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defaultSnmpUserName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defaultSnmpUserPassword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defaultNetconfUserName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defaultNetconfUserPassword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69" name="Gerade Verbindung mit Pfeil 168">
            <a:extLst>
              <a:ext uri="{FF2B5EF4-FFF2-40B4-BE49-F238E27FC236}">
                <a16:creationId xmlns:a16="http://schemas.microsoft.com/office/drawing/2014/main" id="{BA0DE7E0-3E00-4D1E-00E4-096475C7D555}"/>
              </a:ext>
            </a:extLst>
          </p:cNvPr>
          <p:cNvCxnSpPr>
            <a:cxnSpLocks/>
            <a:stCxn id="129" idx="1"/>
            <a:endCxn id="168" idx="3"/>
          </p:cNvCxnSpPr>
          <p:nvPr/>
        </p:nvCxnSpPr>
        <p:spPr>
          <a:xfrm flipH="1">
            <a:off x="10141898" y="7583786"/>
            <a:ext cx="674365" cy="264692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16" name="Abgerundetes Rechteck 1">
            <a:extLst>
              <a:ext uri="{FF2B5EF4-FFF2-40B4-BE49-F238E27FC236}">
                <a16:creationId xmlns:a16="http://schemas.microsoft.com/office/drawing/2014/main" id="{E4A62BC8-924C-84E9-9ED3-A6A081AB7FE4}"/>
              </a:ext>
            </a:extLst>
          </p:cNvPr>
          <p:cNvSpPr/>
          <p:nvPr/>
        </p:nvSpPr>
        <p:spPr>
          <a:xfrm>
            <a:off x="21995606" y="7360650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 dirty="0">
                <a:solidFill>
                  <a:prstClr val="white"/>
                </a:solidFill>
                <a:latin typeface="Calibri" panose="020F0502020204030204"/>
              </a:rPr>
              <a:t>CC</a:t>
            </a:r>
          </a:p>
        </p:txBody>
      </p:sp>
      <p:cxnSp>
        <p:nvCxnSpPr>
          <p:cNvPr id="219" name="Gerade Verbindung mit Pfeil 218">
            <a:extLst>
              <a:ext uri="{FF2B5EF4-FFF2-40B4-BE49-F238E27FC236}">
                <a16:creationId xmlns:a16="http://schemas.microsoft.com/office/drawing/2014/main" id="{F3812ADC-C552-3888-AD96-B6C6C4A66D2D}"/>
              </a:ext>
            </a:extLst>
          </p:cNvPr>
          <p:cNvCxnSpPr>
            <a:cxnSpLocks/>
            <a:stCxn id="216" idx="2"/>
            <a:endCxn id="25" idx="0"/>
          </p:cNvCxnSpPr>
          <p:nvPr/>
        </p:nvCxnSpPr>
        <p:spPr>
          <a:xfrm>
            <a:off x="22264256" y="7806222"/>
            <a:ext cx="0" cy="3713816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22" name="Abgerundetes Rechteck 88">
            <a:extLst>
              <a:ext uri="{FF2B5EF4-FFF2-40B4-BE49-F238E27FC236}">
                <a16:creationId xmlns:a16="http://schemas.microsoft.com/office/drawing/2014/main" id="{CA0AEA30-500F-B7AD-AACA-E7D8EDE7AACC}"/>
              </a:ext>
            </a:extLst>
          </p:cNvPr>
          <p:cNvSpPr/>
          <p:nvPr/>
        </p:nvSpPr>
        <p:spPr>
          <a:xfrm>
            <a:off x="19565706" y="13488960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TcpServer [1]</a:t>
            </a:r>
          </a:p>
        </p:txBody>
      </p:sp>
      <p:sp>
        <p:nvSpPr>
          <p:cNvPr id="223" name="Abgerundetes Rechteck 89">
            <a:extLst>
              <a:ext uri="{FF2B5EF4-FFF2-40B4-BE49-F238E27FC236}">
                <a16:creationId xmlns:a16="http://schemas.microsoft.com/office/drawing/2014/main" id="{044D5B40-A091-29AF-E39A-C4A69555BAD1}"/>
              </a:ext>
            </a:extLst>
          </p:cNvPr>
          <p:cNvSpPr/>
          <p:nvPr/>
        </p:nvSpPr>
        <p:spPr>
          <a:xfrm>
            <a:off x="19565706" y="12767943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SnmpServer [*]</a:t>
            </a:r>
          </a:p>
        </p:txBody>
      </p:sp>
      <p:sp>
        <p:nvSpPr>
          <p:cNvPr id="230" name="Rechteck 229">
            <a:extLst>
              <a:ext uri="{FF2B5EF4-FFF2-40B4-BE49-F238E27FC236}">
                <a16:creationId xmlns:a16="http://schemas.microsoft.com/office/drawing/2014/main" id="{3A0F905E-26BB-EADC-40B0-7140549F1DE4}"/>
              </a:ext>
            </a:extLst>
          </p:cNvPr>
          <p:cNvSpPr/>
          <p:nvPr/>
        </p:nvSpPr>
        <p:spPr>
          <a:xfrm>
            <a:off x="17566269" y="13503770"/>
            <a:ext cx="1425832" cy="434433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local-id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=</a:t>
            </a: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tcp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-server</a:t>
            </a:r>
          </a:p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localIpAddress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localPort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31" name="Gerade Verbindung mit Pfeil 230">
            <a:extLst>
              <a:ext uri="{FF2B5EF4-FFF2-40B4-BE49-F238E27FC236}">
                <a16:creationId xmlns:a16="http://schemas.microsoft.com/office/drawing/2014/main" id="{E2AA1378-2624-C82E-46F5-DAE3598C92F9}"/>
              </a:ext>
            </a:extLst>
          </p:cNvPr>
          <p:cNvCxnSpPr>
            <a:cxnSpLocks/>
            <a:stCxn id="222" idx="1"/>
            <a:endCxn id="230" idx="3"/>
          </p:cNvCxnSpPr>
          <p:nvPr/>
        </p:nvCxnSpPr>
        <p:spPr>
          <a:xfrm flipH="1">
            <a:off x="18992101" y="13711746"/>
            <a:ext cx="573605" cy="9241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32" name="Rechteck 231">
            <a:extLst>
              <a:ext uri="{FF2B5EF4-FFF2-40B4-BE49-F238E27FC236}">
                <a16:creationId xmlns:a16="http://schemas.microsoft.com/office/drawing/2014/main" id="{D24AFCEE-3415-2633-C02F-42F690432881}"/>
              </a:ext>
            </a:extLst>
          </p:cNvPr>
          <p:cNvSpPr/>
          <p:nvPr/>
        </p:nvSpPr>
        <p:spPr>
          <a:xfrm>
            <a:off x="17566269" y="12736077"/>
            <a:ext cx="1425832" cy="479569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>
              <a:defRPr/>
            </a:pP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local-id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=[</a:t>
            </a: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snmpUserName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]</a:t>
            </a:r>
          </a:p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snmpUserName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snmpUserPassword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35" name="Gerade Verbindung mit Pfeil 234">
            <a:extLst>
              <a:ext uri="{FF2B5EF4-FFF2-40B4-BE49-F238E27FC236}">
                <a16:creationId xmlns:a16="http://schemas.microsoft.com/office/drawing/2014/main" id="{4A5D1682-99D1-7876-EEFC-EA1180222379}"/>
              </a:ext>
            </a:extLst>
          </p:cNvPr>
          <p:cNvCxnSpPr>
            <a:cxnSpLocks/>
            <a:stCxn id="223" idx="1"/>
            <a:endCxn id="232" idx="3"/>
          </p:cNvCxnSpPr>
          <p:nvPr/>
        </p:nvCxnSpPr>
        <p:spPr>
          <a:xfrm flipH="1" flipV="1">
            <a:off x="18992101" y="12975862"/>
            <a:ext cx="573605" cy="14867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41" name="Rechteck 240">
            <a:extLst>
              <a:ext uri="{FF2B5EF4-FFF2-40B4-BE49-F238E27FC236}">
                <a16:creationId xmlns:a16="http://schemas.microsoft.com/office/drawing/2014/main" id="{8AE67609-FF85-AA36-4EAC-A2C055DD14DD}"/>
              </a:ext>
            </a:extLst>
          </p:cNvPr>
          <p:cNvSpPr/>
          <p:nvPr/>
        </p:nvSpPr>
        <p:spPr>
          <a:xfrm>
            <a:off x="19945629" y="7360011"/>
            <a:ext cx="1471132" cy="532766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element-name=[</a:t>
            </a: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deviceName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]</a:t>
            </a:r>
          </a:p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category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=</a:t>
            </a: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device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_</a:t>
            </a: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template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=</a:t>
            </a: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deviceTemplateName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42" name="Gerade Verbindung mit Pfeil 241">
            <a:extLst>
              <a:ext uri="{FF2B5EF4-FFF2-40B4-BE49-F238E27FC236}">
                <a16:creationId xmlns:a16="http://schemas.microsoft.com/office/drawing/2014/main" id="{D02907C9-C5BE-29CD-04AE-14DC78D81D7F}"/>
              </a:ext>
            </a:extLst>
          </p:cNvPr>
          <p:cNvCxnSpPr>
            <a:cxnSpLocks/>
            <a:stCxn id="216" idx="1"/>
            <a:endCxn id="241" idx="3"/>
          </p:cNvCxnSpPr>
          <p:nvPr/>
        </p:nvCxnSpPr>
        <p:spPr>
          <a:xfrm flipH="1">
            <a:off x="21416761" y="7583436"/>
            <a:ext cx="578845" cy="42958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86" name="Rechteck 85">
            <a:extLst>
              <a:ext uri="{FF2B5EF4-FFF2-40B4-BE49-F238E27FC236}">
                <a16:creationId xmlns:a16="http://schemas.microsoft.com/office/drawing/2014/main" id="{4EF8BD69-F08C-B9E7-5DF2-848F27B7FE4E}"/>
              </a:ext>
            </a:extLst>
          </p:cNvPr>
          <p:cNvSpPr/>
          <p:nvPr/>
        </p:nvSpPr>
        <p:spPr>
          <a:xfrm>
            <a:off x="15462332" y="11243128"/>
            <a:ext cx="1930625" cy="2982213"/>
          </a:xfrm>
          <a:prstGeom prst="rect">
            <a:avLst/>
          </a:prstGeom>
          <a:solidFill>
            <a:schemeClr val="accent5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1400">
                <a:solidFill>
                  <a:schemeClr val="tx1"/>
                </a:solidFill>
              </a:rPr>
              <a:t>Link</a:t>
            </a:r>
          </a:p>
        </p:txBody>
      </p:sp>
      <p:sp>
        <p:nvSpPr>
          <p:cNvPr id="87" name="Abgerundetes Rechteck 1">
            <a:extLst>
              <a:ext uri="{FF2B5EF4-FFF2-40B4-BE49-F238E27FC236}">
                <a16:creationId xmlns:a16="http://schemas.microsoft.com/office/drawing/2014/main" id="{D6ADBF88-D669-757C-3A92-67D4C6EA3D42}"/>
              </a:ext>
            </a:extLst>
          </p:cNvPr>
          <p:cNvSpPr/>
          <p:nvPr/>
        </p:nvSpPr>
        <p:spPr>
          <a:xfrm>
            <a:off x="15630513" y="11735148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</a:t>
            </a:r>
            <a:endParaRPr lang="de-DE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88" name="Gerade Verbindung mit Pfeil 87">
            <a:extLst>
              <a:ext uri="{FF2B5EF4-FFF2-40B4-BE49-F238E27FC236}">
                <a16:creationId xmlns:a16="http://schemas.microsoft.com/office/drawing/2014/main" id="{A2B87E04-CA80-7121-47DB-E8E9A36D9020}"/>
              </a:ext>
            </a:extLst>
          </p:cNvPr>
          <p:cNvCxnSpPr>
            <a:cxnSpLocks/>
            <a:stCxn id="87" idx="2"/>
            <a:endCxn id="326" idx="7"/>
          </p:cNvCxnSpPr>
          <p:nvPr/>
        </p:nvCxnSpPr>
        <p:spPr>
          <a:xfrm flipH="1">
            <a:off x="13045381" y="12180720"/>
            <a:ext cx="2853782" cy="62313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ysDash"/>
            <a:miter lim="800000"/>
            <a:tailEnd type="arrow"/>
          </a:ln>
          <a:effectLst/>
        </p:spPr>
      </p:cxnSp>
      <p:sp>
        <p:nvSpPr>
          <p:cNvPr id="93" name="Rechteck 92">
            <a:extLst>
              <a:ext uri="{FF2B5EF4-FFF2-40B4-BE49-F238E27FC236}">
                <a16:creationId xmlns:a16="http://schemas.microsoft.com/office/drawing/2014/main" id="{FCFF00EF-0576-E422-EDCD-26AB376B788C}"/>
              </a:ext>
            </a:extLst>
          </p:cNvPr>
          <p:cNvSpPr/>
          <p:nvPr/>
        </p:nvSpPr>
        <p:spPr>
          <a:xfrm>
            <a:off x="15618864" y="12532475"/>
            <a:ext cx="1579672" cy="362703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local-id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linktp*[{local-id,_cc,_ltp,_lp}]</a:t>
            </a:r>
          </a:p>
        </p:txBody>
      </p:sp>
      <p:cxnSp>
        <p:nvCxnSpPr>
          <p:cNvPr id="94" name="Gerade Verbindung mit Pfeil 93">
            <a:extLst>
              <a:ext uri="{FF2B5EF4-FFF2-40B4-BE49-F238E27FC236}">
                <a16:creationId xmlns:a16="http://schemas.microsoft.com/office/drawing/2014/main" id="{6993B356-34A0-6EF5-B7C8-165FDE6B0E48}"/>
              </a:ext>
            </a:extLst>
          </p:cNvPr>
          <p:cNvCxnSpPr>
            <a:cxnSpLocks/>
            <a:stCxn id="87" idx="2"/>
            <a:endCxn id="93" idx="0"/>
          </p:cNvCxnSpPr>
          <p:nvPr/>
        </p:nvCxnSpPr>
        <p:spPr>
          <a:xfrm>
            <a:off x="15899163" y="12180720"/>
            <a:ext cx="509537" cy="35175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5" name="Gerade Verbindung mit Pfeil 94">
            <a:extLst>
              <a:ext uri="{FF2B5EF4-FFF2-40B4-BE49-F238E27FC236}">
                <a16:creationId xmlns:a16="http://schemas.microsoft.com/office/drawing/2014/main" id="{82F36CDE-9238-8488-B7F4-4BEE05C8B522}"/>
              </a:ext>
            </a:extLst>
          </p:cNvPr>
          <p:cNvCxnSpPr>
            <a:cxnSpLocks/>
            <a:stCxn id="87" idx="2"/>
          </p:cNvCxnSpPr>
          <p:nvPr/>
        </p:nvCxnSpPr>
        <p:spPr>
          <a:xfrm>
            <a:off x="15899163" y="12180720"/>
            <a:ext cx="3708050" cy="60237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ysDash"/>
            <a:miter lim="800000"/>
            <a:tailEnd type="arrow"/>
          </a:ln>
          <a:effectLst/>
        </p:spPr>
      </p:cxnSp>
      <p:sp>
        <p:nvSpPr>
          <p:cNvPr id="117" name="Abgerundetes Rechteck 1">
            <a:extLst>
              <a:ext uri="{FF2B5EF4-FFF2-40B4-BE49-F238E27FC236}">
                <a16:creationId xmlns:a16="http://schemas.microsoft.com/office/drawing/2014/main" id="{8FAD0FAB-F7D4-B1C2-7009-798052A9B1D9}"/>
              </a:ext>
            </a:extLst>
          </p:cNvPr>
          <p:cNvSpPr/>
          <p:nvPr/>
        </p:nvSpPr>
        <p:spPr>
          <a:xfrm>
            <a:off x="9580315" y="1907473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NCD</a:t>
            </a:r>
            <a:endParaRPr lang="de-DE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121" name="Gerade Verbindung mit Pfeil 120">
            <a:extLst>
              <a:ext uri="{FF2B5EF4-FFF2-40B4-BE49-F238E27FC236}">
                <a16:creationId xmlns:a16="http://schemas.microsoft.com/office/drawing/2014/main" id="{8513C110-D9EE-BEC7-C0AA-D36B474C31B5}"/>
              </a:ext>
            </a:extLst>
          </p:cNvPr>
          <p:cNvCxnSpPr>
            <a:cxnSpLocks/>
            <a:stCxn id="117" idx="2"/>
            <a:endCxn id="129" idx="0"/>
          </p:cNvCxnSpPr>
          <p:nvPr/>
        </p:nvCxnSpPr>
        <p:spPr>
          <a:xfrm>
            <a:off x="9848965" y="2353045"/>
            <a:ext cx="1235948" cy="500795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37" name="Abgerundetes Rechteck 2">
            <a:extLst>
              <a:ext uri="{FF2B5EF4-FFF2-40B4-BE49-F238E27FC236}">
                <a16:creationId xmlns:a16="http://schemas.microsoft.com/office/drawing/2014/main" id="{1A507A33-5B7D-11FC-CBDD-02AB3012B323}"/>
              </a:ext>
            </a:extLst>
          </p:cNvPr>
          <p:cNvSpPr/>
          <p:nvPr/>
        </p:nvSpPr>
        <p:spPr>
          <a:xfrm>
            <a:off x="10844820" y="4669196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FD</a:t>
            </a:r>
          </a:p>
        </p:txBody>
      </p:sp>
      <p:cxnSp>
        <p:nvCxnSpPr>
          <p:cNvPr id="138" name="Gerade Verbindung mit Pfeil 137">
            <a:extLst>
              <a:ext uri="{FF2B5EF4-FFF2-40B4-BE49-F238E27FC236}">
                <a16:creationId xmlns:a16="http://schemas.microsoft.com/office/drawing/2014/main" id="{76E43E38-FB74-A194-3F98-3C678B7007CC}"/>
              </a:ext>
            </a:extLst>
          </p:cNvPr>
          <p:cNvCxnSpPr>
            <a:cxnSpLocks/>
            <a:stCxn id="117" idx="2"/>
            <a:endCxn id="137" idx="0"/>
          </p:cNvCxnSpPr>
          <p:nvPr/>
        </p:nvCxnSpPr>
        <p:spPr>
          <a:xfrm>
            <a:off x="9848965" y="2353045"/>
            <a:ext cx="1264505" cy="2316151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46" name="Verbinder: gewinkelt 145">
            <a:extLst>
              <a:ext uri="{FF2B5EF4-FFF2-40B4-BE49-F238E27FC236}">
                <a16:creationId xmlns:a16="http://schemas.microsoft.com/office/drawing/2014/main" id="{77591B36-B1C3-1160-95D2-646678063A41}"/>
              </a:ext>
            </a:extLst>
          </p:cNvPr>
          <p:cNvCxnSpPr>
            <a:cxnSpLocks/>
            <a:stCxn id="299" idx="1"/>
            <a:endCxn id="13" idx="1"/>
          </p:cNvCxnSpPr>
          <p:nvPr/>
        </p:nvCxnSpPr>
        <p:spPr>
          <a:xfrm rot="10800000" flipV="1">
            <a:off x="1118786" y="5794853"/>
            <a:ext cx="9726035" cy="1582647"/>
          </a:xfrm>
          <a:prstGeom prst="bentConnector2">
            <a:avLst/>
          </a:prstGeom>
          <a:noFill/>
          <a:ln w="6350" cap="flat" cmpd="sng" algn="ctr">
            <a:solidFill>
              <a:srgbClr val="5B9BD5"/>
            </a:solidFill>
            <a:prstDash val="sysDash"/>
            <a:miter lim="800000"/>
            <a:tailEnd type="arrow"/>
          </a:ln>
          <a:effectLst/>
        </p:spPr>
      </p:cxnSp>
      <p:cxnSp>
        <p:nvCxnSpPr>
          <p:cNvPr id="162" name="Verbinder: gewinkelt 161">
            <a:extLst>
              <a:ext uri="{FF2B5EF4-FFF2-40B4-BE49-F238E27FC236}">
                <a16:creationId xmlns:a16="http://schemas.microsoft.com/office/drawing/2014/main" id="{D7BF3E62-D368-E9DC-ABAC-7F3B9C8CDCF9}"/>
              </a:ext>
            </a:extLst>
          </p:cNvPr>
          <p:cNvCxnSpPr>
            <a:cxnSpLocks/>
            <a:stCxn id="299" idx="3"/>
            <a:endCxn id="12" idx="7"/>
          </p:cNvCxnSpPr>
          <p:nvPr/>
        </p:nvCxnSpPr>
        <p:spPr>
          <a:xfrm>
            <a:off x="11382119" y="5794854"/>
            <a:ext cx="10715325" cy="1582894"/>
          </a:xfrm>
          <a:prstGeom prst="bentConnector2">
            <a:avLst/>
          </a:prstGeom>
          <a:noFill/>
          <a:ln w="6350" cap="flat" cmpd="sng" algn="ctr">
            <a:solidFill>
              <a:srgbClr val="5B9BD5"/>
            </a:solidFill>
            <a:prstDash val="sysDash"/>
            <a:miter lim="800000"/>
            <a:tailEnd type="arrow"/>
          </a:ln>
          <a:effectLst/>
        </p:spPr>
      </p:cxnSp>
      <p:sp>
        <p:nvSpPr>
          <p:cNvPr id="212" name="Rechteck 211">
            <a:extLst>
              <a:ext uri="{FF2B5EF4-FFF2-40B4-BE49-F238E27FC236}">
                <a16:creationId xmlns:a16="http://schemas.microsoft.com/office/drawing/2014/main" id="{3555123F-9A90-1011-D300-F33B1A856F75}"/>
              </a:ext>
            </a:extLst>
          </p:cNvPr>
          <p:cNvSpPr/>
          <p:nvPr/>
        </p:nvSpPr>
        <p:spPr>
          <a:xfrm>
            <a:off x="4776148" y="11243128"/>
            <a:ext cx="1949140" cy="2982209"/>
          </a:xfrm>
          <a:prstGeom prst="rect">
            <a:avLst/>
          </a:prstGeom>
          <a:solidFill>
            <a:schemeClr val="accent5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1400">
                <a:solidFill>
                  <a:schemeClr val="tx1"/>
                </a:solidFill>
              </a:rPr>
              <a:t>Link</a:t>
            </a:r>
          </a:p>
        </p:txBody>
      </p:sp>
      <p:sp>
        <p:nvSpPr>
          <p:cNvPr id="213" name="Abgerundetes Rechteck 1">
            <a:extLst>
              <a:ext uri="{FF2B5EF4-FFF2-40B4-BE49-F238E27FC236}">
                <a16:creationId xmlns:a16="http://schemas.microsoft.com/office/drawing/2014/main" id="{F8D37D0E-8516-6BFB-1627-49D94B22AC46}"/>
              </a:ext>
            </a:extLst>
          </p:cNvPr>
          <p:cNvSpPr/>
          <p:nvPr/>
        </p:nvSpPr>
        <p:spPr>
          <a:xfrm>
            <a:off x="4934259" y="11736433"/>
            <a:ext cx="542452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</a:t>
            </a:r>
            <a:endParaRPr lang="de-DE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4" name="Rechteck 213">
            <a:extLst>
              <a:ext uri="{FF2B5EF4-FFF2-40B4-BE49-F238E27FC236}">
                <a16:creationId xmlns:a16="http://schemas.microsoft.com/office/drawing/2014/main" id="{150AAFD4-5ED8-C6EA-8AEE-E8CB41A2FEFE}"/>
              </a:ext>
            </a:extLst>
          </p:cNvPr>
          <p:cNvSpPr/>
          <p:nvPr/>
        </p:nvSpPr>
        <p:spPr>
          <a:xfrm>
            <a:off x="4922610" y="12533760"/>
            <a:ext cx="1629369" cy="361418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local-id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linktp*[{local-id,_cc,_ltp,_lp}]</a:t>
            </a:r>
          </a:p>
        </p:txBody>
      </p:sp>
      <p:cxnSp>
        <p:nvCxnSpPr>
          <p:cNvPr id="215" name="Gerade Verbindung mit Pfeil 214">
            <a:extLst>
              <a:ext uri="{FF2B5EF4-FFF2-40B4-BE49-F238E27FC236}">
                <a16:creationId xmlns:a16="http://schemas.microsoft.com/office/drawing/2014/main" id="{7F5FA94B-7893-5429-17CA-4EC5B28F25B0}"/>
              </a:ext>
            </a:extLst>
          </p:cNvPr>
          <p:cNvCxnSpPr>
            <a:cxnSpLocks/>
            <a:stCxn id="213" idx="2"/>
            <a:endCxn id="214" idx="0"/>
          </p:cNvCxnSpPr>
          <p:nvPr/>
        </p:nvCxnSpPr>
        <p:spPr>
          <a:xfrm>
            <a:off x="5205485" y="12182005"/>
            <a:ext cx="531810" cy="35175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1" name="Gerade Verbindung mit Pfeil 220">
            <a:extLst>
              <a:ext uri="{FF2B5EF4-FFF2-40B4-BE49-F238E27FC236}">
                <a16:creationId xmlns:a16="http://schemas.microsoft.com/office/drawing/2014/main" id="{FB1E9696-FB30-4DD2-5C4A-5233B0FAE6B6}"/>
              </a:ext>
            </a:extLst>
          </p:cNvPr>
          <p:cNvCxnSpPr>
            <a:cxnSpLocks/>
            <a:stCxn id="213" idx="2"/>
            <a:endCxn id="334" idx="0"/>
          </p:cNvCxnSpPr>
          <p:nvPr/>
        </p:nvCxnSpPr>
        <p:spPr>
          <a:xfrm flipH="1">
            <a:off x="2887137" y="12182005"/>
            <a:ext cx="2318348" cy="605233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ysDash"/>
            <a:miter lim="800000"/>
            <a:tailEnd type="arrow"/>
          </a:ln>
          <a:effectLst/>
        </p:spPr>
      </p:cxnSp>
      <p:cxnSp>
        <p:nvCxnSpPr>
          <p:cNvPr id="226" name="Gerade Verbindung mit Pfeil 225">
            <a:extLst>
              <a:ext uri="{FF2B5EF4-FFF2-40B4-BE49-F238E27FC236}">
                <a16:creationId xmlns:a16="http://schemas.microsoft.com/office/drawing/2014/main" id="{867860DD-30C5-F9EB-DD2B-EC606399AB32}"/>
              </a:ext>
            </a:extLst>
          </p:cNvPr>
          <p:cNvCxnSpPr>
            <a:cxnSpLocks/>
            <a:stCxn id="213" idx="2"/>
            <a:endCxn id="331" idx="2"/>
          </p:cNvCxnSpPr>
          <p:nvPr/>
        </p:nvCxnSpPr>
        <p:spPr>
          <a:xfrm>
            <a:off x="5205485" y="12182005"/>
            <a:ext cx="3916966" cy="629466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ysDash"/>
            <a:miter lim="800000"/>
            <a:tailEnd type="arrow"/>
          </a:ln>
          <a:effectLst/>
        </p:spPr>
      </p:cxnSp>
      <p:cxnSp>
        <p:nvCxnSpPr>
          <p:cNvPr id="247" name="Verbinder: gewinkelt 246">
            <a:extLst>
              <a:ext uri="{FF2B5EF4-FFF2-40B4-BE49-F238E27FC236}">
                <a16:creationId xmlns:a16="http://schemas.microsoft.com/office/drawing/2014/main" id="{B1B6F187-424B-B5E7-210A-081BDFAD519A}"/>
              </a:ext>
            </a:extLst>
          </p:cNvPr>
          <p:cNvCxnSpPr>
            <a:stCxn id="117" idx="2"/>
            <a:endCxn id="56" idx="0"/>
          </p:cNvCxnSpPr>
          <p:nvPr/>
        </p:nvCxnSpPr>
        <p:spPr>
          <a:xfrm rot="5400000">
            <a:off x="2896740" y="406892"/>
            <a:ext cx="5006072" cy="8898379"/>
          </a:xfrm>
          <a:prstGeom prst="bentConnector3">
            <a:avLst>
              <a:gd name="adj1" fmla="val 150"/>
            </a:avLst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52" name="Verbinder: gewinkelt 251">
            <a:extLst>
              <a:ext uri="{FF2B5EF4-FFF2-40B4-BE49-F238E27FC236}">
                <a16:creationId xmlns:a16="http://schemas.microsoft.com/office/drawing/2014/main" id="{7B4D9739-6606-A338-2C87-5405BC25C7D6}"/>
              </a:ext>
            </a:extLst>
          </p:cNvPr>
          <p:cNvCxnSpPr>
            <a:cxnSpLocks/>
            <a:stCxn id="117" idx="2"/>
            <a:endCxn id="216" idx="0"/>
          </p:cNvCxnSpPr>
          <p:nvPr/>
        </p:nvCxnSpPr>
        <p:spPr>
          <a:xfrm rot="16200000" flipH="1">
            <a:off x="13552808" y="-1350799"/>
            <a:ext cx="5007605" cy="12415291"/>
          </a:xfrm>
          <a:prstGeom prst="bentConnector3">
            <a:avLst>
              <a:gd name="adj1" fmla="val 165"/>
            </a:avLst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93" name="Ellipse 292">
            <a:extLst>
              <a:ext uri="{FF2B5EF4-FFF2-40B4-BE49-F238E27FC236}">
                <a16:creationId xmlns:a16="http://schemas.microsoft.com/office/drawing/2014/main" id="{A96271CD-4392-8057-D43D-25709C941E70}"/>
              </a:ext>
            </a:extLst>
          </p:cNvPr>
          <p:cNvSpPr/>
          <p:nvPr/>
        </p:nvSpPr>
        <p:spPr>
          <a:xfrm>
            <a:off x="19586825" y="12787238"/>
            <a:ext cx="45719" cy="45719"/>
          </a:xfrm>
          <a:prstGeom prst="ellipse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de-DE" sz="1050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9" name="Abgerundetes Rechteck 2">
            <a:extLst>
              <a:ext uri="{FF2B5EF4-FFF2-40B4-BE49-F238E27FC236}">
                <a16:creationId xmlns:a16="http://schemas.microsoft.com/office/drawing/2014/main" id="{E996A483-AF97-CBE6-3673-7E031A0BFEC8}"/>
              </a:ext>
            </a:extLst>
          </p:cNvPr>
          <p:cNvSpPr/>
          <p:nvPr/>
        </p:nvSpPr>
        <p:spPr>
          <a:xfrm>
            <a:off x="10844820" y="5572068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FC</a:t>
            </a:r>
          </a:p>
        </p:txBody>
      </p:sp>
      <p:cxnSp>
        <p:nvCxnSpPr>
          <p:cNvPr id="311" name="Gerade Verbindung mit Pfeil 310">
            <a:extLst>
              <a:ext uri="{FF2B5EF4-FFF2-40B4-BE49-F238E27FC236}">
                <a16:creationId xmlns:a16="http://schemas.microsoft.com/office/drawing/2014/main" id="{9AD30391-92FB-0C52-26B6-00EDE85050C8}"/>
              </a:ext>
            </a:extLst>
          </p:cNvPr>
          <p:cNvCxnSpPr>
            <a:cxnSpLocks/>
            <a:stCxn id="137" idx="2"/>
            <a:endCxn id="299" idx="0"/>
          </p:cNvCxnSpPr>
          <p:nvPr/>
        </p:nvCxnSpPr>
        <p:spPr>
          <a:xfrm>
            <a:off x="11113470" y="5114768"/>
            <a:ext cx="0" cy="45730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26" name="Ellipse 325">
            <a:extLst>
              <a:ext uri="{FF2B5EF4-FFF2-40B4-BE49-F238E27FC236}">
                <a16:creationId xmlns:a16="http://schemas.microsoft.com/office/drawing/2014/main" id="{CEDD7DE9-3657-184D-6997-0AECEE8A55A8}"/>
              </a:ext>
            </a:extLst>
          </p:cNvPr>
          <p:cNvSpPr/>
          <p:nvPr/>
        </p:nvSpPr>
        <p:spPr>
          <a:xfrm>
            <a:off x="13006357" y="12797160"/>
            <a:ext cx="45719" cy="45719"/>
          </a:xfrm>
          <a:prstGeom prst="ellipse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de-DE" sz="1050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31" name="Ellipse 330">
            <a:extLst>
              <a:ext uri="{FF2B5EF4-FFF2-40B4-BE49-F238E27FC236}">
                <a16:creationId xmlns:a16="http://schemas.microsoft.com/office/drawing/2014/main" id="{6ECA586B-08D6-6157-F7C2-3AFD86937CB5}"/>
              </a:ext>
            </a:extLst>
          </p:cNvPr>
          <p:cNvSpPr/>
          <p:nvPr/>
        </p:nvSpPr>
        <p:spPr>
          <a:xfrm>
            <a:off x="9122451" y="12788611"/>
            <a:ext cx="45719" cy="45719"/>
          </a:xfrm>
          <a:prstGeom prst="ellipse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de-DE" sz="1050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34" name="Ellipse 333">
            <a:extLst>
              <a:ext uri="{FF2B5EF4-FFF2-40B4-BE49-F238E27FC236}">
                <a16:creationId xmlns:a16="http://schemas.microsoft.com/office/drawing/2014/main" id="{1D7BD267-291E-DC8C-588E-3D75EF535FF1}"/>
              </a:ext>
            </a:extLst>
          </p:cNvPr>
          <p:cNvSpPr/>
          <p:nvPr/>
        </p:nvSpPr>
        <p:spPr>
          <a:xfrm>
            <a:off x="2864277" y="12787238"/>
            <a:ext cx="45719" cy="45719"/>
          </a:xfrm>
          <a:prstGeom prst="ellipse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de-DE" sz="1050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38" name="Rechteck 337">
            <a:extLst>
              <a:ext uri="{FF2B5EF4-FFF2-40B4-BE49-F238E27FC236}">
                <a16:creationId xmlns:a16="http://schemas.microsoft.com/office/drawing/2014/main" id="{6B7619B2-4D08-FB1B-998F-EDD62FBAD183}"/>
              </a:ext>
            </a:extLst>
          </p:cNvPr>
          <p:cNvSpPr/>
          <p:nvPr/>
        </p:nvSpPr>
        <p:spPr>
          <a:xfrm>
            <a:off x="12387482" y="5844855"/>
            <a:ext cx="2528668" cy="31059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forwarding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-</a:t>
            </a: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construct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-name =[</a:t>
            </a: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deviceName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]</a:t>
            </a:r>
          </a:p>
        </p:txBody>
      </p:sp>
      <p:cxnSp>
        <p:nvCxnSpPr>
          <p:cNvPr id="339" name="Gerade Verbindung mit Pfeil 338">
            <a:extLst>
              <a:ext uri="{FF2B5EF4-FFF2-40B4-BE49-F238E27FC236}">
                <a16:creationId xmlns:a16="http://schemas.microsoft.com/office/drawing/2014/main" id="{04457B5A-442B-C146-CFDE-630B014736C1}"/>
              </a:ext>
            </a:extLst>
          </p:cNvPr>
          <p:cNvCxnSpPr>
            <a:cxnSpLocks/>
            <a:stCxn id="299" idx="3"/>
            <a:endCxn id="338" idx="1"/>
          </p:cNvCxnSpPr>
          <p:nvPr/>
        </p:nvCxnSpPr>
        <p:spPr>
          <a:xfrm>
            <a:off x="11382119" y="5794854"/>
            <a:ext cx="1005363" cy="205298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72" name="Rechteck 371">
            <a:extLst>
              <a:ext uri="{FF2B5EF4-FFF2-40B4-BE49-F238E27FC236}">
                <a16:creationId xmlns:a16="http://schemas.microsoft.com/office/drawing/2014/main" id="{299B7DF5-19AC-8F66-E5E8-A2D6F953C18B}"/>
              </a:ext>
            </a:extLst>
          </p:cNvPr>
          <p:cNvSpPr/>
          <p:nvPr/>
        </p:nvSpPr>
        <p:spPr>
          <a:xfrm>
            <a:off x="12354266" y="4728077"/>
            <a:ext cx="2561884" cy="33607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forwarding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-domain-name</a:t>
            </a:r>
            <a:r>
              <a:rPr lang="en-US" sz="800" kern="0" noProof="0" dirty="0">
                <a:solidFill>
                  <a:prstClr val="black"/>
                </a:solidFill>
                <a:latin typeface="Calibri" panose="020F0502020204030204"/>
              </a:rPr>
              <a:t>=[</a:t>
            </a:r>
            <a:r>
              <a:rPr lang="en-US" sz="800" kern="0" noProof="0" dirty="0" err="1">
                <a:solidFill>
                  <a:prstClr val="black"/>
                </a:solidFill>
                <a:latin typeface="Calibri" panose="020F0502020204030204"/>
              </a:rPr>
              <a:t>managementDomain</a:t>
            </a:r>
            <a:r>
              <a:rPr lang="en-US" sz="800" kern="0" noProof="0" dirty="0">
                <a:solidFill>
                  <a:prstClr val="black"/>
                </a:solidFill>
                <a:latin typeface="Calibri" panose="020F0502020204030204"/>
              </a:rPr>
              <a:t>]</a:t>
            </a:r>
          </a:p>
        </p:txBody>
      </p:sp>
      <p:cxnSp>
        <p:nvCxnSpPr>
          <p:cNvPr id="373" name="Gerade Verbindung mit Pfeil 372">
            <a:extLst>
              <a:ext uri="{FF2B5EF4-FFF2-40B4-BE49-F238E27FC236}">
                <a16:creationId xmlns:a16="http://schemas.microsoft.com/office/drawing/2014/main" id="{6B2DFD95-1A35-3DA4-C789-C6E9A402E774}"/>
              </a:ext>
            </a:extLst>
          </p:cNvPr>
          <p:cNvCxnSpPr>
            <a:cxnSpLocks/>
            <a:endCxn id="372" idx="1"/>
          </p:cNvCxnSpPr>
          <p:nvPr/>
        </p:nvCxnSpPr>
        <p:spPr>
          <a:xfrm flipV="1">
            <a:off x="11377492" y="4896114"/>
            <a:ext cx="976774" cy="1364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069E344D-E9E9-0504-2F76-55E5D19915CD}"/>
              </a:ext>
            </a:extLst>
          </p:cNvPr>
          <p:cNvCxnSpPr>
            <a:cxnSpLocks/>
            <a:endCxn id="18" idx="1"/>
          </p:cNvCxnSpPr>
          <p:nvPr/>
        </p:nvCxnSpPr>
        <p:spPr>
          <a:xfrm flipV="1">
            <a:off x="1215033" y="7572661"/>
            <a:ext cx="461366" cy="5676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8" name="Rechteck 17">
            <a:extLst>
              <a:ext uri="{FF2B5EF4-FFF2-40B4-BE49-F238E27FC236}">
                <a16:creationId xmlns:a16="http://schemas.microsoft.com/office/drawing/2014/main" id="{A49FE695-23BD-7D89-28AB-A480FCDDCB7B}"/>
              </a:ext>
            </a:extLst>
          </p:cNvPr>
          <p:cNvSpPr/>
          <p:nvPr/>
        </p:nvSpPr>
        <p:spPr>
          <a:xfrm>
            <a:off x="1676399" y="7349875"/>
            <a:ext cx="2445545" cy="445572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>
              <a:defRPr/>
            </a:pP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element-name=[</a:t>
            </a: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managementDomain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]</a:t>
            </a:r>
          </a:p>
          <a:p>
            <a:pPr defTabSz="914400">
              <a:defRPr/>
            </a:pP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category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=</a:t>
            </a: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controller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_</a:t>
            </a: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template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=</a:t>
            </a: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controllerTemplateName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B9D40B9E-07E7-DA55-A483-1F59E59377DD}"/>
              </a:ext>
            </a:extLst>
          </p:cNvPr>
          <p:cNvSpPr/>
          <p:nvPr/>
        </p:nvSpPr>
        <p:spPr>
          <a:xfrm>
            <a:off x="11084910" y="1948582"/>
            <a:ext cx="1685583" cy="33607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storage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 =</a:t>
            </a: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running,operational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, …</a:t>
            </a:r>
          </a:p>
        </p:txBody>
      </p: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BD64C054-7133-4A97-8504-E3EEC9F56FF0}"/>
              </a:ext>
            </a:extLst>
          </p:cNvPr>
          <p:cNvCxnSpPr>
            <a:cxnSpLocks/>
            <a:stCxn id="117" idx="3"/>
            <a:endCxn id="49" idx="1"/>
          </p:cNvCxnSpPr>
          <p:nvPr/>
        </p:nvCxnSpPr>
        <p:spPr>
          <a:xfrm flipV="1">
            <a:off x="10117614" y="2116619"/>
            <a:ext cx="967296" cy="1364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7" name="Verbinder: gewinkelt 96">
            <a:extLst>
              <a:ext uri="{FF2B5EF4-FFF2-40B4-BE49-F238E27FC236}">
                <a16:creationId xmlns:a16="http://schemas.microsoft.com/office/drawing/2014/main" id="{4FB777F2-9BC2-B162-76FE-7A8189EE1282}"/>
              </a:ext>
            </a:extLst>
          </p:cNvPr>
          <p:cNvCxnSpPr>
            <a:cxnSpLocks/>
            <a:stCxn id="21" idx="1"/>
            <a:endCxn id="213" idx="0"/>
          </p:cNvCxnSpPr>
          <p:nvPr/>
        </p:nvCxnSpPr>
        <p:spPr>
          <a:xfrm rot="10800000" flipV="1">
            <a:off x="5205485" y="6475145"/>
            <a:ext cx="5639334" cy="5261288"/>
          </a:xfrm>
          <a:prstGeom prst="bentConnector2">
            <a:avLst/>
          </a:prstGeom>
          <a:noFill/>
          <a:ln w="6350" cap="flat" cmpd="sng" algn="ctr">
            <a:solidFill>
              <a:srgbClr val="5B9BD5"/>
            </a:solidFill>
            <a:prstDash val="sysDash"/>
            <a:miter lim="800000"/>
            <a:tailEnd type="arrow"/>
          </a:ln>
          <a:effectLst/>
        </p:spPr>
      </p:cxnSp>
      <p:cxnSp>
        <p:nvCxnSpPr>
          <p:cNvPr id="101" name="Verbinder: gewinkelt 100">
            <a:extLst>
              <a:ext uri="{FF2B5EF4-FFF2-40B4-BE49-F238E27FC236}">
                <a16:creationId xmlns:a16="http://schemas.microsoft.com/office/drawing/2014/main" id="{B2F73060-0FC4-FD9A-B4C5-AB4D2A57B553}"/>
              </a:ext>
            </a:extLst>
          </p:cNvPr>
          <p:cNvCxnSpPr>
            <a:cxnSpLocks/>
            <a:stCxn id="21" idx="3"/>
            <a:endCxn id="87" idx="0"/>
          </p:cNvCxnSpPr>
          <p:nvPr/>
        </p:nvCxnSpPr>
        <p:spPr>
          <a:xfrm>
            <a:off x="11382118" y="6475145"/>
            <a:ext cx="4517045" cy="5260003"/>
          </a:xfrm>
          <a:prstGeom prst="bentConnector2">
            <a:avLst/>
          </a:prstGeom>
          <a:noFill/>
          <a:ln w="6350" cap="flat" cmpd="sng" algn="ctr">
            <a:solidFill>
              <a:srgbClr val="5B9BD5"/>
            </a:solidFill>
            <a:prstDash val="sysDash"/>
            <a:miter lim="800000"/>
            <a:tailEnd type="arrow"/>
          </a:ln>
          <a:effectLst/>
        </p:spPr>
      </p:cxnSp>
      <p:sp>
        <p:nvSpPr>
          <p:cNvPr id="3" name="Abgerundetes Rechteck 2">
            <a:extLst>
              <a:ext uri="{FF2B5EF4-FFF2-40B4-BE49-F238E27FC236}">
                <a16:creationId xmlns:a16="http://schemas.microsoft.com/office/drawing/2014/main" id="{481F8CF6-7664-D3A4-0A71-6FA8CC1C8444}"/>
              </a:ext>
            </a:extLst>
          </p:cNvPr>
          <p:cNvSpPr/>
          <p:nvPr/>
        </p:nvSpPr>
        <p:spPr>
          <a:xfrm>
            <a:off x="681936" y="11515037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LTP</a:t>
            </a:r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0CA5299D-8C38-1F55-39EE-D0750543757B}"/>
              </a:ext>
            </a:extLst>
          </p:cNvPr>
          <p:cNvSpPr/>
          <p:nvPr/>
        </p:nvSpPr>
        <p:spPr>
          <a:xfrm>
            <a:off x="681936" y="12769296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LP</a:t>
            </a:r>
          </a:p>
        </p:txBody>
      </p: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C80F8A7C-F87B-9B2C-410A-345ED15A0F3E}"/>
              </a:ext>
            </a:extLst>
          </p:cNvPr>
          <p:cNvCxnSpPr>
            <a:stCxn id="3" idx="2"/>
            <a:endCxn id="4" idx="0"/>
          </p:cNvCxnSpPr>
          <p:nvPr/>
        </p:nvCxnSpPr>
        <p:spPr>
          <a:xfrm>
            <a:off x="950583" y="11960612"/>
            <a:ext cx="0" cy="808687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E16475AB-66D8-F383-4DC7-0A00FAD07F5B}"/>
              </a:ext>
            </a:extLst>
          </p:cNvPr>
          <p:cNvCxnSpPr>
            <a:cxnSpLocks/>
            <a:stCxn id="62" idx="1"/>
            <a:endCxn id="4" idx="3"/>
          </p:cNvCxnSpPr>
          <p:nvPr/>
        </p:nvCxnSpPr>
        <p:spPr>
          <a:xfrm flipH="1" flipV="1">
            <a:off x="1219235" y="12992082"/>
            <a:ext cx="552167" cy="778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4C052C17-707D-946A-4D09-75681F8D0028}"/>
              </a:ext>
            </a:extLst>
          </p:cNvPr>
          <p:cNvCxnSpPr>
            <a:cxnSpLocks/>
            <a:stCxn id="63" idx="1"/>
            <a:endCxn id="4" idx="3"/>
          </p:cNvCxnSpPr>
          <p:nvPr/>
        </p:nvCxnSpPr>
        <p:spPr>
          <a:xfrm flipH="1" flipV="1">
            <a:off x="1219235" y="12992082"/>
            <a:ext cx="552166" cy="732713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99535941-4DCE-6677-6D22-A5E8B767428E}"/>
              </a:ext>
            </a:extLst>
          </p:cNvPr>
          <p:cNvCxnSpPr>
            <a:cxnSpLocks/>
            <a:stCxn id="3" idx="3"/>
            <a:endCxn id="11" idx="1"/>
          </p:cNvCxnSpPr>
          <p:nvPr/>
        </p:nvCxnSpPr>
        <p:spPr>
          <a:xfrm flipV="1">
            <a:off x="1219235" y="11672031"/>
            <a:ext cx="474802" cy="65792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1" name="Rechteck 10">
            <a:extLst>
              <a:ext uri="{FF2B5EF4-FFF2-40B4-BE49-F238E27FC236}">
                <a16:creationId xmlns:a16="http://schemas.microsoft.com/office/drawing/2014/main" id="{D5909574-AA9F-78EE-AF15-61F210D87FD2}"/>
              </a:ext>
            </a:extLst>
          </p:cNvPr>
          <p:cNvSpPr/>
          <p:nvPr/>
        </p:nvSpPr>
        <p:spPr>
          <a:xfrm>
            <a:off x="1694037" y="11514518"/>
            <a:ext cx="1083165" cy="315026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local-id=[deviceName]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F9C320F7-1BE1-119D-E122-B62DD3204440}"/>
              </a:ext>
            </a:extLst>
          </p:cNvPr>
          <p:cNvSpPr/>
          <p:nvPr/>
        </p:nvSpPr>
        <p:spPr>
          <a:xfrm>
            <a:off x="20014600" y="11528092"/>
            <a:ext cx="1083165" cy="247163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local-id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=</a:t>
            </a: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management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Abgerundetes Rechteck 2">
            <a:extLst>
              <a:ext uri="{FF2B5EF4-FFF2-40B4-BE49-F238E27FC236}">
                <a16:creationId xmlns:a16="http://schemas.microsoft.com/office/drawing/2014/main" id="{2AF408CD-34DB-C428-E0BF-1217C1E02073}"/>
              </a:ext>
            </a:extLst>
          </p:cNvPr>
          <p:cNvSpPr/>
          <p:nvPr/>
        </p:nvSpPr>
        <p:spPr>
          <a:xfrm>
            <a:off x="21995606" y="11520038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LTP</a:t>
            </a:r>
          </a:p>
        </p:txBody>
      </p:sp>
      <p:sp>
        <p:nvSpPr>
          <p:cNvPr id="35" name="Abgerundetes Rechteck 3">
            <a:extLst>
              <a:ext uri="{FF2B5EF4-FFF2-40B4-BE49-F238E27FC236}">
                <a16:creationId xmlns:a16="http://schemas.microsoft.com/office/drawing/2014/main" id="{F7D26EA4-96A3-0DFE-F516-71C0AAAE8061}"/>
              </a:ext>
            </a:extLst>
          </p:cNvPr>
          <p:cNvSpPr/>
          <p:nvPr/>
        </p:nvSpPr>
        <p:spPr>
          <a:xfrm>
            <a:off x="21995606" y="12767943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LP</a:t>
            </a:r>
          </a:p>
        </p:txBody>
      </p:sp>
      <p:cxnSp>
        <p:nvCxnSpPr>
          <p:cNvPr id="46" name="Gerade Verbindung mit Pfeil 45">
            <a:extLst>
              <a:ext uri="{FF2B5EF4-FFF2-40B4-BE49-F238E27FC236}">
                <a16:creationId xmlns:a16="http://schemas.microsoft.com/office/drawing/2014/main" id="{8E9FC093-1E1D-AFB8-EDA1-74BB30C0EC74}"/>
              </a:ext>
            </a:extLst>
          </p:cNvPr>
          <p:cNvCxnSpPr>
            <a:stCxn id="25" idx="2"/>
            <a:endCxn id="35" idx="0"/>
          </p:cNvCxnSpPr>
          <p:nvPr/>
        </p:nvCxnSpPr>
        <p:spPr>
          <a:xfrm>
            <a:off x="22264256" y="11965610"/>
            <a:ext cx="0" cy="802333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EDAA76C0-8B20-2581-751D-97C11B18D597}"/>
              </a:ext>
            </a:extLst>
          </p:cNvPr>
          <p:cNvCxnSpPr>
            <a:cxnSpLocks/>
            <a:stCxn id="223" idx="3"/>
            <a:endCxn id="35" idx="1"/>
          </p:cNvCxnSpPr>
          <p:nvPr/>
        </p:nvCxnSpPr>
        <p:spPr>
          <a:xfrm>
            <a:off x="20727159" y="12990729"/>
            <a:ext cx="1268447" cy="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DE9FF65D-332E-5702-D4B7-0CD33B820016}"/>
              </a:ext>
            </a:extLst>
          </p:cNvPr>
          <p:cNvCxnSpPr>
            <a:cxnSpLocks/>
            <a:stCxn id="222" idx="3"/>
            <a:endCxn id="35" idx="1"/>
          </p:cNvCxnSpPr>
          <p:nvPr/>
        </p:nvCxnSpPr>
        <p:spPr>
          <a:xfrm flipV="1">
            <a:off x="20727159" y="12990729"/>
            <a:ext cx="1268447" cy="721017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0D67C123-0516-88EF-34E3-FD36957D0983}"/>
              </a:ext>
            </a:extLst>
          </p:cNvPr>
          <p:cNvCxnSpPr>
            <a:cxnSpLocks/>
            <a:stCxn id="25" idx="1"/>
            <a:endCxn id="14" idx="3"/>
          </p:cNvCxnSpPr>
          <p:nvPr/>
        </p:nvCxnSpPr>
        <p:spPr>
          <a:xfrm flipH="1" flipV="1">
            <a:off x="21097765" y="11651674"/>
            <a:ext cx="897841" cy="9115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8" name="Gerade Verbindung mit Pfeil 107">
            <a:extLst>
              <a:ext uri="{FF2B5EF4-FFF2-40B4-BE49-F238E27FC236}">
                <a16:creationId xmlns:a16="http://schemas.microsoft.com/office/drawing/2014/main" id="{319FF6AC-10D8-4761-C3A3-AA2085CCD928}"/>
              </a:ext>
            </a:extLst>
          </p:cNvPr>
          <p:cNvCxnSpPr>
            <a:cxnSpLocks/>
            <a:stCxn id="125" idx="3"/>
            <a:endCxn id="109" idx="1"/>
          </p:cNvCxnSpPr>
          <p:nvPr/>
        </p:nvCxnSpPr>
        <p:spPr>
          <a:xfrm flipV="1">
            <a:off x="12372737" y="11687327"/>
            <a:ext cx="474802" cy="52379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09" name="Rechteck 108">
            <a:extLst>
              <a:ext uri="{FF2B5EF4-FFF2-40B4-BE49-F238E27FC236}">
                <a16:creationId xmlns:a16="http://schemas.microsoft.com/office/drawing/2014/main" id="{8D677BCD-9D02-BC68-5EE7-23DBFA48C29E}"/>
              </a:ext>
            </a:extLst>
          </p:cNvPr>
          <p:cNvSpPr/>
          <p:nvPr/>
        </p:nvSpPr>
        <p:spPr>
          <a:xfrm>
            <a:off x="12847539" y="11541507"/>
            <a:ext cx="1083165" cy="29164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local-id=[deviceName]</a:t>
            </a:r>
          </a:p>
        </p:txBody>
      </p:sp>
      <p:cxnSp>
        <p:nvCxnSpPr>
          <p:cNvPr id="119" name="Gerade Verbindung mit Pfeil 118">
            <a:extLst>
              <a:ext uri="{FF2B5EF4-FFF2-40B4-BE49-F238E27FC236}">
                <a16:creationId xmlns:a16="http://schemas.microsoft.com/office/drawing/2014/main" id="{18D2E143-544D-442F-7F6A-5EE88F9FE5D7}"/>
              </a:ext>
            </a:extLst>
          </p:cNvPr>
          <p:cNvCxnSpPr>
            <a:cxnSpLocks/>
            <a:stCxn id="16" idx="1"/>
            <a:endCxn id="126" idx="3"/>
          </p:cNvCxnSpPr>
          <p:nvPr/>
        </p:nvCxnSpPr>
        <p:spPr>
          <a:xfrm flipH="1" flipV="1">
            <a:off x="11353562" y="12991893"/>
            <a:ext cx="552168" cy="328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120" name="Gerade Verbindung mit Pfeil 119">
            <a:extLst>
              <a:ext uri="{FF2B5EF4-FFF2-40B4-BE49-F238E27FC236}">
                <a16:creationId xmlns:a16="http://schemas.microsoft.com/office/drawing/2014/main" id="{25DE5E17-1444-4A31-5DB1-1C8E50B266F6}"/>
              </a:ext>
            </a:extLst>
          </p:cNvPr>
          <p:cNvCxnSpPr>
            <a:cxnSpLocks/>
            <a:stCxn id="17" idx="1"/>
            <a:endCxn id="126" idx="3"/>
          </p:cNvCxnSpPr>
          <p:nvPr/>
        </p:nvCxnSpPr>
        <p:spPr>
          <a:xfrm flipH="1" flipV="1">
            <a:off x="11353562" y="12991893"/>
            <a:ext cx="552168" cy="723524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122" name="Gerade Verbindung mit Pfeil 121">
            <a:extLst>
              <a:ext uri="{FF2B5EF4-FFF2-40B4-BE49-F238E27FC236}">
                <a16:creationId xmlns:a16="http://schemas.microsoft.com/office/drawing/2014/main" id="{E459C471-8B93-20A8-224F-9B788E7C9D01}"/>
              </a:ext>
            </a:extLst>
          </p:cNvPr>
          <p:cNvCxnSpPr>
            <a:cxnSpLocks/>
            <a:stCxn id="29" idx="3"/>
            <a:endCxn id="126" idx="1"/>
          </p:cNvCxnSpPr>
          <p:nvPr/>
        </p:nvCxnSpPr>
        <p:spPr>
          <a:xfrm flipV="1">
            <a:off x="10264097" y="12991893"/>
            <a:ext cx="552166" cy="2507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124" name="Gerade Verbindung mit Pfeil 123">
            <a:extLst>
              <a:ext uri="{FF2B5EF4-FFF2-40B4-BE49-F238E27FC236}">
                <a16:creationId xmlns:a16="http://schemas.microsoft.com/office/drawing/2014/main" id="{47F5AA49-24E2-CB2F-6102-18AE6D0C7C6E}"/>
              </a:ext>
            </a:extLst>
          </p:cNvPr>
          <p:cNvCxnSpPr>
            <a:cxnSpLocks/>
            <a:stCxn id="28" idx="3"/>
            <a:endCxn id="126" idx="1"/>
          </p:cNvCxnSpPr>
          <p:nvPr/>
        </p:nvCxnSpPr>
        <p:spPr>
          <a:xfrm flipV="1">
            <a:off x="10264097" y="12991893"/>
            <a:ext cx="552166" cy="723524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sp>
        <p:nvSpPr>
          <p:cNvPr id="125" name="Abgerundetes Rechteck 2">
            <a:extLst>
              <a:ext uri="{FF2B5EF4-FFF2-40B4-BE49-F238E27FC236}">
                <a16:creationId xmlns:a16="http://schemas.microsoft.com/office/drawing/2014/main" id="{DB4DE718-D5F3-A5B5-C3F7-5BA5D0645841}"/>
              </a:ext>
            </a:extLst>
          </p:cNvPr>
          <p:cNvSpPr/>
          <p:nvPr/>
        </p:nvSpPr>
        <p:spPr>
          <a:xfrm>
            <a:off x="11835438" y="11516920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LTP</a:t>
            </a:r>
          </a:p>
        </p:txBody>
      </p:sp>
      <p:sp>
        <p:nvSpPr>
          <p:cNvPr id="126" name="Abgerundetes Rechteck 3">
            <a:extLst>
              <a:ext uri="{FF2B5EF4-FFF2-40B4-BE49-F238E27FC236}">
                <a16:creationId xmlns:a16="http://schemas.microsoft.com/office/drawing/2014/main" id="{07AF8A7F-9AAD-C266-C597-FD9838FD0AED}"/>
              </a:ext>
            </a:extLst>
          </p:cNvPr>
          <p:cNvSpPr/>
          <p:nvPr/>
        </p:nvSpPr>
        <p:spPr>
          <a:xfrm>
            <a:off x="10816263" y="12769107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LP</a:t>
            </a:r>
          </a:p>
        </p:txBody>
      </p:sp>
      <p:cxnSp>
        <p:nvCxnSpPr>
          <p:cNvPr id="127" name="Gerade Verbindung mit Pfeil 126">
            <a:extLst>
              <a:ext uri="{FF2B5EF4-FFF2-40B4-BE49-F238E27FC236}">
                <a16:creationId xmlns:a16="http://schemas.microsoft.com/office/drawing/2014/main" id="{ABF0B6DB-5D81-C9A6-9E34-661F1D8D3E8D}"/>
              </a:ext>
            </a:extLst>
          </p:cNvPr>
          <p:cNvCxnSpPr>
            <a:stCxn id="125" idx="2"/>
            <a:endCxn id="126" idx="0"/>
          </p:cNvCxnSpPr>
          <p:nvPr/>
        </p:nvCxnSpPr>
        <p:spPr>
          <a:xfrm flipH="1">
            <a:off x="11084913" y="11962492"/>
            <a:ext cx="1019175" cy="80661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28" name="Gerade Verbindung mit Pfeil 127">
            <a:extLst>
              <a:ext uri="{FF2B5EF4-FFF2-40B4-BE49-F238E27FC236}">
                <a16:creationId xmlns:a16="http://schemas.microsoft.com/office/drawing/2014/main" id="{A988F830-4D1D-F2C9-1087-112C9898DA36}"/>
              </a:ext>
            </a:extLst>
          </p:cNvPr>
          <p:cNvCxnSpPr>
            <a:cxnSpLocks/>
            <a:stCxn id="148" idx="3"/>
            <a:endCxn id="263" idx="1"/>
          </p:cNvCxnSpPr>
          <p:nvPr/>
        </p:nvCxnSpPr>
        <p:spPr>
          <a:xfrm flipV="1">
            <a:off x="10264096" y="10041420"/>
            <a:ext cx="552166" cy="50884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131" name="Gerade Verbindung mit Pfeil 130">
            <a:extLst>
              <a:ext uri="{FF2B5EF4-FFF2-40B4-BE49-F238E27FC236}">
                <a16:creationId xmlns:a16="http://schemas.microsoft.com/office/drawing/2014/main" id="{20D49745-3C5C-7663-153C-A1EF71FBCE2C}"/>
              </a:ext>
            </a:extLst>
          </p:cNvPr>
          <p:cNvCxnSpPr>
            <a:cxnSpLocks/>
            <a:stCxn id="147" idx="3"/>
            <a:endCxn id="263" idx="1"/>
          </p:cNvCxnSpPr>
          <p:nvPr/>
        </p:nvCxnSpPr>
        <p:spPr>
          <a:xfrm flipV="1">
            <a:off x="10264096" y="10041420"/>
            <a:ext cx="552166" cy="771901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133" name="Gerade Verbindung mit Pfeil 132">
            <a:extLst>
              <a:ext uri="{FF2B5EF4-FFF2-40B4-BE49-F238E27FC236}">
                <a16:creationId xmlns:a16="http://schemas.microsoft.com/office/drawing/2014/main" id="{4AD2C3A7-1543-C30B-19E9-CB195885EC19}"/>
              </a:ext>
            </a:extLst>
          </p:cNvPr>
          <p:cNvCxnSpPr>
            <a:cxnSpLocks/>
            <a:stCxn id="145" idx="3"/>
            <a:endCxn id="263" idx="1"/>
          </p:cNvCxnSpPr>
          <p:nvPr/>
        </p:nvCxnSpPr>
        <p:spPr>
          <a:xfrm>
            <a:off x="10264096" y="9371287"/>
            <a:ext cx="552166" cy="670133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sp>
        <p:nvSpPr>
          <p:cNvPr id="175" name="Abgerundetes Rechteck 1">
            <a:extLst>
              <a:ext uri="{FF2B5EF4-FFF2-40B4-BE49-F238E27FC236}">
                <a16:creationId xmlns:a16="http://schemas.microsoft.com/office/drawing/2014/main" id="{1248D903-9440-2321-354B-14170C2F2A21}"/>
              </a:ext>
            </a:extLst>
          </p:cNvPr>
          <p:cNvSpPr/>
          <p:nvPr/>
        </p:nvSpPr>
        <p:spPr>
          <a:xfrm>
            <a:off x="9580314" y="316695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DC</a:t>
            </a:r>
            <a:endParaRPr lang="de-DE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176" name="Gerade Verbindung mit Pfeil 175">
            <a:extLst>
              <a:ext uri="{FF2B5EF4-FFF2-40B4-BE49-F238E27FC236}">
                <a16:creationId xmlns:a16="http://schemas.microsoft.com/office/drawing/2014/main" id="{DD5C7406-3C7F-347B-3FAF-7F90934EFE1D}"/>
              </a:ext>
            </a:extLst>
          </p:cNvPr>
          <p:cNvCxnSpPr>
            <a:cxnSpLocks/>
            <a:stCxn id="175" idx="2"/>
            <a:endCxn id="117" idx="0"/>
          </p:cNvCxnSpPr>
          <p:nvPr/>
        </p:nvCxnSpPr>
        <p:spPr>
          <a:xfrm>
            <a:off x="9848964" y="762267"/>
            <a:ext cx="1" cy="1145206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91" name="Abgerundetes Rechteck 1">
            <a:extLst>
              <a:ext uri="{FF2B5EF4-FFF2-40B4-BE49-F238E27FC236}">
                <a16:creationId xmlns:a16="http://schemas.microsoft.com/office/drawing/2014/main" id="{44E48014-242B-1327-6AB6-2553D28DAC32}"/>
              </a:ext>
            </a:extLst>
          </p:cNvPr>
          <p:cNvSpPr/>
          <p:nvPr/>
        </p:nvSpPr>
        <p:spPr>
          <a:xfrm>
            <a:off x="10729609" y="316954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AP</a:t>
            </a:r>
            <a:endParaRPr lang="de-DE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2" name="Abgerundetes Rechteck 1">
            <a:extLst>
              <a:ext uri="{FF2B5EF4-FFF2-40B4-BE49-F238E27FC236}">
                <a16:creationId xmlns:a16="http://schemas.microsoft.com/office/drawing/2014/main" id="{BF0C2F74-F3BA-292A-B365-41FC81CF7E1E}"/>
              </a:ext>
            </a:extLst>
          </p:cNvPr>
          <p:cNvSpPr/>
          <p:nvPr/>
        </p:nvSpPr>
        <p:spPr>
          <a:xfrm>
            <a:off x="11886682" y="316790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CA</a:t>
            </a:r>
            <a:endParaRPr lang="de-DE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193" name="Gerade Verbindung mit Pfeil 192">
            <a:extLst>
              <a:ext uri="{FF2B5EF4-FFF2-40B4-BE49-F238E27FC236}">
                <a16:creationId xmlns:a16="http://schemas.microsoft.com/office/drawing/2014/main" id="{57DF4D2C-9B0B-A33B-2C76-40E5450EAEF7}"/>
              </a:ext>
            </a:extLst>
          </p:cNvPr>
          <p:cNvCxnSpPr>
            <a:cxnSpLocks/>
            <a:stCxn id="175" idx="3"/>
            <a:endCxn id="191" idx="1"/>
          </p:cNvCxnSpPr>
          <p:nvPr/>
        </p:nvCxnSpPr>
        <p:spPr>
          <a:xfrm>
            <a:off x="10117613" y="539481"/>
            <a:ext cx="611996" cy="259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6" name="Gerade Verbindung mit Pfeil 195">
            <a:extLst>
              <a:ext uri="{FF2B5EF4-FFF2-40B4-BE49-F238E27FC236}">
                <a16:creationId xmlns:a16="http://schemas.microsoft.com/office/drawing/2014/main" id="{65958A75-08CD-E777-02D1-45615CF0D213}"/>
              </a:ext>
            </a:extLst>
          </p:cNvPr>
          <p:cNvCxnSpPr>
            <a:cxnSpLocks/>
            <a:stCxn id="191" idx="3"/>
            <a:endCxn id="192" idx="1"/>
          </p:cNvCxnSpPr>
          <p:nvPr/>
        </p:nvCxnSpPr>
        <p:spPr>
          <a:xfrm flipV="1">
            <a:off x="11266908" y="539576"/>
            <a:ext cx="619774" cy="164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61" name="Gerade Verbindung mit Pfeil 260">
            <a:extLst>
              <a:ext uri="{FF2B5EF4-FFF2-40B4-BE49-F238E27FC236}">
                <a16:creationId xmlns:a16="http://schemas.microsoft.com/office/drawing/2014/main" id="{56A1A339-04E9-5F4E-A8BE-DC660FC89A36}"/>
              </a:ext>
            </a:extLst>
          </p:cNvPr>
          <p:cNvCxnSpPr>
            <a:cxnSpLocks/>
            <a:stCxn id="129" idx="2"/>
            <a:endCxn id="262" idx="0"/>
          </p:cNvCxnSpPr>
          <p:nvPr/>
        </p:nvCxnSpPr>
        <p:spPr>
          <a:xfrm flipH="1">
            <a:off x="11084912" y="7806572"/>
            <a:ext cx="1" cy="75987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62" name="Abgerundetes Rechteck 2">
            <a:extLst>
              <a:ext uri="{FF2B5EF4-FFF2-40B4-BE49-F238E27FC236}">
                <a16:creationId xmlns:a16="http://schemas.microsoft.com/office/drawing/2014/main" id="{5CE196D1-6660-FF72-2056-778548350BFA}"/>
              </a:ext>
            </a:extLst>
          </p:cNvPr>
          <p:cNvSpPr/>
          <p:nvPr/>
        </p:nvSpPr>
        <p:spPr>
          <a:xfrm>
            <a:off x="10816262" y="8566447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LTP</a:t>
            </a:r>
          </a:p>
        </p:txBody>
      </p:sp>
      <p:sp>
        <p:nvSpPr>
          <p:cNvPr id="263" name="Abgerundetes Rechteck 3">
            <a:extLst>
              <a:ext uri="{FF2B5EF4-FFF2-40B4-BE49-F238E27FC236}">
                <a16:creationId xmlns:a16="http://schemas.microsoft.com/office/drawing/2014/main" id="{DDC4B0D3-252B-F636-C17E-BB93728D27B9}"/>
              </a:ext>
            </a:extLst>
          </p:cNvPr>
          <p:cNvSpPr/>
          <p:nvPr/>
        </p:nvSpPr>
        <p:spPr>
          <a:xfrm>
            <a:off x="10816262" y="9818634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LP</a:t>
            </a:r>
          </a:p>
        </p:txBody>
      </p:sp>
      <p:cxnSp>
        <p:nvCxnSpPr>
          <p:cNvPr id="264" name="Gerade Verbindung mit Pfeil 263">
            <a:extLst>
              <a:ext uri="{FF2B5EF4-FFF2-40B4-BE49-F238E27FC236}">
                <a16:creationId xmlns:a16="http://schemas.microsoft.com/office/drawing/2014/main" id="{E2C6BED8-5229-007D-D968-B7BCBC2208E2}"/>
              </a:ext>
            </a:extLst>
          </p:cNvPr>
          <p:cNvCxnSpPr>
            <a:stCxn id="262" idx="2"/>
            <a:endCxn id="263" idx="0"/>
          </p:cNvCxnSpPr>
          <p:nvPr/>
        </p:nvCxnSpPr>
        <p:spPr>
          <a:xfrm>
            <a:off x="11084909" y="9012022"/>
            <a:ext cx="0" cy="80661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67" name="Verbinder: gewinkelt 266">
            <a:extLst>
              <a:ext uri="{FF2B5EF4-FFF2-40B4-BE49-F238E27FC236}">
                <a16:creationId xmlns:a16="http://schemas.microsoft.com/office/drawing/2014/main" id="{FACF5606-F9B9-7871-8A09-1E43C239D999}"/>
              </a:ext>
            </a:extLst>
          </p:cNvPr>
          <p:cNvCxnSpPr>
            <a:stCxn id="129" idx="2"/>
            <a:endCxn id="125" idx="0"/>
          </p:cNvCxnSpPr>
          <p:nvPr/>
        </p:nvCxnSpPr>
        <p:spPr>
          <a:xfrm rot="16200000" flipH="1">
            <a:off x="9739326" y="9152158"/>
            <a:ext cx="3710348" cy="1019175"/>
          </a:xfrm>
          <a:prstGeom prst="bentConnector3">
            <a:avLst>
              <a:gd name="adj1" fmla="val 10979"/>
            </a:avLst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73" name="Gerade Verbindung mit Pfeil 272">
            <a:extLst>
              <a:ext uri="{FF2B5EF4-FFF2-40B4-BE49-F238E27FC236}">
                <a16:creationId xmlns:a16="http://schemas.microsoft.com/office/drawing/2014/main" id="{4799AC3F-8089-79C4-C3C5-5D947C1289F3}"/>
              </a:ext>
            </a:extLst>
          </p:cNvPr>
          <p:cNvCxnSpPr>
            <a:cxnSpLocks/>
            <a:stCxn id="262" idx="1"/>
            <a:endCxn id="274" idx="3"/>
          </p:cNvCxnSpPr>
          <p:nvPr/>
        </p:nvCxnSpPr>
        <p:spPr>
          <a:xfrm flipH="1" flipV="1">
            <a:off x="10121898" y="8574054"/>
            <a:ext cx="694364" cy="215179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74" name="Rechteck 273">
            <a:extLst>
              <a:ext uri="{FF2B5EF4-FFF2-40B4-BE49-F238E27FC236}">
                <a16:creationId xmlns:a16="http://schemas.microsoft.com/office/drawing/2014/main" id="{AE0A4A2D-3B74-F82D-ACEA-76ED4DCF66B5}"/>
              </a:ext>
            </a:extLst>
          </p:cNvPr>
          <p:cNvSpPr/>
          <p:nvPr/>
        </p:nvSpPr>
        <p:spPr>
          <a:xfrm>
            <a:off x="8326116" y="8428234"/>
            <a:ext cx="1795782" cy="29164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local-id= mediator-instance-manager</a:t>
            </a:r>
          </a:p>
        </p:txBody>
      </p:sp>
      <p:sp>
        <p:nvSpPr>
          <p:cNvPr id="21" name="Abgerundetes Rechteck 2">
            <a:extLst>
              <a:ext uri="{FF2B5EF4-FFF2-40B4-BE49-F238E27FC236}">
                <a16:creationId xmlns:a16="http://schemas.microsoft.com/office/drawing/2014/main" id="{4A727EEC-A892-B7D0-6A2D-BE4B5C3E9B49}"/>
              </a:ext>
            </a:extLst>
          </p:cNvPr>
          <p:cNvSpPr/>
          <p:nvPr/>
        </p:nvSpPr>
        <p:spPr>
          <a:xfrm>
            <a:off x="10844819" y="6252359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R</a:t>
            </a:r>
          </a:p>
        </p:txBody>
      </p: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0E73DD6D-6DA1-BAFE-B092-0D3BD0D9B4E1}"/>
              </a:ext>
            </a:extLst>
          </p:cNvPr>
          <p:cNvCxnSpPr>
            <a:cxnSpLocks/>
            <a:stCxn id="299" idx="2"/>
            <a:endCxn id="21" idx="0"/>
          </p:cNvCxnSpPr>
          <p:nvPr/>
        </p:nvCxnSpPr>
        <p:spPr>
          <a:xfrm flipH="1">
            <a:off x="11113469" y="6017640"/>
            <a:ext cx="1" cy="234719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53" name="Rechteck 52">
            <a:extLst>
              <a:ext uri="{FF2B5EF4-FFF2-40B4-BE49-F238E27FC236}">
                <a16:creationId xmlns:a16="http://schemas.microsoft.com/office/drawing/2014/main" id="{3B25F18C-D7F8-C289-1E10-CE4CD20D5885}"/>
              </a:ext>
            </a:extLst>
          </p:cNvPr>
          <p:cNvSpPr/>
          <p:nvPr/>
        </p:nvSpPr>
        <p:spPr>
          <a:xfrm>
            <a:off x="12345529" y="6590227"/>
            <a:ext cx="1703846" cy="328456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local-id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_link*</a:t>
            </a:r>
          </a:p>
        </p:txBody>
      </p:sp>
      <p:cxnSp>
        <p:nvCxnSpPr>
          <p:cNvPr id="55" name="Gerade Verbindung mit Pfeil 54">
            <a:extLst>
              <a:ext uri="{FF2B5EF4-FFF2-40B4-BE49-F238E27FC236}">
                <a16:creationId xmlns:a16="http://schemas.microsoft.com/office/drawing/2014/main" id="{88E602B1-8F77-D37A-F7AA-F3A7FDB797C6}"/>
              </a:ext>
            </a:extLst>
          </p:cNvPr>
          <p:cNvCxnSpPr>
            <a:cxnSpLocks/>
            <a:stCxn id="21" idx="3"/>
            <a:endCxn id="53" idx="1"/>
          </p:cNvCxnSpPr>
          <p:nvPr/>
        </p:nvCxnSpPr>
        <p:spPr>
          <a:xfrm>
            <a:off x="11382118" y="6475145"/>
            <a:ext cx="963411" cy="27931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8" name="Gerade Verbindung mit Pfeil 67">
            <a:extLst>
              <a:ext uri="{FF2B5EF4-FFF2-40B4-BE49-F238E27FC236}">
                <a16:creationId xmlns:a16="http://schemas.microsoft.com/office/drawing/2014/main" id="{647168E7-4363-C03F-6673-78870C454FCE}"/>
              </a:ext>
            </a:extLst>
          </p:cNvPr>
          <p:cNvCxnSpPr>
            <a:cxnSpLocks/>
            <a:stCxn id="117" idx="2"/>
            <a:endCxn id="74" idx="0"/>
          </p:cNvCxnSpPr>
          <p:nvPr/>
        </p:nvCxnSpPr>
        <p:spPr>
          <a:xfrm flipH="1">
            <a:off x="8574154" y="2353045"/>
            <a:ext cx="1274811" cy="138769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74" name="Abgerundetes Rechteck 1">
            <a:extLst>
              <a:ext uri="{FF2B5EF4-FFF2-40B4-BE49-F238E27FC236}">
                <a16:creationId xmlns:a16="http://schemas.microsoft.com/office/drawing/2014/main" id="{9053A4D7-3FEC-84E2-2729-0ED36463A92A}"/>
              </a:ext>
            </a:extLst>
          </p:cNvPr>
          <p:cNvSpPr/>
          <p:nvPr/>
        </p:nvSpPr>
        <p:spPr>
          <a:xfrm>
            <a:off x="8305504" y="3740740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P</a:t>
            </a:r>
            <a:endParaRPr lang="de-DE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7" name="Abgerundetes Rechteck 8">
            <a:extLst>
              <a:ext uri="{FF2B5EF4-FFF2-40B4-BE49-F238E27FC236}">
                <a16:creationId xmlns:a16="http://schemas.microsoft.com/office/drawing/2014/main" id="{E6EB1221-E3FA-5840-B8B0-43FA0A2FF060}"/>
              </a:ext>
            </a:extLst>
          </p:cNvPr>
          <p:cNvSpPr/>
          <p:nvPr/>
        </p:nvSpPr>
        <p:spPr>
          <a:xfrm>
            <a:off x="6411212" y="3742001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mediatorVm [*]</a:t>
            </a:r>
          </a:p>
        </p:txBody>
      </p:sp>
      <p:cxnSp>
        <p:nvCxnSpPr>
          <p:cNvPr id="78" name="Gerade Verbindung mit Pfeil 77">
            <a:extLst>
              <a:ext uri="{FF2B5EF4-FFF2-40B4-BE49-F238E27FC236}">
                <a16:creationId xmlns:a16="http://schemas.microsoft.com/office/drawing/2014/main" id="{50541A0E-B1E0-DAE6-FC3F-B31DA52DA5A1}"/>
              </a:ext>
            </a:extLst>
          </p:cNvPr>
          <p:cNvCxnSpPr>
            <a:cxnSpLocks/>
            <a:stCxn id="77" idx="3"/>
            <a:endCxn id="74" idx="1"/>
          </p:cNvCxnSpPr>
          <p:nvPr/>
        </p:nvCxnSpPr>
        <p:spPr>
          <a:xfrm flipV="1">
            <a:off x="7572665" y="3963526"/>
            <a:ext cx="732839" cy="1261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sp>
        <p:nvSpPr>
          <p:cNvPr id="89" name="Abgerundetes Rechteck 8">
            <a:extLst>
              <a:ext uri="{FF2B5EF4-FFF2-40B4-BE49-F238E27FC236}">
                <a16:creationId xmlns:a16="http://schemas.microsoft.com/office/drawing/2014/main" id="{ED5D7051-F2C6-FF88-374A-B5C6936C7BD3}"/>
              </a:ext>
            </a:extLst>
          </p:cNvPr>
          <p:cNvSpPr/>
          <p:nvPr/>
        </p:nvSpPr>
        <p:spPr>
          <a:xfrm>
            <a:off x="6411212" y="4473036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device [*]</a:t>
            </a:r>
          </a:p>
        </p:txBody>
      </p:sp>
      <p:cxnSp>
        <p:nvCxnSpPr>
          <p:cNvPr id="92" name="Gerade Verbindung mit Pfeil 91">
            <a:extLst>
              <a:ext uri="{FF2B5EF4-FFF2-40B4-BE49-F238E27FC236}">
                <a16:creationId xmlns:a16="http://schemas.microsoft.com/office/drawing/2014/main" id="{1307CFE3-61AA-DF1B-B67E-1A069FDF02F7}"/>
              </a:ext>
            </a:extLst>
          </p:cNvPr>
          <p:cNvCxnSpPr>
            <a:cxnSpLocks/>
            <a:stCxn id="89" idx="3"/>
            <a:endCxn id="74" idx="1"/>
          </p:cNvCxnSpPr>
          <p:nvPr/>
        </p:nvCxnSpPr>
        <p:spPr>
          <a:xfrm flipV="1">
            <a:off x="7572665" y="3963526"/>
            <a:ext cx="732839" cy="732296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sp>
        <p:nvSpPr>
          <p:cNvPr id="100" name="Abgerundetes Rechteck 8">
            <a:extLst>
              <a:ext uri="{FF2B5EF4-FFF2-40B4-BE49-F238E27FC236}">
                <a16:creationId xmlns:a16="http://schemas.microsoft.com/office/drawing/2014/main" id="{77C2779D-86ED-425C-BE85-6BA8CC20C256}"/>
              </a:ext>
            </a:extLst>
          </p:cNvPr>
          <p:cNvSpPr/>
          <p:nvPr/>
        </p:nvSpPr>
        <p:spPr>
          <a:xfrm>
            <a:off x="6411212" y="3014631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controller [*]</a:t>
            </a:r>
          </a:p>
        </p:txBody>
      </p:sp>
      <p:cxnSp>
        <p:nvCxnSpPr>
          <p:cNvPr id="103" name="Gerade Verbindung mit Pfeil 102">
            <a:extLst>
              <a:ext uri="{FF2B5EF4-FFF2-40B4-BE49-F238E27FC236}">
                <a16:creationId xmlns:a16="http://schemas.microsoft.com/office/drawing/2014/main" id="{B2B7FD5E-176F-B688-03E8-ADE893FECFDB}"/>
              </a:ext>
            </a:extLst>
          </p:cNvPr>
          <p:cNvCxnSpPr>
            <a:cxnSpLocks/>
            <a:stCxn id="100" idx="3"/>
            <a:endCxn id="74" idx="1"/>
          </p:cNvCxnSpPr>
          <p:nvPr/>
        </p:nvCxnSpPr>
        <p:spPr>
          <a:xfrm>
            <a:off x="7572665" y="3237417"/>
            <a:ext cx="732839" cy="726109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sp>
        <p:nvSpPr>
          <p:cNvPr id="106" name="Rechteck 105">
            <a:extLst>
              <a:ext uri="{FF2B5EF4-FFF2-40B4-BE49-F238E27FC236}">
                <a16:creationId xmlns:a16="http://schemas.microsoft.com/office/drawing/2014/main" id="{F747143B-B3B4-B85A-5627-F9408617ABE2}"/>
              </a:ext>
            </a:extLst>
          </p:cNvPr>
          <p:cNvSpPr/>
          <p:nvPr/>
        </p:nvSpPr>
        <p:spPr>
          <a:xfrm>
            <a:off x="3931921" y="3042938"/>
            <a:ext cx="2010898" cy="329527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template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-name=[</a:t>
            </a: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controllerTemplateName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]</a:t>
            </a:r>
          </a:p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category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=</a:t>
            </a: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controller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7" name="Rechteck 106">
            <a:extLst>
              <a:ext uri="{FF2B5EF4-FFF2-40B4-BE49-F238E27FC236}">
                <a16:creationId xmlns:a16="http://schemas.microsoft.com/office/drawing/2014/main" id="{7A3FD0BE-3B75-BB64-F778-19F01E8B6CF0}"/>
              </a:ext>
            </a:extLst>
          </p:cNvPr>
          <p:cNvSpPr/>
          <p:nvPr/>
        </p:nvSpPr>
        <p:spPr>
          <a:xfrm>
            <a:off x="3924301" y="4417461"/>
            <a:ext cx="2018518" cy="361497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template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-name =[</a:t>
            </a: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deviceTemplateName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]</a:t>
            </a:r>
          </a:p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category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=</a:t>
            </a: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device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10" name="Gerade Verbindung mit Pfeil 109">
            <a:extLst>
              <a:ext uri="{FF2B5EF4-FFF2-40B4-BE49-F238E27FC236}">
                <a16:creationId xmlns:a16="http://schemas.microsoft.com/office/drawing/2014/main" id="{67FF7427-9093-4E22-3C85-E5B709264C91}"/>
              </a:ext>
            </a:extLst>
          </p:cNvPr>
          <p:cNvCxnSpPr>
            <a:cxnSpLocks/>
            <a:stCxn id="89" idx="1"/>
            <a:endCxn id="107" idx="3"/>
          </p:cNvCxnSpPr>
          <p:nvPr/>
        </p:nvCxnSpPr>
        <p:spPr>
          <a:xfrm flipH="1" flipV="1">
            <a:off x="5942819" y="4598210"/>
            <a:ext cx="468393" cy="97612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11" name="Rechteck 110">
            <a:extLst>
              <a:ext uri="{FF2B5EF4-FFF2-40B4-BE49-F238E27FC236}">
                <a16:creationId xmlns:a16="http://schemas.microsoft.com/office/drawing/2014/main" id="{6DB0620F-1934-09FB-E04A-D999B2526230}"/>
              </a:ext>
            </a:extLst>
          </p:cNvPr>
          <p:cNvSpPr/>
          <p:nvPr/>
        </p:nvSpPr>
        <p:spPr>
          <a:xfrm>
            <a:off x="3931921" y="3486860"/>
            <a:ext cx="2010898" cy="606622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template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-name =[</a:t>
            </a: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mediatorVmTemplateName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]</a:t>
            </a:r>
          </a:p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category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=mediator-</a:t>
            </a: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vm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[{</a:t>
            </a: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defaultSnmpUserName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,</a:t>
            </a:r>
          </a:p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defaultSnmpUserPassword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}]</a:t>
            </a:r>
          </a:p>
        </p:txBody>
      </p:sp>
      <p:cxnSp>
        <p:nvCxnSpPr>
          <p:cNvPr id="112" name="Gerade Verbindung mit Pfeil 111">
            <a:extLst>
              <a:ext uri="{FF2B5EF4-FFF2-40B4-BE49-F238E27FC236}">
                <a16:creationId xmlns:a16="http://schemas.microsoft.com/office/drawing/2014/main" id="{F0EDDFFC-10F3-7D0E-6D6A-F2A10E9C76E4}"/>
              </a:ext>
            </a:extLst>
          </p:cNvPr>
          <p:cNvCxnSpPr>
            <a:cxnSpLocks/>
            <a:stCxn id="100" idx="1"/>
            <a:endCxn id="106" idx="3"/>
          </p:cNvCxnSpPr>
          <p:nvPr/>
        </p:nvCxnSpPr>
        <p:spPr>
          <a:xfrm flipH="1" flipV="1">
            <a:off x="5942819" y="3207702"/>
            <a:ext cx="468393" cy="2971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13" name="Gerade Verbindung mit Pfeil 112">
            <a:extLst>
              <a:ext uri="{FF2B5EF4-FFF2-40B4-BE49-F238E27FC236}">
                <a16:creationId xmlns:a16="http://schemas.microsoft.com/office/drawing/2014/main" id="{6EEB9E49-DE20-9A29-0EB6-0283382BCACA}"/>
              </a:ext>
            </a:extLst>
          </p:cNvPr>
          <p:cNvCxnSpPr>
            <a:cxnSpLocks/>
            <a:stCxn id="77" idx="1"/>
            <a:endCxn id="111" idx="3"/>
          </p:cNvCxnSpPr>
          <p:nvPr/>
        </p:nvCxnSpPr>
        <p:spPr>
          <a:xfrm flipH="1" flipV="1">
            <a:off x="5942819" y="3790171"/>
            <a:ext cx="468393" cy="174616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65" name="Abgerundetes Rechteck 1">
            <a:extLst>
              <a:ext uri="{FF2B5EF4-FFF2-40B4-BE49-F238E27FC236}">
                <a16:creationId xmlns:a16="http://schemas.microsoft.com/office/drawing/2014/main" id="{D682A02F-6CC5-4B5C-BEFE-2A698F693375}"/>
              </a:ext>
            </a:extLst>
          </p:cNvPr>
          <p:cNvSpPr/>
          <p:nvPr/>
        </p:nvSpPr>
        <p:spPr>
          <a:xfrm>
            <a:off x="8426189" y="317362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F</a:t>
            </a:r>
            <a:endParaRPr lang="de-DE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6" name="Rechteck 165">
            <a:extLst>
              <a:ext uri="{FF2B5EF4-FFF2-40B4-BE49-F238E27FC236}">
                <a16:creationId xmlns:a16="http://schemas.microsoft.com/office/drawing/2014/main" id="{B0FB3F22-C086-61C6-4444-CA4D288A536F}"/>
              </a:ext>
            </a:extLst>
          </p:cNvPr>
          <p:cNvSpPr/>
          <p:nvPr/>
        </p:nvSpPr>
        <p:spPr>
          <a:xfrm>
            <a:off x="6851185" y="358770"/>
            <a:ext cx="863261" cy="356322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function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-name</a:t>
            </a:r>
          </a:p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parameter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67" name="Gerade Verbindung mit Pfeil 166">
            <a:extLst>
              <a:ext uri="{FF2B5EF4-FFF2-40B4-BE49-F238E27FC236}">
                <a16:creationId xmlns:a16="http://schemas.microsoft.com/office/drawing/2014/main" id="{BE093BCA-A2CD-5CC7-4D8E-EB69807C6944}"/>
              </a:ext>
            </a:extLst>
          </p:cNvPr>
          <p:cNvCxnSpPr>
            <a:cxnSpLocks/>
            <a:stCxn id="165" idx="1"/>
            <a:endCxn id="166" idx="3"/>
          </p:cNvCxnSpPr>
          <p:nvPr/>
        </p:nvCxnSpPr>
        <p:spPr>
          <a:xfrm flipH="1" flipV="1">
            <a:off x="7714446" y="536931"/>
            <a:ext cx="711743" cy="3217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8" name="Gerade Verbindung mit Pfeil 177">
            <a:extLst>
              <a:ext uri="{FF2B5EF4-FFF2-40B4-BE49-F238E27FC236}">
                <a16:creationId xmlns:a16="http://schemas.microsoft.com/office/drawing/2014/main" id="{EA49DEE1-8C0E-E99B-642F-A7E20F8C0AC5}"/>
              </a:ext>
            </a:extLst>
          </p:cNvPr>
          <p:cNvCxnSpPr>
            <a:cxnSpLocks/>
            <a:stCxn id="175" idx="1"/>
            <a:endCxn id="165" idx="3"/>
          </p:cNvCxnSpPr>
          <p:nvPr/>
        </p:nvCxnSpPr>
        <p:spPr>
          <a:xfrm flipH="1">
            <a:off x="8963488" y="539481"/>
            <a:ext cx="616826" cy="667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02" name="Rechteck 201">
            <a:extLst>
              <a:ext uri="{FF2B5EF4-FFF2-40B4-BE49-F238E27FC236}">
                <a16:creationId xmlns:a16="http://schemas.microsoft.com/office/drawing/2014/main" id="{478CF1AE-F32E-8A5E-3FFF-725990776B82}"/>
              </a:ext>
            </a:extLst>
          </p:cNvPr>
          <p:cNvSpPr/>
          <p:nvPr/>
        </p:nvSpPr>
        <p:spPr>
          <a:xfrm>
            <a:off x="8884805" y="-921573"/>
            <a:ext cx="2301547" cy="320758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to be deleted, if no longer required for scrolling</a:t>
            </a:r>
          </a:p>
          <a:p>
            <a:pPr defTabSz="914400"/>
            <a:endParaRPr lang="de-DE" sz="800" kern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6" name="Rechteck 205">
            <a:extLst>
              <a:ext uri="{FF2B5EF4-FFF2-40B4-BE49-F238E27FC236}">
                <a16:creationId xmlns:a16="http://schemas.microsoft.com/office/drawing/2014/main" id="{26EA71E1-6E4E-BAFE-EFA0-DD3B8CEAC57B}"/>
              </a:ext>
            </a:extLst>
          </p:cNvPr>
          <p:cNvSpPr/>
          <p:nvPr/>
        </p:nvSpPr>
        <p:spPr>
          <a:xfrm>
            <a:off x="13210830" y="223697"/>
            <a:ext cx="2251502" cy="9354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11"/>
            <a:r>
              <a:rPr lang="en-US" sz="800" kern="0" noProof="0" dirty="0">
                <a:solidFill>
                  <a:prstClr val="black"/>
                </a:solidFill>
                <a:latin typeface="Calibri" panose="020F0502020204030204"/>
              </a:rPr>
              <a:t>affected-management-domain</a:t>
            </a:r>
          </a:p>
          <a:p>
            <a:pPr defTabSz="914411"/>
            <a:r>
              <a:rPr lang="en-US" sz="800" kern="0" noProof="0" dirty="0">
                <a:solidFill>
                  <a:prstClr val="black"/>
                </a:solidFill>
                <a:latin typeface="Calibri" panose="020F0502020204030204"/>
              </a:rPr>
              <a:t>affected-management-</a:t>
            </a:r>
            <a:r>
              <a:rPr lang="en-US" sz="800" kern="0" dirty="0">
                <a:solidFill>
                  <a:prstClr val="black"/>
                </a:solidFill>
                <a:latin typeface="Calibri" panose="020F0502020204030204"/>
              </a:rPr>
              <a:t>p</a:t>
            </a:r>
            <a:r>
              <a:rPr lang="en-US" sz="800" kern="0" noProof="0" dirty="0">
                <a:solidFill>
                  <a:prstClr val="black"/>
                </a:solidFill>
                <a:latin typeface="Calibri" panose="020F0502020204030204"/>
              </a:rPr>
              <a:t>lane-transport</a:t>
            </a:r>
          </a:p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affected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-link</a:t>
            </a:r>
          </a:p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affected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-cc/</a:t>
            </a: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ltp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/</a:t>
            </a: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lp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error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-code</a:t>
            </a:r>
          </a:p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error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-message</a:t>
            </a:r>
          </a:p>
          <a:p>
            <a:pPr defTabSz="914400"/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…</a:t>
            </a:r>
          </a:p>
          <a:p>
            <a:pPr defTabSz="914400"/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07" name="Gerade Verbindung mit Pfeil 206">
            <a:extLst>
              <a:ext uri="{FF2B5EF4-FFF2-40B4-BE49-F238E27FC236}">
                <a16:creationId xmlns:a16="http://schemas.microsoft.com/office/drawing/2014/main" id="{42F3670C-06B4-695C-203E-C5D050ACA051}"/>
              </a:ext>
            </a:extLst>
          </p:cNvPr>
          <p:cNvCxnSpPr>
            <a:cxnSpLocks/>
            <a:stCxn id="192" idx="3"/>
            <a:endCxn id="206" idx="1"/>
          </p:cNvCxnSpPr>
          <p:nvPr/>
        </p:nvCxnSpPr>
        <p:spPr>
          <a:xfrm>
            <a:off x="12423981" y="539576"/>
            <a:ext cx="786849" cy="151854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2" name="Ellipse 11">
            <a:extLst>
              <a:ext uri="{FF2B5EF4-FFF2-40B4-BE49-F238E27FC236}">
                <a16:creationId xmlns:a16="http://schemas.microsoft.com/office/drawing/2014/main" id="{054B287C-B95D-A84E-8945-073DB25F09A6}"/>
              </a:ext>
            </a:extLst>
          </p:cNvPr>
          <p:cNvSpPr/>
          <p:nvPr/>
        </p:nvSpPr>
        <p:spPr>
          <a:xfrm>
            <a:off x="22058420" y="7371053"/>
            <a:ext cx="45719" cy="45719"/>
          </a:xfrm>
          <a:prstGeom prst="ellipse">
            <a:avLst/>
          </a:prstGeom>
          <a:solidFill>
            <a:schemeClr val="bg1">
              <a:lumMod val="6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de-DE" sz="1050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45E39724-A608-38DA-DBAC-1925AE0B6527}"/>
              </a:ext>
            </a:extLst>
          </p:cNvPr>
          <p:cNvSpPr/>
          <p:nvPr/>
        </p:nvSpPr>
        <p:spPr>
          <a:xfrm>
            <a:off x="1112090" y="7370806"/>
            <a:ext cx="45719" cy="45719"/>
          </a:xfrm>
          <a:prstGeom prst="ellipse">
            <a:avLst/>
          </a:prstGeom>
          <a:solidFill>
            <a:schemeClr val="bg1">
              <a:lumMod val="6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de-DE" sz="1050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4" name="Abgerundetes Rechteck 1">
            <a:extLst>
              <a:ext uri="{FF2B5EF4-FFF2-40B4-BE49-F238E27FC236}">
                <a16:creationId xmlns:a16="http://schemas.microsoft.com/office/drawing/2014/main" id="{187D5938-35E1-F691-BF8D-43A48ECF89C8}"/>
              </a:ext>
            </a:extLst>
          </p:cNvPr>
          <p:cNvSpPr/>
          <p:nvPr/>
        </p:nvSpPr>
        <p:spPr>
          <a:xfrm>
            <a:off x="8426322" y="1102850"/>
            <a:ext cx="541487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VS</a:t>
            </a:r>
            <a:endParaRPr lang="de-DE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944A4472-3879-87AB-B603-C9DDA630BD25}"/>
              </a:ext>
            </a:extLst>
          </p:cNvPr>
          <p:cNvCxnSpPr>
            <a:cxnSpLocks/>
            <a:stCxn id="175" idx="2"/>
            <a:endCxn id="34" idx="3"/>
          </p:cNvCxnSpPr>
          <p:nvPr/>
        </p:nvCxnSpPr>
        <p:spPr>
          <a:xfrm flipH="1">
            <a:off x="8967809" y="762267"/>
            <a:ext cx="881155" cy="563369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0" name="Abgerundetes Rechteck 1">
            <a:extLst>
              <a:ext uri="{FF2B5EF4-FFF2-40B4-BE49-F238E27FC236}">
                <a16:creationId xmlns:a16="http://schemas.microsoft.com/office/drawing/2014/main" id="{E6590A41-7C3D-FCAA-BD80-0D84788A5795}"/>
              </a:ext>
            </a:extLst>
          </p:cNvPr>
          <p:cNvSpPr/>
          <p:nvPr/>
        </p:nvSpPr>
        <p:spPr>
          <a:xfrm>
            <a:off x="10729167" y="1102850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EC</a:t>
            </a:r>
            <a:endParaRPr lang="de-DE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A551AFAD-6773-3541-CCCE-F6AA0B12A8EC}"/>
              </a:ext>
            </a:extLst>
          </p:cNvPr>
          <p:cNvCxnSpPr>
            <a:cxnSpLocks/>
            <a:stCxn id="175" idx="2"/>
            <a:endCxn id="40" idx="1"/>
          </p:cNvCxnSpPr>
          <p:nvPr/>
        </p:nvCxnSpPr>
        <p:spPr>
          <a:xfrm>
            <a:off x="9848964" y="762267"/>
            <a:ext cx="880203" cy="563369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3" name="Rechteck 42">
            <a:extLst>
              <a:ext uri="{FF2B5EF4-FFF2-40B4-BE49-F238E27FC236}">
                <a16:creationId xmlns:a16="http://schemas.microsoft.com/office/drawing/2014/main" id="{EF6C6A8D-BB5F-B017-CC71-6AE166744ED5}"/>
              </a:ext>
            </a:extLst>
          </p:cNvPr>
          <p:cNvSpPr/>
          <p:nvPr/>
        </p:nvSpPr>
        <p:spPr>
          <a:xfrm>
            <a:off x="6839829" y="1166723"/>
            <a:ext cx="874180" cy="33607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_trigger-function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sequence</a:t>
            </a:r>
          </a:p>
        </p:txBody>
      </p: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93F2889A-8AC8-9CD3-6029-630851D60631}"/>
              </a:ext>
            </a:extLst>
          </p:cNvPr>
          <p:cNvCxnSpPr>
            <a:cxnSpLocks/>
            <a:stCxn id="34" idx="1"/>
            <a:endCxn id="43" idx="3"/>
          </p:cNvCxnSpPr>
          <p:nvPr/>
        </p:nvCxnSpPr>
        <p:spPr>
          <a:xfrm flipH="1">
            <a:off x="7714009" y="1325636"/>
            <a:ext cx="712313" cy="9124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52" name="Rechteck 51">
            <a:extLst>
              <a:ext uri="{FF2B5EF4-FFF2-40B4-BE49-F238E27FC236}">
                <a16:creationId xmlns:a16="http://schemas.microsoft.com/office/drawing/2014/main" id="{73728BB6-D891-98D5-2987-6556EE219455}"/>
              </a:ext>
            </a:extLst>
          </p:cNvPr>
          <p:cNvSpPr/>
          <p:nvPr/>
        </p:nvSpPr>
        <p:spPr>
          <a:xfrm>
            <a:off x="11878467" y="1102800"/>
            <a:ext cx="1225837" cy="445571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error-code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description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_implementation-function</a:t>
            </a:r>
          </a:p>
          <a:p>
            <a:pPr defTabSz="914400"/>
            <a:endParaRPr lang="de-DE" sz="800" kern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AF0C0267-C3EF-DA30-22F2-2577EF80B05C}"/>
              </a:ext>
            </a:extLst>
          </p:cNvPr>
          <p:cNvCxnSpPr>
            <a:cxnSpLocks/>
            <a:stCxn id="40" idx="3"/>
            <a:endCxn id="52" idx="1"/>
          </p:cNvCxnSpPr>
          <p:nvPr/>
        </p:nvCxnSpPr>
        <p:spPr>
          <a:xfrm flipV="1">
            <a:off x="11266466" y="1325586"/>
            <a:ext cx="612001" cy="5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9" name="Textfeld 18">
            <a:extLst>
              <a:ext uri="{FF2B5EF4-FFF2-40B4-BE49-F238E27FC236}">
                <a16:creationId xmlns:a16="http://schemas.microsoft.com/office/drawing/2014/main" id="{4356CF41-7A92-9DEA-F805-BE046ED8D18A}"/>
              </a:ext>
            </a:extLst>
          </p:cNvPr>
          <p:cNvSpPr txBox="1"/>
          <p:nvPr/>
        </p:nvSpPr>
        <p:spPr>
          <a:xfrm>
            <a:off x="361950" y="419497"/>
            <a:ext cx="190308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6000" b="1" dirty="0">
                <a:solidFill>
                  <a:srgbClr val="0070C0"/>
                </a:solidFill>
              </a:rPr>
              <a:t>DDM</a:t>
            </a:r>
          </a:p>
        </p:txBody>
      </p:sp>
    </p:spTree>
    <p:extLst>
      <p:ext uri="{BB962C8B-B14F-4D97-AF65-F5344CB8AC3E}">
        <p14:creationId xmlns:p14="http://schemas.microsoft.com/office/powerpoint/2010/main" val="1625289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Rechteck 233">
            <a:extLst>
              <a:ext uri="{FF2B5EF4-FFF2-40B4-BE49-F238E27FC236}">
                <a16:creationId xmlns:a16="http://schemas.microsoft.com/office/drawing/2014/main" id="{DBE03A83-E0E2-3BCA-4BCD-90FFACC4BD93}"/>
              </a:ext>
            </a:extLst>
          </p:cNvPr>
          <p:cNvSpPr/>
          <p:nvPr/>
        </p:nvSpPr>
        <p:spPr>
          <a:xfrm>
            <a:off x="211014" y="130630"/>
            <a:ext cx="22950437" cy="144521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1400">
                <a:solidFill>
                  <a:schemeClr val="tx1"/>
                </a:solidFill>
              </a:rPr>
              <a:t>DeviceDomain</a:t>
            </a:r>
          </a:p>
        </p:txBody>
      </p:sp>
      <p:sp>
        <p:nvSpPr>
          <p:cNvPr id="366" name="Rechteck 365">
            <a:extLst>
              <a:ext uri="{FF2B5EF4-FFF2-40B4-BE49-F238E27FC236}">
                <a16:creationId xmlns:a16="http://schemas.microsoft.com/office/drawing/2014/main" id="{89126B1C-AB98-2536-5B7D-4CB226C62850}"/>
              </a:ext>
            </a:extLst>
          </p:cNvPr>
          <p:cNvSpPr/>
          <p:nvPr/>
        </p:nvSpPr>
        <p:spPr>
          <a:xfrm>
            <a:off x="361950" y="1724026"/>
            <a:ext cx="22659975" cy="1272539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1400">
                <a:solidFill>
                  <a:schemeClr val="tx1"/>
                </a:solidFill>
              </a:rPr>
              <a:t>Network</a:t>
            </a:r>
          </a:p>
        </p:txBody>
      </p:sp>
      <p:sp>
        <p:nvSpPr>
          <p:cNvPr id="316" name="Rechteck 315">
            <a:extLst>
              <a:ext uri="{FF2B5EF4-FFF2-40B4-BE49-F238E27FC236}">
                <a16:creationId xmlns:a16="http://schemas.microsoft.com/office/drawing/2014/main" id="{D57623F4-8ABE-DD3B-C833-81B69C5863F1}"/>
              </a:ext>
            </a:extLst>
          </p:cNvPr>
          <p:cNvSpPr/>
          <p:nvPr/>
        </p:nvSpPr>
        <p:spPr>
          <a:xfrm>
            <a:off x="492981" y="5397566"/>
            <a:ext cx="22407649" cy="6901184"/>
          </a:xfrm>
          <a:prstGeom prst="rect">
            <a:avLst/>
          </a:prstGeom>
          <a:solidFill>
            <a:schemeClr val="accent5">
              <a:lumMod val="40000"/>
              <a:lumOff val="6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4" algn="r"/>
            <a:r>
              <a:rPr lang="de-DE" sz="1400">
                <a:solidFill>
                  <a:schemeClr val="tx1"/>
                </a:solidFill>
              </a:rPr>
              <a:t>ManagementPlaneTransport</a:t>
            </a:r>
          </a:p>
        </p:txBody>
      </p:sp>
      <p:sp>
        <p:nvSpPr>
          <p:cNvPr id="367" name="Rechteck 366">
            <a:extLst>
              <a:ext uri="{FF2B5EF4-FFF2-40B4-BE49-F238E27FC236}">
                <a16:creationId xmlns:a16="http://schemas.microsoft.com/office/drawing/2014/main" id="{D27FA544-7C02-8D40-50CA-21561FEBE7C1}"/>
              </a:ext>
            </a:extLst>
          </p:cNvPr>
          <p:cNvSpPr/>
          <p:nvPr/>
        </p:nvSpPr>
        <p:spPr>
          <a:xfrm>
            <a:off x="17392957" y="6976817"/>
            <a:ext cx="5507681" cy="733925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1400">
                <a:solidFill>
                  <a:schemeClr val="tx1"/>
                </a:solidFill>
              </a:rPr>
              <a:t>Device</a:t>
            </a:r>
          </a:p>
        </p:txBody>
      </p:sp>
      <p:sp>
        <p:nvSpPr>
          <p:cNvPr id="281" name="Rechteck 280">
            <a:extLst>
              <a:ext uri="{FF2B5EF4-FFF2-40B4-BE49-F238E27FC236}">
                <a16:creationId xmlns:a16="http://schemas.microsoft.com/office/drawing/2014/main" id="{2D320F09-9AA6-A469-D6F0-BE4E94481CB3}"/>
              </a:ext>
            </a:extLst>
          </p:cNvPr>
          <p:cNvSpPr/>
          <p:nvPr/>
        </p:nvSpPr>
        <p:spPr>
          <a:xfrm>
            <a:off x="6725291" y="6976818"/>
            <a:ext cx="8738197" cy="733925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1400">
                <a:solidFill>
                  <a:schemeClr val="tx1"/>
                </a:solidFill>
              </a:rPr>
              <a:t>MediatorVM</a:t>
            </a:r>
          </a:p>
        </p:txBody>
      </p:sp>
      <p:sp>
        <p:nvSpPr>
          <p:cNvPr id="286" name="Rechteck 285">
            <a:extLst>
              <a:ext uri="{FF2B5EF4-FFF2-40B4-BE49-F238E27FC236}">
                <a16:creationId xmlns:a16="http://schemas.microsoft.com/office/drawing/2014/main" id="{D8AE4052-8F1E-F4E2-B431-FFA8193EC50D}"/>
              </a:ext>
            </a:extLst>
          </p:cNvPr>
          <p:cNvSpPr/>
          <p:nvPr/>
        </p:nvSpPr>
        <p:spPr>
          <a:xfrm>
            <a:off x="6851185" y="11243128"/>
            <a:ext cx="8496789" cy="2982209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1400">
                <a:solidFill>
                  <a:schemeClr val="tx1"/>
                </a:solidFill>
              </a:rPr>
              <a:t>MediatorProcess</a:t>
            </a:r>
          </a:p>
        </p:txBody>
      </p:sp>
      <p:sp>
        <p:nvSpPr>
          <p:cNvPr id="279" name="Rechteck 278">
            <a:extLst>
              <a:ext uri="{FF2B5EF4-FFF2-40B4-BE49-F238E27FC236}">
                <a16:creationId xmlns:a16="http://schemas.microsoft.com/office/drawing/2014/main" id="{C83F54BE-E7F0-D9AE-A1D5-FC225483FC63}"/>
              </a:ext>
            </a:extLst>
          </p:cNvPr>
          <p:cNvSpPr/>
          <p:nvPr/>
        </p:nvSpPr>
        <p:spPr>
          <a:xfrm>
            <a:off x="492983" y="6976817"/>
            <a:ext cx="4283165" cy="7339258"/>
          </a:xfrm>
          <a:prstGeom prst="rect">
            <a:avLst/>
          </a:prstGeom>
          <a:solidFill>
            <a:srgbClr val="FFDD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1400">
                <a:solidFill>
                  <a:schemeClr val="tx1"/>
                </a:solidFill>
              </a:rPr>
              <a:t>Controller</a:t>
            </a:r>
          </a:p>
        </p:txBody>
      </p:sp>
      <p:sp>
        <p:nvSpPr>
          <p:cNvPr id="280" name="Rechteck 279">
            <a:extLst>
              <a:ext uri="{FF2B5EF4-FFF2-40B4-BE49-F238E27FC236}">
                <a16:creationId xmlns:a16="http://schemas.microsoft.com/office/drawing/2014/main" id="{92D55D44-2758-C888-E7D3-17F8487BBFAA}"/>
              </a:ext>
            </a:extLst>
          </p:cNvPr>
          <p:cNvSpPr/>
          <p:nvPr/>
        </p:nvSpPr>
        <p:spPr>
          <a:xfrm>
            <a:off x="576265" y="11243128"/>
            <a:ext cx="4082229" cy="298220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1400">
                <a:solidFill>
                  <a:schemeClr val="tx1"/>
                </a:solidFill>
              </a:rPr>
              <a:t>MountPoint</a:t>
            </a:r>
          </a:p>
        </p:txBody>
      </p:sp>
      <p:sp>
        <p:nvSpPr>
          <p:cNvPr id="56" name="Abgerundetes Rechteck 1">
            <a:extLst>
              <a:ext uri="{FF2B5EF4-FFF2-40B4-BE49-F238E27FC236}">
                <a16:creationId xmlns:a16="http://schemas.microsoft.com/office/drawing/2014/main" id="{5403E44F-74C3-C3A1-D91F-775BF540BEEE}"/>
              </a:ext>
            </a:extLst>
          </p:cNvPr>
          <p:cNvSpPr/>
          <p:nvPr/>
        </p:nvSpPr>
        <p:spPr>
          <a:xfrm>
            <a:off x="681936" y="7359117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 dirty="0">
                <a:solidFill>
                  <a:prstClr val="white"/>
                </a:solidFill>
                <a:latin typeface="Calibri" panose="020F0502020204030204"/>
              </a:rPr>
              <a:t>CC</a:t>
            </a:r>
          </a:p>
        </p:txBody>
      </p:sp>
      <p:cxnSp>
        <p:nvCxnSpPr>
          <p:cNvPr id="59" name="Gerade Verbindung mit Pfeil 58">
            <a:extLst>
              <a:ext uri="{FF2B5EF4-FFF2-40B4-BE49-F238E27FC236}">
                <a16:creationId xmlns:a16="http://schemas.microsoft.com/office/drawing/2014/main" id="{F05705B2-207A-7473-B0D3-D0E210757D90}"/>
              </a:ext>
            </a:extLst>
          </p:cNvPr>
          <p:cNvCxnSpPr>
            <a:cxnSpLocks/>
            <a:stCxn id="56" idx="2"/>
            <a:endCxn id="3" idx="0"/>
          </p:cNvCxnSpPr>
          <p:nvPr/>
        </p:nvCxnSpPr>
        <p:spPr>
          <a:xfrm>
            <a:off x="950586" y="7804689"/>
            <a:ext cx="0" cy="3710348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62" name="Abgerundetes Rechteck 8">
            <a:extLst>
              <a:ext uri="{FF2B5EF4-FFF2-40B4-BE49-F238E27FC236}">
                <a16:creationId xmlns:a16="http://schemas.microsoft.com/office/drawing/2014/main" id="{D931E7C7-2676-B390-3748-944ED677BBE8}"/>
              </a:ext>
            </a:extLst>
          </p:cNvPr>
          <p:cNvSpPr/>
          <p:nvPr/>
        </p:nvSpPr>
        <p:spPr>
          <a:xfrm>
            <a:off x="1771402" y="12770074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NetconfClient [1]</a:t>
            </a:r>
          </a:p>
        </p:txBody>
      </p:sp>
      <p:sp>
        <p:nvSpPr>
          <p:cNvPr id="63" name="Abgerundetes Rechteck 9">
            <a:extLst>
              <a:ext uri="{FF2B5EF4-FFF2-40B4-BE49-F238E27FC236}">
                <a16:creationId xmlns:a16="http://schemas.microsoft.com/office/drawing/2014/main" id="{CD324EEE-7E30-AD7C-F620-BB3FA6A55BF3}"/>
              </a:ext>
            </a:extLst>
          </p:cNvPr>
          <p:cNvSpPr/>
          <p:nvPr/>
        </p:nvSpPr>
        <p:spPr>
          <a:xfrm>
            <a:off x="1771401" y="13502009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TcpClient [1]</a:t>
            </a:r>
          </a:p>
        </p:txBody>
      </p:sp>
      <p:cxnSp>
        <p:nvCxnSpPr>
          <p:cNvPr id="69" name="Gerade Verbindung mit Pfeil 68">
            <a:extLst>
              <a:ext uri="{FF2B5EF4-FFF2-40B4-BE49-F238E27FC236}">
                <a16:creationId xmlns:a16="http://schemas.microsoft.com/office/drawing/2014/main" id="{61405C5D-4998-3705-F84F-AA9A6D7300F6}"/>
              </a:ext>
            </a:extLst>
          </p:cNvPr>
          <p:cNvCxnSpPr>
            <a:cxnSpLocks/>
            <a:stCxn id="63" idx="3"/>
            <a:endCxn id="73" idx="1"/>
          </p:cNvCxnSpPr>
          <p:nvPr/>
        </p:nvCxnSpPr>
        <p:spPr>
          <a:xfrm flipV="1">
            <a:off x="2932854" y="13628633"/>
            <a:ext cx="431670" cy="96162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73" name="Rechteck 72">
            <a:extLst>
              <a:ext uri="{FF2B5EF4-FFF2-40B4-BE49-F238E27FC236}">
                <a16:creationId xmlns:a16="http://schemas.microsoft.com/office/drawing/2014/main" id="{D4C53D9F-5A49-C19A-5474-E3DC89FF2AB8}"/>
              </a:ext>
            </a:extLst>
          </p:cNvPr>
          <p:cNvSpPr/>
          <p:nvPr/>
        </p:nvSpPr>
        <p:spPr>
          <a:xfrm>
            <a:off x="3364524" y="13405846"/>
            <a:ext cx="1147836" cy="445573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>
              <a:defRPr/>
            </a:pP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local-id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=</a:t>
            </a: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tcp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-client</a:t>
            </a:r>
          </a:p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remoteIpAddress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remotePort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0" name="Rechteck 89">
            <a:extLst>
              <a:ext uri="{FF2B5EF4-FFF2-40B4-BE49-F238E27FC236}">
                <a16:creationId xmlns:a16="http://schemas.microsoft.com/office/drawing/2014/main" id="{8E303147-0B25-3184-7D85-94E7D636036D}"/>
              </a:ext>
            </a:extLst>
          </p:cNvPr>
          <p:cNvSpPr/>
          <p:nvPr/>
        </p:nvSpPr>
        <p:spPr>
          <a:xfrm>
            <a:off x="3352800" y="12758111"/>
            <a:ext cx="1158235" cy="44211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>
              <a:defRPr/>
            </a:pP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local-id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=</a:t>
            </a: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netconf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-client</a:t>
            </a:r>
          </a:p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netconfUserName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netconfUserPassword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91" name="Gerade Verbindung mit Pfeil 90">
            <a:extLst>
              <a:ext uri="{FF2B5EF4-FFF2-40B4-BE49-F238E27FC236}">
                <a16:creationId xmlns:a16="http://schemas.microsoft.com/office/drawing/2014/main" id="{3065BECA-C0D8-DABC-4838-03A9DADBC8E4}"/>
              </a:ext>
            </a:extLst>
          </p:cNvPr>
          <p:cNvCxnSpPr>
            <a:cxnSpLocks/>
            <a:stCxn id="62" idx="3"/>
            <a:endCxn id="90" idx="1"/>
          </p:cNvCxnSpPr>
          <p:nvPr/>
        </p:nvCxnSpPr>
        <p:spPr>
          <a:xfrm flipV="1">
            <a:off x="2932855" y="12979168"/>
            <a:ext cx="419945" cy="13692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6" name="Abgerundetes Rechteck 8">
            <a:extLst>
              <a:ext uri="{FF2B5EF4-FFF2-40B4-BE49-F238E27FC236}">
                <a16:creationId xmlns:a16="http://schemas.microsoft.com/office/drawing/2014/main" id="{FA04FE7A-8C91-5969-0B4C-381A07F25EF4}"/>
              </a:ext>
            </a:extLst>
          </p:cNvPr>
          <p:cNvSpPr/>
          <p:nvPr/>
        </p:nvSpPr>
        <p:spPr>
          <a:xfrm>
            <a:off x="11905730" y="12772392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SnmpClient [1]</a:t>
            </a:r>
          </a:p>
        </p:txBody>
      </p:sp>
      <p:sp>
        <p:nvSpPr>
          <p:cNvPr id="17" name="Abgerundetes Rechteck 9">
            <a:extLst>
              <a:ext uri="{FF2B5EF4-FFF2-40B4-BE49-F238E27FC236}">
                <a16:creationId xmlns:a16="http://schemas.microsoft.com/office/drawing/2014/main" id="{DB15B1A3-8090-1C0B-973D-BF8F69FAEBA4}"/>
              </a:ext>
            </a:extLst>
          </p:cNvPr>
          <p:cNvSpPr/>
          <p:nvPr/>
        </p:nvSpPr>
        <p:spPr>
          <a:xfrm>
            <a:off x="11905730" y="13492631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TcpClient [1]</a:t>
            </a:r>
          </a:p>
        </p:txBody>
      </p: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70F4C1EE-BA58-27B6-3CEB-D51FD6F237BD}"/>
              </a:ext>
            </a:extLst>
          </p:cNvPr>
          <p:cNvCxnSpPr>
            <a:cxnSpLocks/>
            <a:stCxn id="17" idx="3"/>
            <a:endCxn id="27" idx="1"/>
          </p:cNvCxnSpPr>
          <p:nvPr/>
        </p:nvCxnSpPr>
        <p:spPr>
          <a:xfrm>
            <a:off x="13067183" y="13715417"/>
            <a:ext cx="470208" cy="9378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7" name="Rechteck 26">
            <a:extLst>
              <a:ext uri="{FF2B5EF4-FFF2-40B4-BE49-F238E27FC236}">
                <a16:creationId xmlns:a16="http://schemas.microsoft.com/office/drawing/2014/main" id="{141A7E87-1BDC-31FA-FF1D-F3854B2C1EF8}"/>
              </a:ext>
            </a:extLst>
          </p:cNvPr>
          <p:cNvSpPr/>
          <p:nvPr/>
        </p:nvSpPr>
        <p:spPr>
          <a:xfrm>
            <a:off x="13537391" y="13502009"/>
            <a:ext cx="1682087" cy="445572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>
              <a:defRPr/>
            </a:pP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local-id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=</a:t>
            </a: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tcp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-client</a:t>
            </a:r>
          </a:p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remoteIpAddress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remotePort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Abgerundetes Rechteck 88">
            <a:extLst>
              <a:ext uri="{FF2B5EF4-FFF2-40B4-BE49-F238E27FC236}">
                <a16:creationId xmlns:a16="http://schemas.microsoft.com/office/drawing/2014/main" id="{E0866C50-0FC1-8A65-C2E4-AFEDC9C879A3}"/>
              </a:ext>
            </a:extLst>
          </p:cNvPr>
          <p:cNvSpPr/>
          <p:nvPr/>
        </p:nvSpPr>
        <p:spPr>
          <a:xfrm>
            <a:off x="9102644" y="13492631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TcpServer [1]</a:t>
            </a:r>
          </a:p>
        </p:txBody>
      </p:sp>
      <p:sp>
        <p:nvSpPr>
          <p:cNvPr id="29" name="Abgerundetes Rechteck 89">
            <a:extLst>
              <a:ext uri="{FF2B5EF4-FFF2-40B4-BE49-F238E27FC236}">
                <a16:creationId xmlns:a16="http://schemas.microsoft.com/office/drawing/2014/main" id="{0CCFFAAB-77ED-5692-76E1-51970536581E}"/>
              </a:ext>
            </a:extLst>
          </p:cNvPr>
          <p:cNvSpPr/>
          <p:nvPr/>
        </p:nvSpPr>
        <p:spPr>
          <a:xfrm>
            <a:off x="9102644" y="12771614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NetconfServer[1]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7839F9AB-0E9E-3CD3-0688-75C82B3622F5}"/>
              </a:ext>
            </a:extLst>
          </p:cNvPr>
          <p:cNvSpPr/>
          <p:nvPr/>
        </p:nvSpPr>
        <p:spPr>
          <a:xfrm>
            <a:off x="6991939" y="13502009"/>
            <a:ext cx="1537099" cy="49142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local-id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=</a:t>
            </a: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tcp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-server</a:t>
            </a:r>
          </a:p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localIpAddress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localPort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6893C73A-48A8-6D1F-40D2-0A9F5851FE5C}"/>
              </a:ext>
            </a:extLst>
          </p:cNvPr>
          <p:cNvCxnSpPr>
            <a:cxnSpLocks/>
            <a:stCxn id="28" idx="1"/>
            <a:endCxn id="36" idx="3"/>
          </p:cNvCxnSpPr>
          <p:nvPr/>
        </p:nvCxnSpPr>
        <p:spPr>
          <a:xfrm flipH="1">
            <a:off x="8529038" y="13715417"/>
            <a:ext cx="573606" cy="3230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8" name="Rechteck 37">
            <a:extLst>
              <a:ext uri="{FF2B5EF4-FFF2-40B4-BE49-F238E27FC236}">
                <a16:creationId xmlns:a16="http://schemas.microsoft.com/office/drawing/2014/main" id="{D6180C09-80DE-B8FB-D98B-2D79204A965B}"/>
              </a:ext>
            </a:extLst>
          </p:cNvPr>
          <p:cNvSpPr/>
          <p:nvPr/>
        </p:nvSpPr>
        <p:spPr>
          <a:xfrm>
            <a:off x="6991939" y="12732458"/>
            <a:ext cx="1537099" cy="445572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local-id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=</a:t>
            </a: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netconf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-server</a:t>
            </a:r>
          </a:p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netconfUserName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netconfUserPassword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12D49DF6-85AB-4875-3211-DF09274DF36A}"/>
              </a:ext>
            </a:extLst>
          </p:cNvPr>
          <p:cNvCxnSpPr>
            <a:cxnSpLocks/>
            <a:stCxn id="29" idx="1"/>
            <a:endCxn id="38" idx="3"/>
          </p:cNvCxnSpPr>
          <p:nvPr/>
        </p:nvCxnSpPr>
        <p:spPr>
          <a:xfrm flipH="1" flipV="1">
            <a:off x="8529038" y="12955244"/>
            <a:ext cx="573606" cy="39156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4" name="Rechteck 43">
            <a:extLst>
              <a:ext uri="{FF2B5EF4-FFF2-40B4-BE49-F238E27FC236}">
                <a16:creationId xmlns:a16="http://schemas.microsoft.com/office/drawing/2014/main" id="{DDD580D5-0B17-FEDA-A7D7-84BCAB8DD12F}"/>
              </a:ext>
            </a:extLst>
          </p:cNvPr>
          <p:cNvSpPr/>
          <p:nvPr/>
        </p:nvSpPr>
        <p:spPr>
          <a:xfrm>
            <a:off x="13537391" y="12788610"/>
            <a:ext cx="1682087" cy="487489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local-id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=</a:t>
            </a: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snmp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-client</a:t>
            </a:r>
          </a:p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snmpUserName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snmpUserPassword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BA13D890-B8BA-7E5D-B4EB-3559460FEA0B}"/>
              </a:ext>
            </a:extLst>
          </p:cNvPr>
          <p:cNvCxnSpPr>
            <a:cxnSpLocks/>
            <a:stCxn id="16" idx="3"/>
            <a:endCxn id="44" idx="1"/>
          </p:cNvCxnSpPr>
          <p:nvPr/>
        </p:nvCxnSpPr>
        <p:spPr>
          <a:xfrm>
            <a:off x="13067183" y="12995178"/>
            <a:ext cx="470208" cy="37177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29" name="Abgerundetes Rechteck 1">
            <a:extLst>
              <a:ext uri="{FF2B5EF4-FFF2-40B4-BE49-F238E27FC236}">
                <a16:creationId xmlns:a16="http://schemas.microsoft.com/office/drawing/2014/main" id="{0B3696B8-459B-81BC-F007-25C4FCAE7AF6}"/>
              </a:ext>
            </a:extLst>
          </p:cNvPr>
          <p:cNvSpPr/>
          <p:nvPr/>
        </p:nvSpPr>
        <p:spPr>
          <a:xfrm>
            <a:off x="10816263" y="7361000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 dirty="0">
                <a:solidFill>
                  <a:prstClr val="white"/>
                </a:solidFill>
                <a:latin typeface="Calibri" panose="020F0502020204030204"/>
              </a:rPr>
              <a:t>CC</a:t>
            </a:r>
          </a:p>
        </p:txBody>
      </p:sp>
      <p:sp>
        <p:nvSpPr>
          <p:cNvPr id="145" name="Abgerundetes Rechteck 74">
            <a:extLst>
              <a:ext uri="{FF2B5EF4-FFF2-40B4-BE49-F238E27FC236}">
                <a16:creationId xmlns:a16="http://schemas.microsoft.com/office/drawing/2014/main" id="{9F76D0E1-4E66-342A-E3B2-52119B669652}"/>
              </a:ext>
            </a:extLst>
          </p:cNvPr>
          <p:cNvSpPr/>
          <p:nvPr/>
        </p:nvSpPr>
        <p:spPr>
          <a:xfrm>
            <a:off x="9102643" y="9148501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OperationServer[*]</a:t>
            </a:r>
          </a:p>
        </p:txBody>
      </p:sp>
      <p:sp>
        <p:nvSpPr>
          <p:cNvPr id="147" name="Abgerundetes Rechteck 88">
            <a:extLst>
              <a:ext uri="{FF2B5EF4-FFF2-40B4-BE49-F238E27FC236}">
                <a16:creationId xmlns:a16="http://schemas.microsoft.com/office/drawing/2014/main" id="{8BC9E276-53B6-5995-622D-0AC9EB9DE1B3}"/>
              </a:ext>
            </a:extLst>
          </p:cNvPr>
          <p:cNvSpPr/>
          <p:nvPr/>
        </p:nvSpPr>
        <p:spPr>
          <a:xfrm>
            <a:off x="9102643" y="10590535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TcpServer [1]</a:t>
            </a:r>
          </a:p>
        </p:txBody>
      </p:sp>
      <p:sp>
        <p:nvSpPr>
          <p:cNvPr id="148" name="Abgerundetes Rechteck 89">
            <a:extLst>
              <a:ext uri="{FF2B5EF4-FFF2-40B4-BE49-F238E27FC236}">
                <a16:creationId xmlns:a16="http://schemas.microsoft.com/office/drawing/2014/main" id="{14E901DD-3FD2-DD78-E2D1-8BE2B4D09279}"/>
              </a:ext>
            </a:extLst>
          </p:cNvPr>
          <p:cNvSpPr/>
          <p:nvPr/>
        </p:nvSpPr>
        <p:spPr>
          <a:xfrm>
            <a:off x="9102643" y="9869518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HttpServer [1]</a:t>
            </a:r>
          </a:p>
        </p:txBody>
      </p:sp>
      <p:sp>
        <p:nvSpPr>
          <p:cNvPr id="152" name="Rechteck 151">
            <a:extLst>
              <a:ext uri="{FF2B5EF4-FFF2-40B4-BE49-F238E27FC236}">
                <a16:creationId xmlns:a16="http://schemas.microsoft.com/office/drawing/2014/main" id="{E3E04050-9C25-B09E-3C76-37E1DD41737D}"/>
              </a:ext>
            </a:extLst>
          </p:cNvPr>
          <p:cNvSpPr/>
          <p:nvPr/>
        </p:nvSpPr>
        <p:spPr>
          <a:xfrm>
            <a:off x="6851185" y="9216011"/>
            <a:ext cx="1815783" cy="329527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local-id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operationName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4" name="Rechteck 153">
            <a:extLst>
              <a:ext uri="{FF2B5EF4-FFF2-40B4-BE49-F238E27FC236}">
                <a16:creationId xmlns:a16="http://schemas.microsoft.com/office/drawing/2014/main" id="{603038BB-B38F-04CB-CE97-EB1D3BC5A2ED}"/>
              </a:ext>
            </a:extLst>
          </p:cNvPr>
          <p:cNvSpPr/>
          <p:nvPr/>
        </p:nvSpPr>
        <p:spPr>
          <a:xfrm>
            <a:off x="6851185" y="10590534"/>
            <a:ext cx="1815783" cy="445572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local-id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=</a:t>
            </a: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tcp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-server</a:t>
            </a:r>
          </a:p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localIpAddress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localPort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55" name="Gerade Verbindung mit Pfeil 154">
            <a:extLst>
              <a:ext uri="{FF2B5EF4-FFF2-40B4-BE49-F238E27FC236}">
                <a16:creationId xmlns:a16="http://schemas.microsoft.com/office/drawing/2014/main" id="{AE72E1DE-8F09-CAEE-F70B-BD74C656E315}"/>
              </a:ext>
            </a:extLst>
          </p:cNvPr>
          <p:cNvCxnSpPr>
            <a:cxnSpLocks/>
            <a:stCxn id="147" idx="1"/>
            <a:endCxn id="154" idx="3"/>
          </p:cNvCxnSpPr>
          <p:nvPr/>
        </p:nvCxnSpPr>
        <p:spPr>
          <a:xfrm flipH="1" flipV="1">
            <a:off x="8666968" y="10813320"/>
            <a:ext cx="435675" cy="1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56" name="Rechteck 155">
            <a:extLst>
              <a:ext uri="{FF2B5EF4-FFF2-40B4-BE49-F238E27FC236}">
                <a16:creationId xmlns:a16="http://schemas.microsoft.com/office/drawing/2014/main" id="{A2DD233B-D011-6931-E9B5-093D279C83E7}"/>
              </a:ext>
            </a:extLst>
          </p:cNvPr>
          <p:cNvSpPr/>
          <p:nvPr/>
        </p:nvSpPr>
        <p:spPr>
          <a:xfrm>
            <a:off x="6851185" y="9972353"/>
            <a:ext cx="1815783" cy="24006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local-id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=http-server</a:t>
            </a:r>
          </a:p>
        </p:txBody>
      </p:sp>
      <p:cxnSp>
        <p:nvCxnSpPr>
          <p:cNvPr id="158" name="Gerade Verbindung mit Pfeil 157">
            <a:extLst>
              <a:ext uri="{FF2B5EF4-FFF2-40B4-BE49-F238E27FC236}">
                <a16:creationId xmlns:a16="http://schemas.microsoft.com/office/drawing/2014/main" id="{7F8AF69D-63A6-BB6A-B020-F4C20183069E}"/>
              </a:ext>
            </a:extLst>
          </p:cNvPr>
          <p:cNvCxnSpPr>
            <a:cxnSpLocks/>
            <a:stCxn id="145" idx="1"/>
            <a:endCxn id="152" idx="3"/>
          </p:cNvCxnSpPr>
          <p:nvPr/>
        </p:nvCxnSpPr>
        <p:spPr>
          <a:xfrm flipH="1">
            <a:off x="8666968" y="9371287"/>
            <a:ext cx="435675" cy="9488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59" name="Gerade Verbindung mit Pfeil 158">
            <a:extLst>
              <a:ext uri="{FF2B5EF4-FFF2-40B4-BE49-F238E27FC236}">
                <a16:creationId xmlns:a16="http://schemas.microsoft.com/office/drawing/2014/main" id="{E0072063-E071-5BFA-07F7-75E642B28E77}"/>
              </a:ext>
            </a:extLst>
          </p:cNvPr>
          <p:cNvCxnSpPr>
            <a:cxnSpLocks/>
            <a:stCxn id="148" idx="1"/>
            <a:endCxn id="156" idx="3"/>
          </p:cNvCxnSpPr>
          <p:nvPr/>
        </p:nvCxnSpPr>
        <p:spPr>
          <a:xfrm flipH="1">
            <a:off x="8666968" y="10092304"/>
            <a:ext cx="435675" cy="81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68" name="Rechteck 167">
            <a:extLst>
              <a:ext uri="{FF2B5EF4-FFF2-40B4-BE49-F238E27FC236}">
                <a16:creationId xmlns:a16="http://schemas.microsoft.com/office/drawing/2014/main" id="{CF8AC0D9-3EBA-3573-B442-A8577BA331CA}"/>
              </a:ext>
            </a:extLst>
          </p:cNvPr>
          <p:cNvSpPr/>
          <p:nvPr/>
        </p:nvSpPr>
        <p:spPr>
          <a:xfrm>
            <a:off x="8326115" y="7380577"/>
            <a:ext cx="1815783" cy="935801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element-name=[</a:t>
            </a: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mediatorVmName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]</a:t>
            </a:r>
          </a:p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category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=</a:t>
            </a: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mediatorVm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_</a:t>
            </a: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template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= </a:t>
            </a: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mediatorVmTemplateName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defaultSnmpUserName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defaultSnmpUserPassword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defaultNetconfUserName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defaultNetconfUserPassword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69" name="Gerade Verbindung mit Pfeil 168">
            <a:extLst>
              <a:ext uri="{FF2B5EF4-FFF2-40B4-BE49-F238E27FC236}">
                <a16:creationId xmlns:a16="http://schemas.microsoft.com/office/drawing/2014/main" id="{BA0DE7E0-3E00-4D1E-00E4-096475C7D555}"/>
              </a:ext>
            </a:extLst>
          </p:cNvPr>
          <p:cNvCxnSpPr>
            <a:cxnSpLocks/>
            <a:stCxn id="129" idx="1"/>
            <a:endCxn id="168" idx="3"/>
          </p:cNvCxnSpPr>
          <p:nvPr/>
        </p:nvCxnSpPr>
        <p:spPr>
          <a:xfrm flipH="1">
            <a:off x="10141898" y="7583786"/>
            <a:ext cx="674365" cy="264692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16" name="Abgerundetes Rechteck 1">
            <a:extLst>
              <a:ext uri="{FF2B5EF4-FFF2-40B4-BE49-F238E27FC236}">
                <a16:creationId xmlns:a16="http://schemas.microsoft.com/office/drawing/2014/main" id="{E4A62BC8-924C-84E9-9ED3-A6A081AB7FE4}"/>
              </a:ext>
            </a:extLst>
          </p:cNvPr>
          <p:cNvSpPr/>
          <p:nvPr/>
        </p:nvSpPr>
        <p:spPr>
          <a:xfrm>
            <a:off x="21995606" y="7360650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 dirty="0">
                <a:solidFill>
                  <a:prstClr val="white"/>
                </a:solidFill>
                <a:latin typeface="Calibri" panose="020F0502020204030204"/>
              </a:rPr>
              <a:t>CC</a:t>
            </a:r>
          </a:p>
        </p:txBody>
      </p:sp>
      <p:cxnSp>
        <p:nvCxnSpPr>
          <p:cNvPr id="219" name="Gerade Verbindung mit Pfeil 218">
            <a:extLst>
              <a:ext uri="{FF2B5EF4-FFF2-40B4-BE49-F238E27FC236}">
                <a16:creationId xmlns:a16="http://schemas.microsoft.com/office/drawing/2014/main" id="{F3812ADC-C552-3888-AD96-B6C6C4A66D2D}"/>
              </a:ext>
            </a:extLst>
          </p:cNvPr>
          <p:cNvCxnSpPr>
            <a:cxnSpLocks/>
            <a:stCxn id="216" idx="2"/>
            <a:endCxn id="25" idx="0"/>
          </p:cNvCxnSpPr>
          <p:nvPr/>
        </p:nvCxnSpPr>
        <p:spPr>
          <a:xfrm>
            <a:off x="22264256" y="7806222"/>
            <a:ext cx="0" cy="3713816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22" name="Abgerundetes Rechteck 88">
            <a:extLst>
              <a:ext uri="{FF2B5EF4-FFF2-40B4-BE49-F238E27FC236}">
                <a16:creationId xmlns:a16="http://schemas.microsoft.com/office/drawing/2014/main" id="{CA0AEA30-500F-B7AD-AACA-E7D8EDE7AACC}"/>
              </a:ext>
            </a:extLst>
          </p:cNvPr>
          <p:cNvSpPr/>
          <p:nvPr/>
        </p:nvSpPr>
        <p:spPr>
          <a:xfrm>
            <a:off x="19565706" y="13488960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TcpServer [1]</a:t>
            </a:r>
          </a:p>
        </p:txBody>
      </p:sp>
      <p:sp>
        <p:nvSpPr>
          <p:cNvPr id="223" name="Abgerundetes Rechteck 89">
            <a:extLst>
              <a:ext uri="{FF2B5EF4-FFF2-40B4-BE49-F238E27FC236}">
                <a16:creationId xmlns:a16="http://schemas.microsoft.com/office/drawing/2014/main" id="{044D5B40-A091-29AF-E39A-C4A69555BAD1}"/>
              </a:ext>
            </a:extLst>
          </p:cNvPr>
          <p:cNvSpPr/>
          <p:nvPr/>
        </p:nvSpPr>
        <p:spPr>
          <a:xfrm>
            <a:off x="19565706" y="12767943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SnmpServer [*]</a:t>
            </a:r>
          </a:p>
        </p:txBody>
      </p:sp>
      <p:sp>
        <p:nvSpPr>
          <p:cNvPr id="230" name="Rechteck 229">
            <a:extLst>
              <a:ext uri="{FF2B5EF4-FFF2-40B4-BE49-F238E27FC236}">
                <a16:creationId xmlns:a16="http://schemas.microsoft.com/office/drawing/2014/main" id="{3A0F905E-26BB-EADC-40B0-7140549F1DE4}"/>
              </a:ext>
            </a:extLst>
          </p:cNvPr>
          <p:cNvSpPr/>
          <p:nvPr/>
        </p:nvSpPr>
        <p:spPr>
          <a:xfrm>
            <a:off x="17566269" y="13503770"/>
            <a:ext cx="1425832" cy="434433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local-id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=</a:t>
            </a: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tcp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-server</a:t>
            </a:r>
          </a:p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localIpAddress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localPort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31" name="Gerade Verbindung mit Pfeil 230">
            <a:extLst>
              <a:ext uri="{FF2B5EF4-FFF2-40B4-BE49-F238E27FC236}">
                <a16:creationId xmlns:a16="http://schemas.microsoft.com/office/drawing/2014/main" id="{E2AA1378-2624-C82E-46F5-DAE3598C92F9}"/>
              </a:ext>
            </a:extLst>
          </p:cNvPr>
          <p:cNvCxnSpPr>
            <a:cxnSpLocks/>
            <a:stCxn id="222" idx="1"/>
            <a:endCxn id="230" idx="3"/>
          </p:cNvCxnSpPr>
          <p:nvPr/>
        </p:nvCxnSpPr>
        <p:spPr>
          <a:xfrm flipH="1">
            <a:off x="18992101" y="13711746"/>
            <a:ext cx="573605" cy="9241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32" name="Rechteck 231">
            <a:extLst>
              <a:ext uri="{FF2B5EF4-FFF2-40B4-BE49-F238E27FC236}">
                <a16:creationId xmlns:a16="http://schemas.microsoft.com/office/drawing/2014/main" id="{D24AFCEE-3415-2633-C02F-42F690432881}"/>
              </a:ext>
            </a:extLst>
          </p:cNvPr>
          <p:cNvSpPr/>
          <p:nvPr/>
        </p:nvSpPr>
        <p:spPr>
          <a:xfrm>
            <a:off x="17566269" y="12736077"/>
            <a:ext cx="1425832" cy="479569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>
              <a:defRPr/>
            </a:pP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local-id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=[</a:t>
            </a: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snmpUserName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]</a:t>
            </a:r>
          </a:p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snmpUserName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snmpUserPassword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35" name="Gerade Verbindung mit Pfeil 234">
            <a:extLst>
              <a:ext uri="{FF2B5EF4-FFF2-40B4-BE49-F238E27FC236}">
                <a16:creationId xmlns:a16="http://schemas.microsoft.com/office/drawing/2014/main" id="{4A5D1682-99D1-7876-EEFC-EA1180222379}"/>
              </a:ext>
            </a:extLst>
          </p:cNvPr>
          <p:cNvCxnSpPr>
            <a:cxnSpLocks/>
            <a:stCxn id="223" idx="1"/>
            <a:endCxn id="232" idx="3"/>
          </p:cNvCxnSpPr>
          <p:nvPr/>
        </p:nvCxnSpPr>
        <p:spPr>
          <a:xfrm flipH="1" flipV="1">
            <a:off x="18992101" y="12975862"/>
            <a:ext cx="573605" cy="14867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41" name="Rechteck 240">
            <a:extLst>
              <a:ext uri="{FF2B5EF4-FFF2-40B4-BE49-F238E27FC236}">
                <a16:creationId xmlns:a16="http://schemas.microsoft.com/office/drawing/2014/main" id="{8AE67609-FF85-AA36-4EAC-A2C055DD14DD}"/>
              </a:ext>
            </a:extLst>
          </p:cNvPr>
          <p:cNvSpPr/>
          <p:nvPr/>
        </p:nvSpPr>
        <p:spPr>
          <a:xfrm>
            <a:off x="19945629" y="7360011"/>
            <a:ext cx="1471132" cy="532766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element-name=[</a:t>
            </a: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deviceName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]</a:t>
            </a:r>
          </a:p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category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=</a:t>
            </a: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device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_</a:t>
            </a: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template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=</a:t>
            </a: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deviceTemplateName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42" name="Gerade Verbindung mit Pfeil 241">
            <a:extLst>
              <a:ext uri="{FF2B5EF4-FFF2-40B4-BE49-F238E27FC236}">
                <a16:creationId xmlns:a16="http://schemas.microsoft.com/office/drawing/2014/main" id="{D02907C9-C5BE-29CD-04AE-14DC78D81D7F}"/>
              </a:ext>
            </a:extLst>
          </p:cNvPr>
          <p:cNvCxnSpPr>
            <a:cxnSpLocks/>
            <a:stCxn id="216" idx="1"/>
            <a:endCxn id="241" idx="3"/>
          </p:cNvCxnSpPr>
          <p:nvPr/>
        </p:nvCxnSpPr>
        <p:spPr>
          <a:xfrm flipH="1">
            <a:off x="21416761" y="7583436"/>
            <a:ext cx="578845" cy="42958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86" name="Rechteck 85">
            <a:extLst>
              <a:ext uri="{FF2B5EF4-FFF2-40B4-BE49-F238E27FC236}">
                <a16:creationId xmlns:a16="http://schemas.microsoft.com/office/drawing/2014/main" id="{4EF8BD69-F08C-B9E7-5DF2-848F27B7FE4E}"/>
              </a:ext>
            </a:extLst>
          </p:cNvPr>
          <p:cNvSpPr/>
          <p:nvPr/>
        </p:nvSpPr>
        <p:spPr>
          <a:xfrm>
            <a:off x="15462332" y="11243128"/>
            <a:ext cx="1930625" cy="2982213"/>
          </a:xfrm>
          <a:prstGeom prst="rect">
            <a:avLst/>
          </a:prstGeom>
          <a:solidFill>
            <a:schemeClr val="accent5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1400">
                <a:solidFill>
                  <a:schemeClr val="tx1"/>
                </a:solidFill>
              </a:rPr>
              <a:t>Link</a:t>
            </a:r>
          </a:p>
        </p:txBody>
      </p:sp>
      <p:sp>
        <p:nvSpPr>
          <p:cNvPr id="87" name="Abgerundetes Rechteck 1">
            <a:extLst>
              <a:ext uri="{FF2B5EF4-FFF2-40B4-BE49-F238E27FC236}">
                <a16:creationId xmlns:a16="http://schemas.microsoft.com/office/drawing/2014/main" id="{D6ADBF88-D669-757C-3A92-67D4C6EA3D42}"/>
              </a:ext>
            </a:extLst>
          </p:cNvPr>
          <p:cNvSpPr/>
          <p:nvPr/>
        </p:nvSpPr>
        <p:spPr>
          <a:xfrm>
            <a:off x="15630513" y="11735148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</a:t>
            </a:r>
            <a:endParaRPr lang="de-DE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88" name="Gerade Verbindung mit Pfeil 87">
            <a:extLst>
              <a:ext uri="{FF2B5EF4-FFF2-40B4-BE49-F238E27FC236}">
                <a16:creationId xmlns:a16="http://schemas.microsoft.com/office/drawing/2014/main" id="{A2B87E04-CA80-7121-47DB-E8E9A36D9020}"/>
              </a:ext>
            </a:extLst>
          </p:cNvPr>
          <p:cNvCxnSpPr>
            <a:cxnSpLocks/>
            <a:stCxn id="87" idx="2"/>
            <a:endCxn id="326" idx="7"/>
          </p:cNvCxnSpPr>
          <p:nvPr/>
        </p:nvCxnSpPr>
        <p:spPr>
          <a:xfrm flipH="1">
            <a:off x="13045381" y="12180720"/>
            <a:ext cx="2853782" cy="62313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ysDash"/>
            <a:miter lim="800000"/>
            <a:tailEnd type="arrow"/>
          </a:ln>
          <a:effectLst/>
        </p:spPr>
      </p:cxnSp>
      <p:sp>
        <p:nvSpPr>
          <p:cNvPr id="93" name="Rechteck 92">
            <a:extLst>
              <a:ext uri="{FF2B5EF4-FFF2-40B4-BE49-F238E27FC236}">
                <a16:creationId xmlns:a16="http://schemas.microsoft.com/office/drawing/2014/main" id="{FCFF00EF-0576-E422-EDCD-26AB376B788C}"/>
              </a:ext>
            </a:extLst>
          </p:cNvPr>
          <p:cNvSpPr/>
          <p:nvPr/>
        </p:nvSpPr>
        <p:spPr>
          <a:xfrm>
            <a:off x="15618864" y="12532475"/>
            <a:ext cx="1579672" cy="362703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local-id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linktp*[{local-id,_cc,_ltp,_lp}]</a:t>
            </a:r>
          </a:p>
        </p:txBody>
      </p:sp>
      <p:cxnSp>
        <p:nvCxnSpPr>
          <p:cNvPr id="94" name="Gerade Verbindung mit Pfeil 93">
            <a:extLst>
              <a:ext uri="{FF2B5EF4-FFF2-40B4-BE49-F238E27FC236}">
                <a16:creationId xmlns:a16="http://schemas.microsoft.com/office/drawing/2014/main" id="{6993B356-34A0-6EF5-B7C8-165FDE6B0E48}"/>
              </a:ext>
            </a:extLst>
          </p:cNvPr>
          <p:cNvCxnSpPr>
            <a:cxnSpLocks/>
            <a:stCxn id="87" idx="2"/>
            <a:endCxn id="93" idx="0"/>
          </p:cNvCxnSpPr>
          <p:nvPr/>
        </p:nvCxnSpPr>
        <p:spPr>
          <a:xfrm>
            <a:off x="15899163" y="12180720"/>
            <a:ext cx="509537" cy="35175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5" name="Gerade Verbindung mit Pfeil 94">
            <a:extLst>
              <a:ext uri="{FF2B5EF4-FFF2-40B4-BE49-F238E27FC236}">
                <a16:creationId xmlns:a16="http://schemas.microsoft.com/office/drawing/2014/main" id="{82F36CDE-9238-8488-B7F4-4BEE05C8B522}"/>
              </a:ext>
            </a:extLst>
          </p:cNvPr>
          <p:cNvCxnSpPr>
            <a:cxnSpLocks/>
            <a:stCxn id="87" idx="2"/>
          </p:cNvCxnSpPr>
          <p:nvPr/>
        </p:nvCxnSpPr>
        <p:spPr>
          <a:xfrm>
            <a:off x="15899163" y="12180720"/>
            <a:ext cx="3708050" cy="60237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ysDash"/>
            <a:miter lim="800000"/>
            <a:tailEnd type="arrow"/>
          </a:ln>
          <a:effectLst/>
        </p:spPr>
      </p:cxnSp>
      <p:sp>
        <p:nvSpPr>
          <p:cNvPr id="117" name="Abgerundetes Rechteck 1">
            <a:extLst>
              <a:ext uri="{FF2B5EF4-FFF2-40B4-BE49-F238E27FC236}">
                <a16:creationId xmlns:a16="http://schemas.microsoft.com/office/drawing/2014/main" id="{8FAD0FAB-F7D4-B1C2-7009-798052A9B1D9}"/>
              </a:ext>
            </a:extLst>
          </p:cNvPr>
          <p:cNvSpPr/>
          <p:nvPr/>
        </p:nvSpPr>
        <p:spPr>
          <a:xfrm>
            <a:off x="9580315" y="1907473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NCD</a:t>
            </a:r>
            <a:endParaRPr lang="de-DE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121" name="Gerade Verbindung mit Pfeil 120">
            <a:extLst>
              <a:ext uri="{FF2B5EF4-FFF2-40B4-BE49-F238E27FC236}">
                <a16:creationId xmlns:a16="http://schemas.microsoft.com/office/drawing/2014/main" id="{8513C110-D9EE-BEC7-C0AA-D36B474C31B5}"/>
              </a:ext>
            </a:extLst>
          </p:cNvPr>
          <p:cNvCxnSpPr>
            <a:cxnSpLocks/>
            <a:stCxn id="117" idx="2"/>
            <a:endCxn id="129" idx="0"/>
          </p:cNvCxnSpPr>
          <p:nvPr/>
        </p:nvCxnSpPr>
        <p:spPr>
          <a:xfrm>
            <a:off x="9848965" y="2353045"/>
            <a:ext cx="1235948" cy="500795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37" name="Abgerundetes Rechteck 2">
            <a:extLst>
              <a:ext uri="{FF2B5EF4-FFF2-40B4-BE49-F238E27FC236}">
                <a16:creationId xmlns:a16="http://schemas.microsoft.com/office/drawing/2014/main" id="{1A507A33-5B7D-11FC-CBDD-02AB3012B323}"/>
              </a:ext>
            </a:extLst>
          </p:cNvPr>
          <p:cNvSpPr/>
          <p:nvPr/>
        </p:nvSpPr>
        <p:spPr>
          <a:xfrm>
            <a:off x="10844820" y="4669196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FD</a:t>
            </a:r>
          </a:p>
        </p:txBody>
      </p:sp>
      <p:cxnSp>
        <p:nvCxnSpPr>
          <p:cNvPr id="138" name="Gerade Verbindung mit Pfeil 137">
            <a:extLst>
              <a:ext uri="{FF2B5EF4-FFF2-40B4-BE49-F238E27FC236}">
                <a16:creationId xmlns:a16="http://schemas.microsoft.com/office/drawing/2014/main" id="{76E43E38-FB74-A194-3F98-3C678B7007CC}"/>
              </a:ext>
            </a:extLst>
          </p:cNvPr>
          <p:cNvCxnSpPr>
            <a:cxnSpLocks/>
            <a:stCxn id="117" idx="2"/>
            <a:endCxn id="137" idx="0"/>
          </p:cNvCxnSpPr>
          <p:nvPr/>
        </p:nvCxnSpPr>
        <p:spPr>
          <a:xfrm>
            <a:off x="9848965" y="2353045"/>
            <a:ext cx="1264505" cy="2316151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46" name="Verbinder: gewinkelt 145">
            <a:extLst>
              <a:ext uri="{FF2B5EF4-FFF2-40B4-BE49-F238E27FC236}">
                <a16:creationId xmlns:a16="http://schemas.microsoft.com/office/drawing/2014/main" id="{77591B36-B1C3-1160-95D2-646678063A41}"/>
              </a:ext>
            </a:extLst>
          </p:cNvPr>
          <p:cNvCxnSpPr>
            <a:cxnSpLocks/>
            <a:stCxn id="299" idx="1"/>
            <a:endCxn id="13" idx="1"/>
          </p:cNvCxnSpPr>
          <p:nvPr/>
        </p:nvCxnSpPr>
        <p:spPr>
          <a:xfrm rot="10800000" flipV="1">
            <a:off x="1118786" y="5794853"/>
            <a:ext cx="9726035" cy="1582647"/>
          </a:xfrm>
          <a:prstGeom prst="bentConnector2">
            <a:avLst/>
          </a:prstGeom>
          <a:noFill/>
          <a:ln w="6350" cap="flat" cmpd="sng" algn="ctr">
            <a:solidFill>
              <a:srgbClr val="5B9BD5"/>
            </a:solidFill>
            <a:prstDash val="sysDash"/>
            <a:miter lim="800000"/>
            <a:tailEnd type="arrow"/>
          </a:ln>
          <a:effectLst/>
        </p:spPr>
      </p:cxnSp>
      <p:cxnSp>
        <p:nvCxnSpPr>
          <p:cNvPr id="162" name="Verbinder: gewinkelt 161">
            <a:extLst>
              <a:ext uri="{FF2B5EF4-FFF2-40B4-BE49-F238E27FC236}">
                <a16:creationId xmlns:a16="http://schemas.microsoft.com/office/drawing/2014/main" id="{D7BF3E62-D368-E9DC-ABAC-7F3B9C8CDCF9}"/>
              </a:ext>
            </a:extLst>
          </p:cNvPr>
          <p:cNvCxnSpPr>
            <a:cxnSpLocks/>
            <a:stCxn id="299" idx="3"/>
            <a:endCxn id="12" idx="7"/>
          </p:cNvCxnSpPr>
          <p:nvPr/>
        </p:nvCxnSpPr>
        <p:spPr>
          <a:xfrm>
            <a:off x="11382119" y="5794854"/>
            <a:ext cx="10715325" cy="1582894"/>
          </a:xfrm>
          <a:prstGeom prst="bentConnector2">
            <a:avLst/>
          </a:prstGeom>
          <a:noFill/>
          <a:ln w="6350" cap="flat" cmpd="sng" algn="ctr">
            <a:solidFill>
              <a:srgbClr val="5B9BD5"/>
            </a:solidFill>
            <a:prstDash val="sysDash"/>
            <a:miter lim="800000"/>
            <a:tailEnd type="arrow"/>
          </a:ln>
          <a:effectLst/>
        </p:spPr>
      </p:cxnSp>
      <p:sp>
        <p:nvSpPr>
          <p:cNvPr id="212" name="Rechteck 211">
            <a:extLst>
              <a:ext uri="{FF2B5EF4-FFF2-40B4-BE49-F238E27FC236}">
                <a16:creationId xmlns:a16="http://schemas.microsoft.com/office/drawing/2014/main" id="{3555123F-9A90-1011-D300-F33B1A856F75}"/>
              </a:ext>
            </a:extLst>
          </p:cNvPr>
          <p:cNvSpPr/>
          <p:nvPr/>
        </p:nvSpPr>
        <p:spPr>
          <a:xfrm>
            <a:off x="4776148" y="11243128"/>
            <a:ext cx="1949140" cy="2982209"/>
          </a:xfrm>
          <a:prstGeom prst="rect">
            <a:avLst/>
          </a:prstGeom>
          <a:solidFill>
            <a:schemeClr val="accent5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1400">
                <a:solidFill>
                  <a:schemeClr val="tx1"/>
                </a:solidFill>
              </a:rPr>
              <a:t>Link</a:t>
            </a:r>
          </a:p>
        </p:txBody>
      </p:sp>
      <p:sp>
        <p:nvSpPr>
          <p:cNvPr id="213" name="Abgerundetes Rechteck 1">
            <a:extLst>
              <a:ext uri="{FF2B5EF4-FFF2-40B4-BE49-F238E27FC236}">
                <a16:creationId xmlns:a16="http://schemas.microsoft.com/office/drawing/2014/main" id="{F8D37D0E-8516-6BFB-1627-49D94B22AC46}"/>
              </a:ext>
            </a:extLst>
          </p:cNvPr>
          <p:cNvSpPr/>
          <p:nvPr/>
        </p:nvSpPr>
        <p:spPr>
          <a:xfrm>
            <a:off x="4934259" y="11736433"/>
            <a:ext cx="542452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</a:t>
            </a:r>
            <a:endParaRPr lang="de-DE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4" name="Rechteck 213">
            <a:extLst>
              <a:ext uri="{FF2B5EF4-FFF2-40B4-BE49-F238E27FC236}">
                <a16:creationId xmlns:a16="http://schemas.microsoft.com/office/drawing/2014/main" id="{150AAFD4-5ED8-C6EA-8AEE-E8CB41A2FEFE}"/>
              </a:ext>
            </a:extLst>
          </p:cNvPr>
          <p:cNvSpPr/>
          <p:nvPr/>
        </p:nvSpPr>
        <p:spPr>
          <a:xfrm>
            <a:off x="4922610" y="12533760"/>
            <a:ext cx="1629369" cy="361418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local-id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linktp*[{local-id,_cc,_ltp,_lp}]</a:t>
            </a:r>
          </a:p>
        </p:txBody>
      </p:sp>
      <p:cxnSp>
        <p:nvCxnSpPr>
          <p:cNvPr id="215" name="Gerade Verbindung mit Pfeil 214">
            <a:extLst>
              <a:ext uri="{FF2B5EF4-FFF2-40B4-BE49-F238E27FC236}">
                <a16:creationId xmlns:a16="http://schemas.microsoft.com/office/drawing/2014/main" id="{7F5FA94B-7893-5429-17CA-4EC5B28F25B0}"/>
              </a:ext>
            </a:extLst>
          </p:cNvPr>
          <p:cNvCxnSpPr>
            <a:cxnSpLocks/>
            <a:stCxn id="213" idx="2"/>
            <a:endCxn id="214" idx="0"/>
          </p:cNvCxnSpPr>
          <p:nvPr/>
        </p:nvCxnSpPr>
        <p:spPr>
          <a:xfrm>
            <a:off x="5205485" y="12182005"/>
            <a:ext cx="531810" cy="35175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1" name="Gerade Verbindung mit Pfeil 220">
            <a:extLst>
              <a:ext uri="{FF2B5EF4-FFF2-40B4-BE49-F238E27FC236}">
                <a16:creationId xmlns:a16="http://schemas.microsoft.com/office/drawing/2014/main" id="{FB1E9696-FB30-4DD2-5C4A-5233B0FAE6B6}"/>
              </a:ext>
            </a:extLst>
          </p:cNvPr>
          <p:cNvCxnSpPr>
            <a:cxnSpLocks/>
            <a:stCxn id="213" idx="2"/>
            <a:endCxn id="334" idx="0"/>
          </p:cNvCxnSpPr>
          <p:nvPr/>
        </p:nvCxnSpPr>
        <p:spPr>
          <a:xfrm flipH="1">
            <a:off x="2887137" y="12182005"/>
            <a:ext cx="2318348" cy="605233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ysDash"/>
            <a:miter lim="800000"/>
            <a:tailEnd type="arrow"/>
          </a:ln>
          <a:effectLst/>
        </p:spPr>
      </p:cxnSp>
      <p:cxnSp>
        <p:nvCxnSpPr>
          <p:cNvPr id="226" name="Gerade Verbindung mit Pfeil 225">
            <a:extLst>
              <a:ext uri="{FF2B5EF4-FFF2-40B4-BE49-F238E27FC236}">
                <a16:creationId xmlns:a16="http://schemas.microsoft.com/office/drawing/2014/main" id="{867860DD-30C5-F9EB-DD2B-EC606399AB32}"/>
              </a:ext>
            </a:extLst>
          </p:cNvPr>
          <p:cNvCxnSpPr>
            <a:cxnSpLocks/>
            <a:stCxn id="213" idx="2"/>
            <a:endCxn id="331" idx="2"/>
          </p:cNvCxnSpPr>
          <p:nvPr/>
        </p:nvCxnSpPr>
        <p:spPr>
          <a:xfrm>
            <a:off x="5205485" y="12182005"/>
            <a:ext cx="3916966" cy="629466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ysDash"/>
            <a:miter lim="800000"/>
            <a:tailEnd type="arrow"/>
          </a:ln>
          <a:effectLst/>
        </p:spPr>
      </p:cxnSp>
      <p:cxnSp>
        <p:nvCxnSpPr>
          <p:cNvPr id="247" name="Verbinder: gewinkelt 246">
            <a:extLst>
              <a:ext uri="{FF2B5EF4-FFF2-40B4-BE49-F238E27FC236}">
                <a16:creationId xmlns:a16="http://schemas.microsoft.com/office/drawing/2014/main" id="{B1B6F187-424B-B5E7-210A-081BDFAD519A}"/>
              </a:ext>
            </a:extLst>
          </p:cNvPr>
          <p:cNvCxnSpPr>
            <a:stCxn id="117" idx="2"/>
            <a:endCxn id="56" idx="0"/>
          </p:cNvCxnSpPr>
          <p:nvPr/>
        </p:nvCxnSpPr>
        <p:spPr>
          <a:xfrm rot="5400000">
            <a:off x="2896740" y="406892"/>
            <a:ext cx="5006072" cy="8898379"/>
          </a:xfrm>
          <a:prstGeom prst="bentConnector3">
            <a:avLst>
              <a:gd name="adj1" fmla="val 150"/>
            </a:avLst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52" name="Verbinder: gewinkelt 251">
            <a:extLst>
              <a:ext uri="{FF2B5EF4-FFF2-40B4-BE49-F238E27FC236}">
                <a16:creationId xmlns:a16="http://schemas.microsoft.com/office/drawing/2014/main" id="{7B4D9739-6606-A338-2C87-5405BC25C7D6}"/>
              </a:ext>
            </a:extLst>
          </p:cNvPr>
          <p:cNvCxnSpPr>
            <a:cxnSpLocks/>
            <a:stCxn id="117" idx="2"/>
            <a:endCxn id="216" idx="0"/>
          </p:cNvCxnSpPr>
          <p:nvPr/>
        </p:nvCxnSpPr>
        <p:spPr>
          <a:xfrm rot="16200000" flipH="1">
            <a:off x="13552808" y="-1350799"/>
            <a:ext cx="5007605" cy="12415291"/>
          </a:xfrm>
          <a:prstGeom prst="bentConnector3">
            <a:avLst>
              <a:gd name="adj1" fmla="val 165"/>
            </a:avLst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93" name="Ellipse 292">
            <a:extLst>
              <a:ext uri="{FF2B5EF4-FFF2-40B4-BE49-F238E27FC236}">
                <a16:creationId xmlns:a16="http://schemas.microsoft.com/office/drawing/2014/main" id="{A96271CD-4392-8057-D43D-25709C941E70}"/>
              </a:ext>
            </a:extLst>
          </p:cNvPr>
          <p:cNvSpPr/>
          <p:nvPr/>
        </p:nvSpPr>
        <p:spPr>
          <a:xfrm>
            <a:off x="19586825" y="12787238"/>
            <a:ext cx="45719" cy="45719"/>
          </a:xfrm>
          <a:prstGeom prst="ellipse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de-DE" sz="1050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9" name="Abgerundetes Rechteck 2">
            <a:extLst>
              <a:ext uri="{FF2B5EF4-FFF2-40B4-BE49-F238E27FC236}">
                <a16:creationId xmlns:a16="http://schemas.microsoft.com/office/drawing/2014/main" id="{E996A483-AF97-CBE6-3673-7E031A0BFEC8}"/>
              </a:ext>
            </a:extLst>
          </p:cNvPr>
          <p:cNvSpPr/>
          <p:nvPr/>
        </p:nvSpPr>
        <p:spPr>
          <a:xfrm>
            <a:off x="10844820" y="5572068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FC</a:t>
            </a:r>
          </a:p>
        </p:txBody>
      </p:sp>
      <p:cxnSp>
        <p:nvCxnSpPr>
          <p:cNvPr id="311" name="Gerade Verbindung mit Pfeil 310">
            <a:extLst>
              <a:ext uri="{FF2B5EF4-FFF2-40B4-BE49-F238E27FC236}">
                <a16:creationId xmlns:a16="http://schemas.microsoft.com/office/drawing/2014/main" id="{9AD30391-92FB-0C52-26B6-00EDE85050C8}"/>
              </a:ext>
            </a:extLst>
          </p:cNvPr>
          <p:cNvCxnSpPr>
            <a:cxnSpLocks/>
            <a:stCxn id="137" idx="2"/>
            <a:endCxn id="299" idx="0"/>
          </p:cNvCxnSpPr>
          <p:nvPr/>
        </p:nvCxnSpPr>
        <p:spPr>
          <a:xfrm>
            <a:off x="11113470" y="5114768"/>
            <a:ext cx="0" cy="45730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26" name="Ellipse 325">
            <a:extLst>
              <a:ext uri="{FF2B5EF4-FFF2-40B4-BE49-F238E27FC236}">
                <a16:creationId xmlns:a16="http://schemas.microsoft.com/office/drawing/2014/main" id="{CEDD7DE9-3657-184D-6997-0AECEE8A55A8}"/>
              </a:ext>
            </a:extLst>
          </p:cNvPr>
          <p:cNvSpPr/>
          <p:nvPr/>
        </p:nvSpPr>
        <p:spPr>
          <a:xfrm>
            <a:off x="13006357" y="12797160"/>
            <a:ext cx="45719" cy="45719"/>
          </a:xfrm>
          <a:prstGeom prst="ellipse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de-DE" sz="1050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31" name="Ellipse 330">
            <a:extLst>
              <a:ext uri="{FF2B5EF4-FFF2-40B4-BE49-F238E27FC236}">
                <a16:creationId xmlns:a16="http://schemas.microsoft.com/office/drawing/2014/main" id="{6ECA586B-08D6-6157-F7C2-3AFD86937CB5}"/>
              </a:ext>
            </a:extLst>
          </p:cNvPr>
          <p:cNvSpPr/>
          <p:nvPr/>
        </p:nvSpPr>
        <p:spPr>
          <a:xfrm>
            <a:off x="9122451" y="12788611"/>
            <a:ext cx="45719" cy="45719"/>
          </a:xfrm>
          <a:prstGeom prst="ellipse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de-DE" sz="1050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34" name="Ellipse 333">
            <a:extLst>
              <a:ext uri="{FF2B5EF4-FFF2-40B4-BE49-F238E27FC236}">
                <a16:creationId xmlns:a16="http://schemas.microsoft.com/office/drawing/2014/main" id="{1D7BD267-291E-DC8C-588E-3D75EF535FF1}"/>
              </a:ext>
            </a:extLst>
          </p:cNvPr>
          <p:cNvSpPr/>
          <p:nvPr/>
        </p:nvSpPr>
        <p:spPr>
          <a:xfrm>
            <a:off x="2864277" y="12787238"/>
            <a:ext cx="45719" cy="45719"/>
          </a:xfrm>
          <a:prstGeom prst="ellipse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de-DE" sz="1050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38" name="Rechteck 337">
            <a:extLst>
              <a:ext uri="{FF2B5EF4-FFF2-40B4-BE49-F238E27FC236}">
                <a16:creationId xmlns:a16="http://schemas.microsoft.com/office/drawing/2014/main" id="{6B7619B2-4D08-FB1B-998F-EDD62FBAD183}"/>
              </a:ext>
            </a:extLst>
          </p:cNvPr>
          <p:cNvSpPr/>
          <p:nvPr/>
        </p:nvSpPr>
        <p:spPr>
          <a:xfrm>
            <a:off x="12387482" y="5844855"/>
            <a:ext cx="2528668" cy="31059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forwarding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-</a:t>
            </a: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construct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-name =[</a:t>
            </a: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deviceName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]</a:t>
            </a:r>
          </a:p>
        </p:txBody>
      </p:sp>
      <p:cxnSp>
        <p:nvCxnSpPr>
          <p:cNvPr id="339" name="Gerade Verbindung mit Pfeil 338">
            <a:extLst>
              <a:ext uri="{FF2B5EF4-FFF2-40B4-BE49-F238E27FC236}">
                <a16:creationId xmlns:a16="http://schemas.microsoft.com/office/drawing/2014/main" id="{04457B5A-442B-C146-CFDE-630B014736C1}"/>
              </a:ext>
            </a:extLst>
          </p:cNvPr>
          <p:cNvCxnSpPr>
            <a:cxnSpLocks/>
            <a:stCxn id="299" idx="3"/>
            <a:endCxn id="338" idx="1"/>
          </p:cNvCxnSpPr>
          <p:nvPr/>
        </p:nvCxnSpPr>
        <p:spPr>
          <a:xfrm>
            <a:off x="11382119" y="5794854"/>
            <a:ext cx="1005363" cy="205298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72" name="Rechteck 371">
            <a:extLst>
              <a:ext uri="{FF2B5EF4-FFF2-40B4-BE49-F238E27FC236}">
                <a16:creationId xmlns:a16="http://schemas.microsoft.com/office/drawing/2014/main" id="{299B7DF5-19AC-8F66-E5E8-A2D6F953C18B}"/>
              </a:ext>
            </a:extLst>
          </p:cNvPr>
          <p:cNvSpPr/>
          <p:nvPr/>
        </p:nvSpPr>
        <p:spPr>
          <a:xfrm>
            <a:off x="12354266" y="4728077"/>
            <a:ext cx="2561884" cy="33607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forwarding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-domain-name</a:t>
            </a:r>
            <a:r>
              <a:rPr lang="en-US" sz="800" kern="0" noProof="0" dirty="0">
                <a:solidFill>
                  <a:prstClr val="black"/>
                </a:solidFill>
                <a:latin typeface="Calibri" panose="020F0502020204030204"/>
              </a:rPr>
              <a:t>=</a:t>
            </a:r>
            <a:r>
              <a:rPr lang="en-US" sz="800" strike="sngStrike" kern="0" noProof="0" dirty="0">
                <a:solidFill>
                  <a:prstClr val="black"/>
                </a:solidFill>
                <a:highlight>
                  <a:srgbClr val="FFFF00"/>
                </a:highlight>
                <a:latin typeface="Calibri" panose="020F0502020204030204"/>
              </a:rPr>
              <a:t>management-plane-transport</a:t>
            </a:r>
          </a:p>
          <a:p>
            <a:pPr defTabSz="914411"/>
            <a:r>
              <a:rPr lang="en-US" sz="800" kern="0" noProof="0" dirty="0">
                <a:solidFill>
                  <a:prstClr val="black"/>
                </a:solidFill>
                <a:highlight>
                  <a:srgbClr val="FFFF00"/>
                </a:highlight>
                <a:latin typeface="Calibri" panose="020F0502020204030204"/>
              </a:rPr>
              <a:t>[</a:t>
            </a:r>
            <a:r>
              <a:rPr lang="en-US" sz="800" kern="0" noProof="0" dirty="0" err="1">
                <a:solidFill>
                  <a:prstClr val="black"/>
                </a:solidFill>
                <a:highlight>
                  <a:srgbClr val="FFFF00"/>
                </a:highlight>
                <a:latin typeface="Calibri" panose="020F0502020204030204"/>
              </a:rPr>
              <a:t>managementDomain</a:t>
            </a:r>
            <a:r>
              <a:rPr lang="en-US" sz="800" kern="0" noProof="0" dirty="0">
                <a:solidFill>
                  <a:prstClr val="black"/>
                </a:solidFill>
                <a:highlight>
                  <a:srgbClr val="FFFF00"/>
                </a:highlight>
                <a:latin typeface="Calibri" panose="020F0502020204030204"/>
              </a:rPr>
              <a:t>]</a:t>
            </a:r>
          </a:p>
        </p:txBody>
      </p:sp>
      <p:cxnSp>
        <p:nvCxnSpPr>
          <p:cNvPr id="373" name="Gerade Verbindung mit Pfeil 372">
            <a:extLst>
              <a:ext uri="{FF2B5EF4-FFF2-40B4-BE49-F238E27FC236}">
                <a16:creationId xmlns:a16="http://schemas.microsoft.com/office/drawing/2014/main" id="{6B2DFD95-1A35-3DA4-C789-C6E9A402E774}"/>
              </a:ext>
            </a:extLst>
          </p:cNvPr>
          <p:cNvCxnSpPr>
            <a:cxnSpLocks/>
            <a:endCxn id="372" idx="1"/>
          </p:cNvCxnSpPr>
          <p:nvPr/>
        </p:nvCxnSpPr>
        <p:spPr>
          <a:xfrm flipV="1">
            <a:off x="11377492" y="4896114"/>
            <a:ext cx="976774" cy="1364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069E344D-E9E9-0504-2F76-55E5D19915CD}"/>
              </a:ext>
            </a:extLst>
          </p:cNvPr>
          <p:cNvCxnSpPr>
            <a:cxnSpLocks/>
            <a:endCxn id="18" idx="1"/>
          </p:cNvCxnSpPr>
          <p:nvPr/>
        </p:nvCxnSpPr>
        <p:spPr>
          <a:xfrm flipV="1">
            <a:off x="1215033" y="7572661"/>
            <a:ext cx="461366" cy="5676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8" name="Rechteck 17">
            <a:extLst>
              <a:ext uri="{FF2B5EF4-FFF2-40B4-BE49-F238E27FC236}">
                <a16:creationId xmlns:a16="http://schemas.microsoft.com/office/drawing/2014/main" id="{A49FE695-23BD-7D89-28AB-A480FCDDCB7B}"/>
              </a:ext>
            </a:extLst>
          </p:cNvPr>
          <p:cNvSpPr/>
          <p:nvPr/>
        </p:nvSpPr>
        <p:spPr>
          <a:xfrm>
            <a:off x="1676399" y="7349875"/>
            <a:ext cx="2445545" cy="445572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>
              <a:defRPr/>
            </a:pP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element-name=[</a:t>
            </a:r>
            <a:r>
              <a:rPr lang="de-DE" sz="800" strike="sngStrike" kern="0" dirty="0" err="1">
                <a:solidFill>
                  <a:prstClr val="black"/>
                </a:solidFill>
                <a:highlight>
                  <a:srgbClr val="FFFF00"/>
                </a:highlight>
                <a:latin typeface="Calibri" panose="020F0502020204030204"/>
              </a:rPr>
              <a:t>controllerName</a:t>
            </a:r>
            <a:r>
              <a:rPr lang="de-DE" sz="800" kern="0" dirty="0" err="1">
                <a:solidFill>
                  <a:prstClr val="black"/>
                </a:solidFill>
                <a:highlight>
                  <a:srgbClr val="FFFF00"/>
                </a:highlight>
                <a:latin typeface="Calibri" panose="020F0502020204030204"/>
              </a:rPr>
              <a:t>managementDomain</a:t>
            </a:r>
            <a:r>
              <a:rPr lang="de-DE" sz="800" kern="0" dirty="0">
                <a:solidFill>
                  <a:prstClr val="black"/>
                </a:solidFill>
                <a:highlight>
                  <a:srgbClr val="FFFF00"/>
                </a:highlight>
                <a:latin typeface="Calibri" panose="020F0502020204030204"/>
              </a:rPr>
              <a:t>]</a:t>
            </a:r>
          </a:p>
          <a:p>
            <a:pPr defTabSz="914400">
              <a:defRPr/>
            </a:pP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category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=</a:t>
            </a: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controller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_</a:t>
            </a: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template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=</a:t>
            </a: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controllerTemplateName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B9D40B9E-07E7-DA55-A483-1F59E59377DD}"/>
              </a:ext>
            </a:extLst>
          </p:cNvPr>
          <p:cNvSpPr/>
          <p:nvPr/>
        </p:nvSpPr>
        <p:spPr>
          <a:xfrm>
            <a:off x="11084910" y="1948582"/>
            <a:ext cx="1685583" cy="33607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storage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 =</a:t>
            </a: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running,operational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, …</a:t>
            </a:r>
          </a:p>
        </p:txBody>
      </p: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BD64C054-7133-4A97-8504-E3EEC9F56FF0}"/>
              </a:ext>
            </a:extLst>
          </p:cNvPr>
          <p:cNvCxnSpPr>
            <a:cxnSpLocks/>
            <a:stCxn id="117" idx="3"/>
            <a:endCxn id="49" idx="1"/>
          </p:cNvCxnSpPr>
          <p:nvPr/>
        </p:nvCxnSpPr>
        <p:spPr>
          <a:xfrm flipV="1">
            <a:off x="10117614" y="2116619"/>
            <a:ext cx="967296" cy="1364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7" name="Verbinder: gewinkelt 96">
            <a:extLst>
              <a:ext uri="{FF2B5EF4-FFF2-40B4-BE49-F238E27FC236}">
                <a16:creationId xmlns:a16="http://schemas.microsoft.com/office/drawing/2014/main" id="{4FB777F2-9BC2-B162-76FE-7A8189EE1282}"/>
              </a:ext>
            </a:extLst>
          </p:cNvPr>
          <p:cNvCxnSpPr>
            <a:cxnSpLocks/>
            <a:stCxn id="21" idx="1"/>
            <a:endCxn id="213" idx="0"/>
          </p:cNvCxnSpPr>
          <p:nvPr/>
        </p:nvCxnSpPr>
        <p:spPr>
          <a:xfrm rot="10800000" flipV="1">
            <a:off x="5205485" y="6475145"/>
            <a:ext cx="5639334" cy="5261288"/>
          </a:xfrm>
          <a:prstGeom prst="bentConnector2">
            <a:avLst/>
          </a:prstGeom>
          <a:noFill/>
          <a:ln w="6350" cap="flat" cmpd="sng" algn="ctr">
            <a:solidFill>
              <a:srgbClr val="5B9BD5"/>
            </a:solidFill>
            <a:prstDash val="sysDash"/>
            <a:miter lim="800000"/>
            <a:tailEnd type="arrow"/>
          </a:ln>
          <a:effectLst/>
        </p:spPr>
      </p:cxnSp>
      <p:cxnSp>
        <p:nvCxnSpPr>
          <p:cNvPr id="101" name="Verbinder: gewinkelt 100">
            <a:extLst>
              <a:ext uri="{FF2B5EF4-FFF2-40B4-BE49-F238E27FC236}">
                <a16:creationId xmlns:a16="http://schemas.microsoft.com/office/drawing/2014/main" id="{B2F73060-0FC4-FD9A-B4C5-AB4D2A57B553}"/>
              </a:ext>
            </a:extLst>
          </p:cNvPr>
          <p:cNvCxnSpPr>
            <a:cxnSpLocks/>
            <a:stCxn id="21" idx="3"/>
            <a:endCxn id="87" idx="0"/>
          </p:cNvCxnSpPr>
          <p:nvPr/>
        </p:nvCxnSpPr>
        <p:spPr>
          <a:xfrm>
            <a:off x="11382118" y="6475145"/>
            <a:ext cx="4517045" cy="5260003"/>
          </a:xfrm>
          <a:prstGeom prst="bentConnector2">
            <a:avLst/>
          </a:prstGeom>
          <a:noFill/>
          <a:ln w="6350" cap="flat" cmpd="sng" algn="ctr">
            <a:solidFill>
              <a:srgbClr val="5B9BD5"/>
            </a:solidFill>
            <a:prstDash val="sysDash"/>
            <a:miter lim="800000"/>
            <a:tailEnd type="arrow"/>
          </a:ln>
          <a:effectLst/>
        </p:spPr>
      </p:cxnSp>
      <p:sp>
        <p:nvSpPr>
          <p:cNvPr id="3" name="Abgerundetes Rechteck 2">
            <a:extLst>
              <a:ext uri="{FF2B5EF4-FFF2-40B4-BE49-F238E27FC236}">
                <a16:creationId xmlns:a16="http://schemas.microsoft.com/office/drawing/2014/main" id="{481F8CF6-7664-D3A4-0A71-6FA8CC1C8444}"/>
              </a:ext>
            </a:extLst>
          </p:cNvPr>
          <p:cNvSpPr/>
          <p:nvPr/>
        </p:nvSpPr>
        <p:spPr>
          <a:xfrm>
            <a:off x="681936" y="11515037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LTP</a:t>
            </a:r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0CA5299D-8C38-1F55-39EE-D0750543757B}"/>
              </a:ext>
            </a:extLst>
          </p:cNvPr>
          <p:cNvSpPr/>
          <p:nvPr/>
        </p:nvSpPr>
        <p:spPr>
          <a:xfrm>
            <a:off x="681936" y="12769296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LP</a:t>
            </a:r>
          </a:p>
        </p:txBody>
      </p: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C80F8A7C-F87B-9B2C-410A-345ED15A0F3E}"/>
              </a:ext>
            </a:extLst>
          </p:cNvPr>
          <p:cNvCxnSpPr>
            <a:stCxn id="3" idx="2"/>
            <a:endCxn id="4" idx="0"/>
          </p:cNvCxnSpPr>
          <p:nvPr/>
        </p:nvCxnSpPr>
        <p:spPr>
          <a:xfrm>
            <a:off x="950583" y="11960612"/>
            <a:ext cx="0" cy="808687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E16475AB-66D8-F383-4DC7-0A00FAD07F5B}"/>
              </a:ext>
            </a:extLst>
          </p:cNvPr>
          <p:cNvCxnSpPr>
            <a:cxnSpLocks/>
            <a:stCxn id="62" idx="1"/>
            <a:endCxn id="4" idx="3"/>
          </p:cNvCxnSpPr>
          <p:nvPr/>
        </p:nvCxnSpPr>
        <p:spPr>
          <a:xfrm flipH="1" flipV="1">
            <a:off x="1219235" y="12992082"/>
            <a:ext cx="552167" cy="778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4C052C17-707D-946A-4D09-75681F8D0028}"/>
              </a:ext>
            </a:extLst>
          </p:cNvPr>
          <p:cNvCxnSpPr>
            <a:cxnSpLocks/>
            <a:stCxn id="63" idx="1"/>
            <a:endCxn id="4" idx="3"/>
          </p:cNvCxnSpPr>
          <p:nvPr/>
        </p:nvCxnSpPr>
        <p:spPr>
          <a:xfrm flipH="1" flipV="1">
            <a:off x="1219235" y="12992082"/>
            <a:ext cx="552166" cy="732713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99535941-4DCE-6677-6D22-A5E8B767428E}"/>
              </a:ext>
            </a:extLst>
          </p:cNvPr>
          <p:cNvCxnSpPr>
            <a:cxnSpLocks/>
            <a:stCxn id="3" idx="3"/>
            <a:endCxn id="11" idx="1"/>
          </p:cNvCxnSpPr>
          <p:nvPr/>
        </p:nvCxnSpPr>
        <p:spPr>
          <a:xfrm flipV="1">
            <a:off x="1219235" y="11672031"/>
            <a:ext cx="474802" cy="65792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1" name="Rechteck 10">
            <a:extLst>
              <a:ext uri="{FF2B5EF4-FFF2-40B4-BE49-F238E27FC236}">
                <a16:creationId xmlns:a16="http://schemas.microsoft.com/office/drawing/2014/main" id="{D5909574-AA9F-78EE-AF15-61F210D87FD2}"/>
              </a:ext>
            </a:extLst>
          </p:cNvPr>
          <p:cNvSpPr/>
          <p:nvPr/>
        </p:nvSpPr>
        <p:spPr>
          <a:xfrm>
            <a:off x="1694037" y="11514518"/>
            <a:ext cx="1083165" cy="315026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local-id=[deviceName]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F9C320F7-1BE1-119D-E122-B62DD3204440}"/>
              </a:ext>
            </a:extLst>
          </p:cNvPr>
          <p:cNvSpPr/>
          <p:nvPr/>
        </p:nvSpPr>
        <p:spPr>
          <a:xfrm>
            <a:off x="20014600" y="11528092"/>
            <a:ext cx="1083165" cy="247163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local-id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=</a:t>
            </a: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management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Abgerundetes Rechteck 2">
            <a:extLst>
              <a:ext uri="{FF2B5EF4-FFF2-40B4-BE49-F238E27FC236}">
                <a16:creationId xmlns:a16="http://schemas.microsoft.com/office/drawing/2014/main" id="{2AF408CD-34DB-C428-E0BF-1217C1E02073}"/>
              </a:ext>
            </a:extLst>
          </p:cNvPr>
          <p:cNvSpPr/>
          <p:nvPr/>
        </p:nvSpPr>
        <p:spPr>
          <a:xfrm>
            <a:off x="21995606" y="11520038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LTP</a:t>
            </a:r>
          </a:p>
        </p:txBody>
      </p:sp>
      <p:sp>
        <p:nvSpPr>
          <p:cNvPr id="35" name="Abgerundetes Rechteck 3">
            <a:extLst>
              <a:ext uri="{FF2B5EF4-FFF2-40B4-BE49-F238E27FC236}">
                <a16:creationId xmlns:a16="http://schemas.microsoft.com/office/drawing/2014/main" id="{F7D26EA4-96A3-0DFE-F516-71C0AAAE8061}"/>
              </a:ext>
            </a:extLst>
          </p:cNvPr>
          <p:cNvSpPr/>
          <p:nvPr/>
        </p:nvSpPr>
        <p:spPr>
          <a:xfrm>
            <a:off x="21995606" y="12767943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LP</a:t>
            </a:r>
          </a:p>
        </p:txBody>
      </p:sp>
      <p:cxnSp>
        <p:nvCxnSpPr>
          <p:cNvPr id="46" name="Gerade Verbindung mit Pfeil 45">
            <a:extLst>
              <a:ext uri="{FF2B5EF4-FFF2-40B4-BE49-F238E27FC236}">
                <a16:creationId xmlns:a16="http://schemas.microsoft.com/office/drawing/2014/main" id="{8E9FC093-1E1D-AFB8-EDA1-74BB30C0EC74}"/>
              </a:ext>
            </a:extLst>
          </p:cNvPr>
          <p:cNvCxnSpPr>
            <a:stCxn id="25" idx="2"/>
            <a:endCxn id="35" idx="0"/>
          </p:cNvCxnSpPr>
          <p:nvPr/>
        </p:nvCxnSpPr>
        <p:spPr>
          <a:xfrm>
            <a:off x="22264256" y="11965610"/>
            <a:ext cx="0" cy="802333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EDAA76C0-8B20-2581-751D-97C11B18D597}"/>
              </a:ext>
            </a:extLst>
          </p:cNvPr>
          <p:cNvCxnSpPr>
            <a:cxnSpLocks/>
            <a:stCxn id="223" idx="3"/>
            <a:endCxn id="35" idx="1"/>
          </p:cNvCxnSpPr>
          <p:nvPr/>
        </p:nvCxnSpPr>
        <p:spPr>
          <a:xfrm>
            <a:off x="20727159" y="12990729"/>
            <a:ext cx="1268447" cy="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DE9FF65D-332E-5702-D4B7-0CD33B820016}"/>
              </a:ext>
            </a:extLst>
          </p:cNvPr>
          <p:cNvCxnSpPr>
            <a:cxnSpLocks/>
            <a:stCxn id="222" idx="3"/>
            <a:endCxn id="35" idx="1"/>
          </p:cNvCxnSpPr>
          <p:nvPr/>
        </p:nvCxnSpPr>
        <p:spPr>
          <a:xfrm flipV="1">
            <a:off x="20727159" y="12990729"/>
            <a:ext cx="1268447" cy="721017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0D67C123-0516-88EF-34E3-FD36957D0983}"/>
              </a:ext>
            </a:extLst>
          </p:cNvPr>
          <p:cNvCxnSpPr>
            <a:cxnSpLocks/>
            <a:stCxn id="25" idx="1"/>
            <a:endCxn id="14" idx="3"/>
          </p:cNvCxnSpPr>
          <p:nvPr/>
        </p:nvCxnSpPr>
        <p:spPr>
          <a:xfrm flipH="1" flipV="1">
            <a:off x="21097765" y="11651674"/>
            <a:ext cx="897841" cy="9115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8" name="Gerade Verbindung mit Pfeil 107">
            <a:extLst>
              <a:ext uri="{FF2B5EF4-FFF2-40B4-BE49-F238E27FC236}">
                <a16:creationId xmlns:a16="http://schemas.microsoft.com/office/drawing/2014/main" id="{319FF6AC-10D8-4761-C3A3-AA2085CCD928}"/>
              </a:ext>
            </a:extLst>
          </p:cNvPr>
          <p:cNvCxnSpPr>
            <a:cxnSpLocks/>
            <a:stCxn id="125" idx="3"/>
            <a:endCxn id="109" idx="1"/>
          </p:cNvCxnSpPr>
          <p:nvPr/>
        </p:nvCxnSpPr>
        <p:spPr>
          <a:xfrm flipV="1">
            <a:off x="12372737" y="11687327"/>
            <a:ext cx="474802" cy="52379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09" name="Rechteck 108">
            <a:extLst>
              <a:ext uri="{FF2B5EF4-FFF2-40B4-BE49-F238E27FC236}">
                <a16:creationId xmlns:a16="http://schemas.microsoft.com/office/drawing/2014/main" id="{8D677BCD-9D02-BC68-5EE7-23DBFA48C29E}"/>
              </a:ext>
            </a:extLst>
          </p:cNvPr>
          <p:cNvSpPr/>
          <p:nvPr/>
        </p:nvSpPr>
        <p:spPr>
          <a:xfrm>
            <a:off x="12847539" y="11541507"/>
            <a:ext cx="1083165" cy="29164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local-id=[deviceName]</a:t>
            </a:r>
          </a:p>
        </p:txBody>
      </p:sp>
      <p:cxnSp>
        <p:nvCxnSpPr>
          <p:cNvPr id="119" name="Gerade Verbindung mit Pfeil 118">
            <a:extLst>
              <a:ext uri="{FF2B5EF4-FFF2-40B4-BE49-F238E27FC236}">
                <a16:creationId xmlns:a16="http://schemas.microsoft.com/office/drawing/2014/main" id="{18D2E143-544D-442F-7F6A-5EE88F9FE5D7}"/>
              </a:ext>
            </a:extLst>
          </p:cNvPr>
          <p:cNvCxnSpPr>
            <a:cxnSpLocks/>
            <a:stCxn id="16" idx="1"/>
            <a:endCxn id="126" idx="3"/>
          </p:cNvCxnSpPr>
          <p:nvPr/>
        </p:nvCxnSpPr>
        <p:spPr>
          <a:xfrm flipH="1" flipV="1">
            <a:off x="11353562" y="12991893"/>
            <a:ext cx="552168" cy="328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120" name="Gerade Verbindung mit Pfeil 119">
            <a:extLst>
              <a:ext uri="{FF2B5EF4-FFF2-40B4-BE49-F238E27FC236}">
                <a16:creationId xmlns:a16="http://schemas.microsoft.com/office/drawing/2014/main" id="{25DE5E17-1444-4A31-5DB1-1C8E50B266F6}"/>
              </a:ext>
            </a:extLst>
          </p:cNvPr>
          <p:cNvCxnSpPr>
            <a:cxnSpLocks/>
            <a:stCxn id="17" idx="1"/>
            <a:endCxn id="126" idx="3"/>
          </p:cNvCxnSpPr>
          <p:nvPr/>
        </p:nvCxnSpPr>
        <p:spPr>
          <a:xfrm flipH="1" flipV="1">
            <a:off x="11353562" y="12991893"/>
            <a:ext cx="552168" cy="723524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122" name="Gerade Verbindung mit Pfeil 121">
            <a:extLst>
              <a:ext uri="{FF2B5EF4-FFF2-40B4-BE49-F238E27FC236}">
                <a16:creationId xmlns:a16="http://schemas.microsoft.com/office/drawing/2014/main" id="{E459C471-8B93-20A8-224F-9B788E7C9D01}"/>
              </a:ext>
            </a:extLst>
          </p:cNvPr>
          <p:cNvCxnSpPr>
            <a:cxnSpLocks/>
            <a:stCxn id="29" idx="3"/>
            <a:endCxn id="126" idx="1"/>
          </p:cNvCxnSpPr>
          <p:nvPr/>
        </p:nvCxnSpPr>
        <p:spPr>
          <a:xfrm flipV="1">
            <a:off x="10264097" y="12991893"/>
            <a:ext cx="552166" cy="2507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124" name="Gerade Verbindung mit Pfeil 123">
            <a:extLst>
              <a:ext uri="{FF2B5EF4-FFF2-40B4-BE49-F238E27FC236}">
                <a16:creationId xmlns:a16="http://schemas.microsoft.com/office/drawing/2014/main" id="{47F5AA49-24E2-CB2F-6102-18AE6D0C7C6E}"/>
              </a:ext>
            </a:extLst>
          </p:cNvPr>
          <p:cNvCxnSpPr>
            <a:cxnSpLocks/>
            <a:stCxn id="28" idx="3"/>
            <a:endCxn id="126" idx="1"/>
          </p:cNvCxnSpPr>
          <p:nvPr/>
        </p:nvCxnSpPr>
        <p:spPr>
          <a:xfrm flipV="1">
            <a:off x="10264097" y="12991893"/>
            <a:ext cx="552166" cy="723524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sp>
        <p:nvSpPr>
          <p:cNvPr id="125" name="Abgerundetes Rechteck 2">
            <a:extLst>
              <a:ext uri="{FF2B5EF4-FFF2-40B4-BE49-F238E27FC236}">
                <a16:creationId xmlns:a16="http://schemas.microsoft.com/office/drawing/2014/main" id="{DB4DE718-D5F3-A5B5-C3F7-5BA5D0645841}"/>
              </a:ext>
            </a:extLst>
          </p:cNvPr>
          <p:cNvSpPr/>
          <p:nvPr/>
        </p:nvSpPr>
        <p:spPr>
          <a:xfrm>
            <a:off x="11835438" y="11516920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LTP</a:t>
            </a:r>
          </a:p>
        </p:txBody>
      </p:sp>
      <p:sp>
        <p:nvSpPr>
          <p:cNvPr id="126" name="Abgerundetes Rechteck 3">
            <a:extLst>
              <a:ext uri="{FF2B5EF4-FFF2-40B4-BE49-F238E27FC236}">
                <a16:creationId xmlns:a16="http://schemas.microsoft.com/office/drawing/2014/main" id="{07AF8A7F-9AAD-C266-C597-FD9838FD0AED}"/>
              </a:ext>
            </a:extLst>
          </p:cNvPr>
          <p:cNvSpPr/>
          <p:nvPr/>
        </p:nvSpPr>
        <p:spPr>
          <a:xfrm>
            <a:off x="10816263" y="12769107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LP</a:t>
            </a:r>
          </a:p>
        </p:txBody>
      </p:sp>
      <p:cxnSp>
        <p:nvCxnSpPr>
          <p:cNvPr id="127" name="Gerade Verbindung mit Pfeil 126">
            <a:extLst>
              <a:ext uri="{FF2B5EF4-FFF2-40B4-BE49-F238E27FC236}">
                <a16:creationId xmlns:a16="http://schemas.microsoft.com/office/drawing/2014/main" id="{ABF0B6DB-5D81-C9A6-9E34-661F1D8D3E8D}"/>
              </a:ext>
            </a:extLst>
          </p:cNvPr>
          <p:cNvCxnSpPr>
            <a:stCxn id="125" idx="2"/>
            <a:endCxn id="126" idx="0"/>
          </p:cNvCxnSpPr>
          <p:nvPr/>
        </p:nvCxnSpPr>
        <p:spPr>
          <a:xfrm flipH="1">
            <a:off x="11084913" y="11962492"/>
            <a:ext cx="1019175" cy="80661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28" name="Gerade Verbindung mit Pfeil 127">
            <a:extLst>
              <a:ext uri="{FF2B5EF4-FFF2-40B4-BE49-F238E27FC236}">
                <a16:creationId xmlns:a16="http://schemas.microsoft.com/office/drawing/2014/main" id="{A988F830-4D1D-F2C9-1087-112C9898DA36}"/>
              </a:ext>
            </a:extLst>
          </p:cNvPr>
          <p:cNvCxnSpPr>
            <a:cxnSpLocks/>
            <a:stCxn id="148" idx="3"/>
            <a:endCxn id="263" idx="1"/>
          </p:cNvCxnSpPr>
          <p:nvPr/>
        </p:nvCxnSpPr>
        <p:spPr>
          <a:xfrm flipV="1">
            <a:off x="10264096" y="10041420"/>
            <a:ext cx="552166" cy="50884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131" name="Gerade Verbindung mit Pfeil 130">
            <a:extLst>
              <a:ext uri="{FF2B5EF4-FFF2-40B4-BE49-F238E27FC236}">
                <a16:creationId xmlns:a16="http://schemas.microsoft.com/office/drawing/2014/main" id="{20D49745-3C5C-7663-153C-A1EF71FBCE2C}"/>
              </a:ext>
            </a:extLst>
          </p:cNvPr>
          <p:cNvCxnSpPr>
            <a:cxnSpLocks/>
            <a:stCxn id="147" idx="3"/>
            <a:endCxn id="263" idx="1"/>
          </p:cNvCxnSpPr>
          <p:nvPr/>
        </p:nvCxnSpPr>
        <p:spPr>
          <a:xfrm flipV="1">
            <a:off x="10264096" y="10041420"/>
            <a:ext cx="552166" cy="771901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133" name="Gerade Verbindung mit Pfeil 132">
            <a:extLst>
              <a:ext uri="{FF2B5EF4-FFF2-40B4-BE49-F238E27FC236}">
                <a16:creationId xmlns:a16="http://schemas.microsoft.com/office/drawing/2014/main" id="{4AD2C3A7-1543-C30B-19E9-CB195885EC19}"/>
              </a:ext>
            </a:extLst>
          </p:cNvPr>
          <p:cNvCxnSpPr>
            <a:cxnSpLocks/>
            <a:stCxn id="145" idx="3"/>
            <a:endCxn id="263" idx="1"/>
          </p:cNvCxnSpPr>
          <p:nvPr/>
        </p:nvCxnSpPr>
        <p:spPr>
          <a:xfrm>
            <a:off x="10264096" y="9371287"/>
            <a:ext cx="552166" cy="670133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sp>
        <p:nvSpPr>
          <p:cNvPr id="175" name="Abgerundetes Rechteck 1">
            <a:extLst>
              <a:ext uri="{FF2B5EF4-FFF2-40B4-BE49-F238E27FC236}">
                <a16:creationId xmlns:a16="http://schemas.microsoft.com/office/drawing/2014/main" id="{1248D903-9440-2321-354B-14170C2F2A21}"/>
              </a:ext>
            </a:extLst>
          </p:cNvPr>
          <p:cNvSpPr/>
          <p:nvPr/>
        </p:nvSpPr>
        <p:spPr>
          <a:xfrm>
            <a:off x="9580314" y="316695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DC</a:t>
            </a:r>
            <a:endParaRPr lang="de-DE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176" name="Gerade Verbindung mit Pfeil 175">
            <a:extLst>
              <a:ext uri="{FF2B5EF4-FFF2-40B4-BE49-F238E27FC236}">
                <a16:creationId xmlns:a16="http://schemas.microsoft.com/office/drawing/2014/main" id="{DD5C7406-3C7F-347B-3FAF-7F90934EFE1D}"/>
              </a:ext>
            </a:extLst>
          </p:cNvPr>
          <p:cNvCxnSpPr>
            <a:cxnSpLocks/>
            <a:stCxn id="175" idx="2"/>
            <a:endCxn id="117" idx="0"/>
          </p:cNvCxnSpPr>
          <p:nvPr/>
        </p:nvCxnSpPr>
        <p:spPr>
          <a:xfrm>
            <a:off x="9848964" y="762267"/>
            <a:ext cx="1" cy="1145206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91" name="Abgerundetes Rechteck 1">
            <a:extLst>
              <a:ext uri="{FF2B5EF4-FFF2-40B4-BE49-F238E27FC236}">
                <a16:creationId xmlns:a16="http://schemas.microsoft.com/office/drawing/2014/main" id="{44E48014-242B-1327-6AB6-2553D28DAC32}"/>
              </a:ext>
            </a:extLst>
          </p:cNvPr>
          <p:cNvSpPr/>
          <p:nvPr/>
        </p:nvSpPr>
        <p:spPr>
          <a:xfrm>
            <a:off x="10729609" y="316954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AP</a:t>
            </a:r>
            <a:endParaRPr lang="de-DE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2" name="Abgerundetes Rechteck 1">
            <a:extLst>
              <a:ext uri="{FF2B5EF4-FFF2-40B4-BE49-F238E27FC236}">
                <a16:creationId xmlns:a16="http://schemas.microsoft.com/office/drawing/2014/main" id="{BF0C2F74-F3BA-292A-B365-41FC81CF7E1E}"/>
              </a:ext>
            </a:extLst>
          </p:cNvPr>
          <p:cNvSpPr/>
          <p:nvPr/>
        </p:nvSpPr>
        <p:spPr>
          <a:xfrm>
            <a:off x="11886682" y="316790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CA</a:t>
            </a:r>
            <a:endParaRPr lang="de-DE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193" name="Gerade Verbindung mit Pfeil 192">
            <a:extLst>
              <a:ext uri="{FF2B5EF4-FFF2-40B4-BE49-F238E27FC236}">
                <a16:creationId xmlns:a16="http://schemas.microsoft.com/office/drawing/2014/main" id="{57DF4D2C-9B0B-A33B-2C76-40E5450EAEF7}"/>
              </a:ext>
            </a:extLst>
          </p:cNvPr>
          <p:cNvCxnSpPr>
            <a:cxnSpLocks/>
            <a:stCxn id="175" idx="3"/>
            <a:endCxn id="191" idx="1"/>
          </p:cNvCxnSpPr>
          <p:nvPr/>
        </p:nvCxnSpPr>
        <p:spPr>
          <a:xfrm>
            <a:off x="10117613" y="539481"/>
            <a:ext cx="611996" cy="259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6" name="Gerade Verbindung mit Pfeil 195">
            <a:extLst>
              <a:ext uri="{FF2B5EF4-FFF2-40B4-BE49-F238E27FC236}">
                <a16:creationId xmlns:a16="http://schemas.microsoft.com/office/drawing/2014/main" id="{65958A75-08CD-E777-02D1-45615CF0D213}"/>
              </a:ext>
            </a:extLst>
          </p:cNvPr>
          <p:cNvCxnSpPr>
            <a:cxnSpLocks/>
            <a:stCxn id="191" idx="3"/>
            <a:endCxn id="192" idx="1"/>
          </p:cNvCxnSpPr>
          <p:nvPr/>
        </p:nvCxnSpPr>
        <p:spPr>
          <a:xfrm flipV="1">
            <a:off x="11266908" y="539576"/>
            <a:ext cx="619774" cy="164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61" name="Gerade Verbindung mit Pfeil 260">
            <a:extLst>
              <a:ext uri="{FF2B5EF4-FFF2-40B4-BE49-F238E27FC236}">
                <a16:creationId xmlns:a16="http://schemas.microsoft.com/office/drawing/2014/main" id="{56A1A339-04E9-5F4E-A8BE-DC660FC89A36}"/>
              </a:ext>
            </a:extLst>
          </p:cNvPr>
          <p:cNvCxnSpPr>
            <a:cxnSpLocks/>
            <a:stCxn id="129" idx="2"/>
            <a:endCxn id="262" idx="0"/>
          </p:cNvCxnSpPr>
          <p:nvPr/>
        </p:nvCxnSpPr>
        <p:spPr>
          <a:xfrm flipH="1">
            <a:off x="11084912" y="7806572"/>
            <a:ext cx="1" cy="75987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62" name="Abgerundetes Rechteck 2">
            <a:extLst>
              <a:ext uri="{FF2B5EF4-FFF2-40B4-BE49-F238E27FC236}">
                <a16:creationId xmlns:a16="http://schemas.microsoft.com/office/drawing/2014/main" id="{5CE196D1-6660-FF72-2056-778548350BFA}"/>
              </a:ext>
            </a:extLst>
          </p:cNvPr>
          <p:cNvSpPr/>
          <p:nvPr/>
        </p:nvSpPr>
        <p:spPr>
          <a:xfrm>
            <a:off x="10816262" y="8566447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LTP</a:t>
            </a:r>
          </a:p>
        </p:txBody>
      </p:sp>
      <p:sp>
        <p:nvSpPr>
          <p:cNvPr id="263" name="Abgerundetes Rechteck 3">
            <a:extLst>
              <a:ext uri="{FF2B5EF4-FFF2-40B4-BE49-F238E27FC236}">
                <a16:creationId xmlns:a16="http://schemas.microsoft.com/office/drawing/2014/main" id="{DDC4B0D3-252B-F636-C17E-BB93728D27B9}"/>
              </a:ext>
            </a:extLst>
          </p:cNvPr>
          <p:cNvSpPr/>
          <p:nvPr/>
        </p:nvSpPr>
        <p:spPr>
          <a:xfrm>
            <a:off x="10816262" y="9818634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LP</a:t>
            </a:r>
          </a:p>
        </p:txBody>
      </p:sp>
      <p:cxnSp>
        <p:nvCxnSpPr>
          <p:cNvPr id="264" name="Gerade Verbindung mit Pfeil 263">
            <a:extLst>
              <a:ext uri="{FF2B5EF4-FFF2-40B4-BE49-F238E27FC236}">
                <a16:creationId xmlns:a16="http://schemas.microsoft.com/office/drawing/2014/main" id="{E2C6BED8-5229-007D-D968-B7BCBC2208E2}"/>
              </a:ext>
            </a:extLst>
          </p:cNvPr>
          <p:cNvCxnSpPr>
            <a:stCxn id="262" idx="2"/>
            <a:endCxn id="263" idx="0"/>
          </p:cNvCxnSpPr>
          <p:nvPr/>
        </p:nvCxnSpPr>
        <p:spPr>
          <a:xfrm>
            <a:off x="11084909" y="9012022"/>
            <a:ext cx="0" cy="80661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67" name="Verbinder: gewinkelt 266">
            <a:extLst>
              <a:ext uri="{FF2B5EF4-FFF2-40B4-BE49-F238E27FC236}">
                <a16:creationId xmlns:a16="http://schemas.microsoft.com/office/drawing/2014/main" id="{FACF5606-F9B9-7871-8A09-1E43C239D999}"/>
              </a:ext>
            </a:extLst>
          </p:cNvPr>
          <p:cNvCxnSpPr>
            <a:stCxn id="129" idx="2"/>
            <a:endCxn id="125" idx="0"/>
          </p:cNvCxnSpPr>
          <p:nvPr/>
        </p:nvCxnSpPr>
        <p:spPr>
          <a:xfrm rot="16200000" flipH="1">
            <a:off x="9739326" y="9152158"/>
            <a:ext cx="3710348" cy="1019175"/>
          </a:xfrm>
          <a:prstGeom prst="bentConnector3">
            <a:avLst>
              <a:gd name="adj1" fmla="val 10979"/>
            </a:avLst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73" name="Gerade Verbindung mit Pfeil 272">
            <a:extLst>
              <a:ext uri="{FF2B5EF4-FFF2-40B4-BE49-F238E27FC236}">
                <a16:creationId xmlns:a16="http://schemas.microsoft.com/office/drawing/2014/main" id="{4799AC3F-8089-79C4-C3C5-5D947C1289F3}"/>
              </a:ext>
            </a:extLst>
          </p:cNvPr>
          <p:cNvCxnSpPr>
            <a:cxnSpLocks/>
            <a:stCxn id="262" idx="1"/>
            <a:endCxn id="274" idx="3"/>
          </p:cNvCxnSpPr>
          <p:nvPr/>
        </p:nvCxnSpPr>
        <p:spPr>
          <a:xfrm flipH="1" flipV="1">
            <a:off x="10121898" y="8574054"/>
            <a:ext cx="694364" cy="215179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74" name="Rechteck 273">
            <a:extLst>
              <a:ext uri="{FF2B5EF4-FFF2-40B4-BE49-F238E27FC236}">
                <a16:creationId xmlns:a16="http://schemas.microsoft.com/office/drawing/2014/main" id="{AE0A4A2D-3B74-F82D-ACEA-76ED4DCF66B5}"/>
              </a:ext>
            </a:extLst>
          </p:cNvPr>
          <p:cNvSpPr/>
          <p:nvPr/>
        </p:nvSpPr>
        <p:spPr>
          <a:xfrm>
            <a:off x="8326116" y="8428234"/>
            <a:ext cx="1795782" cy="29164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local-id= mediator-instance-manager</a:t>
            </a:r>
          </a:p>
        </p:txBody>
      </p:sp>
      <p:sp>
        <p:nvSpPr>
          <p:cNvPr id="21" name="Abgerundetes Rechteck 2">
            <a:extLst>
              <a:ext uri="{FF2B5EF4-FFF2-40B4-BE49-F238E27FC236}">
                <a16:creationId xmlns:a16="http://schemas.microsoft.com/office/drawing/2014/main" id="{4A727EEC-A892-B7D0-6A2D-BE4B5C3E9B49}"/>
              </a:ext>
            </a:extLst>
          </p:cNvPr>
          <p:cNvSpPr/>
          <p:nvPr/>
        </p:nvSpPr>
        <p:spPr>
          <a:xfrm>
            <a:off x="10844819" y="6252359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R</a:t>
            </a:r>
          </a:p>
        </p:txBody>
      </p: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0E73DD6D-6DA1-BAFE-B092-0D3BD0D9B4E1}"/>
              </a:ext>
            </a:extLst>
          </p:cNvPr>
          <p:cNvCxnSpPr>
            <a:cxnSpLocks/>
            <a:stCxn id="299" idx="2"/>
            <a:endCxn id="21" idx="0"/>
          </p:cNvCxnSpPr>
          <p:nvPr/>
        </p:nvCxnSpPr>
        <p:spPr>
          <a:xfrm flipH="1">
            <a:off x="11113469" y="6017640"/>
            <a:ext cx="1" cy="234719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53" name="Rechteck 52">
            <a:extLst>
              <a:ext uri="{FF2B5EF4-FFF2-40B4-BE49-F238E27FC236}">
                <a16:creationId xmlns:a16="http://schemas.microsoft.com/office/drawing/2014/main" id="{3B25F18C-D7F8-C289-1E10-CE4CD20D5885}"/>
              </a:ext>
            </a:extLst>
          </p:cNvPr>
          <p:cNvSpPr/>
          <p:nvPr/>
        </p:nvSpPr>
        <p:spPr>
          <a:xfrm>
            <a:off x="12345529" y="6590227"/>
            <a:ext cx="1703846" cy="328456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local-id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_link*</a:t>
            </a:r>
          </a:p>
        </p:txBody>
      </p:sp>
      <p:cxnSp>
        <p:nvCxnSpPr>
          <p:cNvPr id="55" name="Gerade Verbindung mit Pfeil 54">
            <a:extLst>
              <a:ext uri="{FF2B5EF4-FFF2-40B4-BE49-F238E27FC236}">
                <a16:creationId xmlns:a16="http://schemas.microsoft.com/office/drawing/2014/main" id="{88E602B1-8F77-D37A-F7AA-F3A7FDB797C6}"/>
              </a:ext>
            </a:extLst>
          </p:cNvPr>
          <p:cNvCxnSpPr>
            <a:cxnSpLocks/>
            <a:stCxn id="21" idx="3"/>
            <a:endCxn id="53" idx="1"/>
          </p:cNvCxnSpPr>
          <p:nvPr/>
        </p:nvCxnSpPr>
        <p:spPr>
          <a:xfrm>
            <a:off x="11382118" y="6475145"/>
            <a:ext cx="963411" cy="27931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8" name="Gerade Verbindung mit Pfeil 67">
            <a:extLst>
              <a:ext uri="{FF2B5EF4-FFF2-40B4-BE49-F238E27FC236}">
                <a16:creationId xmlns:a16="http://schemas.microsoft.com/office/drawing/2014/main" id="{647168E7-4363-C03F-6673-78870C454FCE}"/>
              </a:ext>
            </a:extLst>
          </p:cNvPr>
          <p:cNvCxnSpPr>
            <a:cxnSpLocks/>
            <a:stCxn id="117" idx="2"/>
            <a:endCxn id="74" idx="0"/>
          </p:cNvCxnSpPr>
          <p:nvPr/>
        </p:nvCxnSpPr>
        <p:spPr>
          <a:xfrm flipH="1">
            <a:off x="8574154" y="2353045"/>
            <a:ext cx="1274811" cy="138769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74" name="Abgerundetes Rechteck 1">
            <a:extLst>
              <a:ext uri="{FF2B5EF4-FFF2-40B4-BE49-F238E27FC236}">
                <a16:creationId xmlns:a16="http://schemas.microsoft.com/office/drawing/2014/main" id="{9053A4D7-3FEC-84E2-2729-0ED36463A92A}"/>
              </a:ext>
            </a:extLst>
          </p:cNvPr>
          <p:cNvSpPr/>
          <p:nvPr/>
        </p:nvSpPr>
        <p:spPr>
          <a:xfrm>
            <a:off x="8305504" y="3740740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P</a:t>
            </a:r>
            <a:endParaRPr lang="de-DE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7" name="Abgerundetes Rechteck 8">
            <a:extLst>
              <a:ext uri="{FF2B5EF4-FFF2-40B4-BE49-F238E27FC236}">
                <a16:creationId xmlns:a16="http://schemas.microsoft.com/office/drawing/2014/main" id="{E6EB1221-E3FA-5840-B8B0-43FA0A2FF060}"/>
              </a:ext>
            </a:extLst>
          </p:cNvPr>
          <p:cNvSpPr/>
          <p:nvPr/>
        </p:nvSpPr>
        <p:spPr>
          <a:xfrm>
            <a:off x="6411212" y="3742001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mediatorVm [*]</a:t>
            </a:r>
          </a:p>
        </p:txBody>
      </p:sp>
      <p:cxnSp>
        <p:nvCxnSpPr>
          <p:cNvPr id="78" name="Gerade Verbindung mit Pfeil 77">
            <a:extLst>
              <a:ext uri="{FF2B5EF4-FFF2-40B4-BE49-F238E27FC236}">
                <a16:creationId xmlns:a16="http://schemas.microsoft.com/office/drawing/2014/main" id="{50541A0E-B1E0-DAE6-FC3F-B31DA52DA5A1}"/>
              </a:ext>
            </a:extLst>
          </p:cNvPr>
          <p:cNvCxnSpPr>
            <a:cxnSpLocks/>
            <a:stCxn id="77" idx="3"/>
            <a:endCxn id="74" idx="1"/>
          </p:cNvCxnSpPr>
          <p:nvPr/>
        </p:nvCxnSpPr>
        <p:spPr>
          <a:xfrm flipV="1">
            <a:off x="7572665" y="3963526"/>
            <a:ext cx="732839" cy="1261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sp>
        <p:nvSpPr>
          <p:cNvPr id="89" name="Abgerundetes Rechteck 8">
            <a:extLst>
              <a:ext uri="{FF2B5EF4-FFF2-40B4-BE49-F238E27FC236}">
                <a16:creationId xmlns:a16="http://schemas.microsoft.com/office/drawing/2014/main" id="{ED5D7051-F2C6-FF88-374A-B5C6936C7BD3}"/>
              </a:ext>
            </a:extLst>
          </p:cNvPr>
          <p:cNvSpPr/>
          <p:nvPr/>
        </p:nvSpPr>
        <p:spPr>
          <a:xfrm>
            <a:off x="6411212" y="4473036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device [*]</a:t>
            </a:r>
          </a:p>
        </p:txBody>
      </p:sp>
      <p:cxnSp>
        <p:nvCxnSpPr>
          <p:cNvPr id="92" name="Gerade Verbindung mit Pfeil 91">
            <a:extLst>
              <a:ext uri="{FF2B5EF4-FFF2-40B4-BE49-F238E27FC236}">
                <a16:creationId xmlns:a16="http://schemas.microsoft.com/office/drawing/2014/main" id="{1307CFE3-61AA-DF1B-B67E-1A069FDF02F7}"/>
              </a:ext>
            </a:extLst>
          </p:cNvPr>
          <p:cNvCxnSpPr>
            <a:cxnSpLocks/>
            <a:stCxn id="89" idx="3"/>
            <a:endCxn id="74" idx="1"/>
          </p:cNvCxnSpPr>
          <p:nvPr/>
        </p:nvCxnSpPr>
        <p:spPr>
          <a:xfrm flipV="1">
            <a:off x="7572665" y="3963526"/>
            <a:ext cx="732839" cy="732296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sp>
        <p:nvSpPr>
          <p:cNvPr id="100" name="Abgerundetes Rechteck 8">
            <a:extLst>
              <a:ext uri="{FF2B5EF4-FFF2-40B4-BE49-F238E27FC236}">
                <a16:creationId xmlns:a16="http://schemas.microsoft.com/office/drawing/2014/main" id="{77C2779D-86ED-425C-BE85-6BA8CC20C256}"/>
              </a:ext>
            </a:extLst>
          </p:cNvPr>
          <p:cNvSpPr/>
          <p:nvPr/>
        </p:nvSpPr>
        <p:spPr>
          <a:xfrm>
            <a:off x="6411212" y="3014631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controller [*]</a:t>
            </a:r>
          </a:p>
        </p:txBody>
      </p:sp>
      <p:cxnSp>
        <p:nvCxnSpPr>
          <p:cNvPr id="103" name="Gerade Verbindung mit Pfeil 102">
            <a:extLst>
              <a:ext uri="{FF2B5EF4-FFF2-40B4-BE49-F238E27FC236}">
                <a16:creationId xmlns:a16="http://schemas.microsoft.com/office/drawing/2014/main" id="{B2B7FD5E-176F-B688-03E8-ADE893FECFDB}"/>
              </a:ext>
            </a:extLst>
          </p:cNvPr>
          <p:cNvCxnSpPr>
            <a:cxnSpLocks/>
            <a:stCxn id="100" idx="3"/>
            <a:endCxn id="74" idx="1"/>
          </p:cNvCxnSpPr>
          <p:nvPr/>
        </p:nvCxnSpPr>
        <p:spPr>
          <a:xfrm>
            <a:off x="7572665" y="3237417"/>
            <a:ext cx="732839" cy="726109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sp>
        <p:nvSpPr>
          <p:cNvPr id="106" name="Rechteck 105">
            <a:extLst>
              <a:ext uri="{FF2B5EF4-FFF2-40B4-BE49-F238E27FC236}">
                <a16:creationId xmlns:a16="http://schemas.microsoft.com/office/drawing/2014/main" id="{F747143B-B3B4-B85A-5627-F9408617ABE2}"/>
              </a:ext>
            </a:extLst>
          </p:cNvPr>
          <p:cNvSpPr/>
          <p:nvPr/>
        </p:nvSpPr>
        <p:spPr>
          <a:xfrm>
            <a:off x="3931921" y="3042938"/>
            <a:ext cx="2010898" cy="329527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template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-name=[</a:t>
            </a: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controllerTemplateName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]</a:t>
            </a:r>
          </a:p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category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=</a:t>
            </a: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controller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7" name="Rechteck 106">
            <a:extLst>
              <a:ext uri="{FF2B5EF4-FFF2-40B4-BE49-F238E27FC236}">
                <a16:creationId xmlns:a16="http://schemas.microsoft.com/office/drawing/2014/main" id="{7A3FD0BE-3B75-BB64-F778-19F01E8B6CF0}"/>
              </a:ext>
            </a:extLst>
          </p:cNvPr>
          <p:cNvSpPr/>
          <p:nvPr/>
        </p:nvSpPr>
        <p:spPr>
          <a:xfrm>
            <a:off x="3924301" y="4417461"/>
            <a:ext cx="2018518" cy="361497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template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-name =[</a:t>
            </a: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deviceTemplateName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]</a:t>
            </a:r>
          </a:p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category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=</a:t>
            </a: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device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10" name="Gerade Verbindung mit Pfeil 109">
            <a:extLst>
              <a:ext uri="{FF2B5EF4-FFF2-40B4-BE49-F238E27FC236}">
                <a16:creationId xmlns:a16="http://schemas.microsoft.com/office/drawing/2014/main" id="{67FF7427-9093-4E22-3C85-E5B709264C91}"/>
              </a:ext>
            </a:extLst>
          </p:cNvPr>
          <p:cNvCxnSpPr>
            <a:cxnSpLocks/>
            <a:stCxn id="89" idx="1"/>
            <a:endCxn id="107" idx="3"/>
          </p:cNvCxnSpPr>
          <p:nvPr/>
        </p:nvCxnSpPr>
        <p:spPr>
          <a:xfrm flipH="1" flipV="1">
            <a:off x="5942819" y="4598210"/>
            <a:ext cx="468393" cy="97612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11" name="Rechteck 110">
            <a:extLst>
              <a:ext uri="{FF2B5EF4-FFF2-40B4-BE49-F238E27FC236}">
                <a16:creationId xmlns:a16="http://schemas.microsoft.com/office/drawing/2014/main" id="{6DB0620F-1934-09FB-E04A-D999B2526230}"/>
              </a:ext>
            </a:extLst>
          </p:cNvPr>
          <p:cNvSpPr/>
          <p:nvPr/>
        </p:nvSpPr>
        <p:spPr>
          <a:xfrm>
            <a:off x="3931921" y="3486860"/>
            <a:ext cx="2010898" cy="606622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template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-name =[</a:t>
            </a: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mediatorVmTemplateName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]</a:t>
            </a:r>
          </a:p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category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=mediator-</a:t>
            </a: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vm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[{</a:t>
            </a: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defaultSnmpUserName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,</a:t>
            </a:r>
          </a:p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defaultSnmpUserPassword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}]</a:t>
            </a:r>
          </a:p>
        </p:txBody>
      </p:sp>
      <p:cxnSp>
        <p:nvCxnSpPr>
          <p:cNvPr id="112" name="Gerade Verbindung mit Pfeil 111">
            <a:extLst>
              <a:ext uri="{FF2B5EF4-FFF2-40B4-BE49-F238E27FC236}">
                <a16:creationId xmlns:a16="http://schemas.microsoft.com/office/drawing/2014/main" id="{F0EDDFFC-10F3-7D0E-6D6A-F2A10E9C76E4}"/>
              </a:ext>
            </a:extLst>
          </p:cNvPr>
          <p:cNvCxnSpPr>
            <a:cxnSpLocks/>
            <a:stCxn id="100" idx="1"/>
            <a:endCxn id="106" idx="3"/>
          </p:cNvCxnSpPr>
          <p:nvPr/>
        </p:nvCxnSpPr>
        <p:spPr>
          <a:xfrm flipH="1" flipV="1">
            <a:off x="5942819" y="3207702"/>
            <a:ext cx="468393" cy="2971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13" name="Gerade Verbindung mit Pfeil 112">
            <a:extLst>
              <a:ext uri="{FF2B5EF4-FFF2-40B4-BE49-F238E27FC236}">
                <a16:creationId xmlns:a16="http://schemas.microsoft.com/office/drawing/2014/main" id="{6EEB9E49-DE20-9A29-0EB6-0283382BCACA}"/>
              </a:ext>
            </a:extLst>
          </p:cNvPr>
          <p:cNvCxnSpPr>
            <a:cxnSpLocks/>
            <a:stCxn id="77" idx="1"/>
            <a:endCxn id="111" idx="3"/>
          </p:cNvCxnSpPr>
          <p:nvPr/>
        </p:nvCxnSpPr>
        <p:spPr>
          <a:xfrm flipH="1" flipV="1">
            <a:off x="5942819" y="3790171"/>
            <a:ext cx="468393" cy="174616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65" name="Abgerundetes Rechteck 1">
            <a:extLst>
              <a:ext uri="{FF2B5EF4-FFF2-40B4-BE49-F238E27FC236}">
                <a16:creationId xmlns:a16="http://schemas.microsoft.com/office/drawing/2014/main" id="{D682A02F-6CC5-4B5C-BEFE-2A698F693375}"/>
              </a:ext>
            </a:extLst>
          </p:cNvPr>
          <p:cNvSpPr/>
          <p:nvPr/>
        </p:nvSpPr>
        <p:spPr>
          <a:xfrm>
            <a:off x="8426189" y="317362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F</a:t>
            </a:r>
            <a:endParaRPr lang="de-DE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6" name="Rechteck 165">
            <a:extLst>
              <a:ext uri="{FF2B5EF4-FFF2-40B4-BE49-F238E27FC236}">
                <a16:creationId xmlns:a16="http://schemas.microsoft.com/office/drawing/2014/main" id="{B0FB3F22-C086-61C6-4444-CA4D288A536F}"/>
              </a:ext>
            </a:extLst>
          </p:cNvPr>
          <p:cNvSpPr/>
          <p:nvPr/>
        </p:nvSpPr>
        <p:spPr>
          <a:xfrm>
            <a:off x="6851185" y="358770"/>
            <a:ext cx="863261" cy="356322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function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-name</a:t>
            </a:r>
          </a:p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parameter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67" name="Gerade Verbindung mit Pfeil 166">
            <a:extLst>
              <a:ext uri="{FF2B5EF4-FFF2-40B4-BE49-F238E27FC236}">
                <a16:creationId xmlns:a16="http://schemas.microsoft.com/office/drawing/2014/main" id="{BE093BCA-A2CD-5CC7-4D8E-EB69807C6944}"/>
              </a:ext>
            </a:extLst>
          </p:cNvPr>
          <p:cNvCxnSpPr>
            <a:cxnSpLocks/>
            <a:stCxn id="165" idx="1"/>
            <a:endCxn id="166" idx="3"/>
          </p:cNvCxnSpPr>
          <p:nvPr/>
        </p:nvCxnSpPr>
        <p:spPr>
          <a:xfrm flipH="1" flipV="1">
            <a:off x="7714446" y="536931"/>
            <a:ext cx="711743" cy="3217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8" name="Gerade Verbindung mit Pfeil 177">
            <a:extLst>
              <a:ext uri="{FF2B5EF4-FFF2-40B4-BE49-F238E27FC236}">
                <a16:creationId xmlns:a16="http://schemas.microsoft.com/office/drawing/2014/main" id="{EA49DEE1-8C0E-E99B-642F-A7E20F8C0AC5}"/>
              </a:ext>
            </a:extLst>
          </p:cNvPr>
          <p:cNvCxnSpPr>
            <a:cxnSpLocks/>
            <a:stCxn id="175" idx="1"/>
            <a:endCxn id="165" idx="3"/>
          </p:cNvCxnSpPr>
          <p:nvPr/>
        </p:nvCxnSpPr>
        <p:spPr>
          <a:xfrm flipH="1">
            <a:off x="8963488" y="539481"/>
            <a:ext cx="616826" cy="667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02" name="Rechteck 201">
            <a:extLst>
              <a:ext uri="{FF2B5EF4-FFF2-40B4-BE49-F238E27FC236}">
                <a16:creationId xmlns:a16="http://schemas.microsoft.com/office/drawing/2014/main" id="{478CF1AE-F32E-8A5E-3FFF-725990776B82}"/>
              </a:ext>
            </a:extLst>
          </p:cNvPr>
          <p:cNvSpPr/>
          <p:nvPr/>
        </p:nvSpPr>
        <p:spPr>
          <a:xfrm>
            <a:off x="8884805" y="-921573"/>
            <a:ext cx="2301547" cy="320758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to be deleted, if no longer required for scrolling</a:t>
            </a:r>
          </a:p>
          <a:p>
            <a:pPr defTabSz="914400"/>
            <a:endParaRPr lang="de-DE" sz="800" kern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6" name="Rechteck 205">
            <a:extLst>
              <a:ext uri="{FF2B5EF4-FFF2-40B4-BE49-F238E27FC236}">
                <a16:creationId xmlns:a16="http://schemas.microsoft.com/office/drawing/2014/main" id="{26EA71E1-6E4E-BAFE-EFA0-DD3B8CEAC57B}"/>
              </a:ext>
            </a:extLst>
          </p:cNvPr>
          <p:cNvSpPr/>
          <p:nvPr/>
        </p:nvSpPr>
        <p:spPr>
          <a:xfrm>
            <a:off x="13210830" y="223697"/>
            <a:ext cx="2251502" cy="9354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11"/>
            <a:r>
              <a:rPr lang="en-US" sz="800" kern="0" noProof="0" dirty="0">
                <a:solidFill>
                  <a:prstClr val="black"/>
                </a:solidFill>
                <a:highlight>
                  <a:srgbClr val="FFFF00"/>
                </a:highlight>
                <a:latin typeface="Calibri" panose="020F0502020204030204"/>
              </a:rPr>
              <a:t>affected-management-domain</a:t>
            </a:r>
          </a:p>
          <a:p>
            <a:pPr defTabSz="914411"/>
            <a:r>
              <a:rPr lang="en-US" sz="800" strike="sngStrike" kern="0" noProof="0" dirty="0">
                <a:solidFill>
                  <a:prstClr val="black"/>
                </a:solidFill>
                <a:highlight>
                  <a:srgbClr val="FFFF00"/>
                </a:highlight>
                <a:latin typeface="Calibri" panose="020F0502020204030204"/>
              </a:rPr>
              <a:t>affected-fc</a:t>
            </a:r>
            <a:r>
              <a:rPr lang="en-US" sz="800" kern="0" noProof="0" dirty="0">
                <a:solidFill>
                  <a:prstClr val="black"/>
                </a:solidFill>
                <a:highlight>
                  <a:srgbClr val="FFFF00"/>
                </a:highlight>
                <a:latin typeface="Calibri" panose="020F0502020204030204"/>
              </a:rPr>
              <a:t>  affected-management-</a:t>
            </a:r>
            <a:r>
              <a:rPr lang="en-US" sz="800" kern="0" dirty="0">
                <a:solidFill>
                  <a:prstClr val="black"/>
                </a:solidFill>
                <a:highlight>
                  <a:srgbClr val="FFFF00"/>
                </a:highlight>
                <a:latin typeface="Calibri" panose="020F0502020204030204"/>
              </a:rPr>
              <a:t>p</a:t>
            </a:r>
            <a:r>
              <a:rPr lang="en-US" sz="800" kern="0" noProof="0" dirty="0">
                <a:solidFill>
                  <a:prstClr val="black"/>
                </a:solidFill>
                <a:highlight>
                  <a:srgbClr val="FFFF00"/>
                </a:highlight>
                <a:latin typeface="Calibri" panose="020F0502020204030204"/>
              </a:rPr>
              <a:t>lane-transport</a:t>
            </a:r>
          </a:p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affected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-link</a:t>
            </a:r>
          </a:p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affected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-cc/</a:t>
            </a: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ltp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/</a:t>
            </a: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lp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error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-code</a:t>
            </a:r>
          </a:p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error</a:t>
            </a:r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-message</a:t>
            </a:r>
          </a:p>
          <a:p>
            <a:pPr defTabSz="914400"/>
            <a:r>
              <a:rPr lang="de-DE" sz="800" kern="0" dirty="0">
                <a:solidFill>
                  <a:prstClr val="black"/>
                </a:solidFill>
                <a:latin typeface="Calibri" panose="020F0502020204030204"/>
              </a:rPr>
              <a:t>…</a:t>
            </a:r>
          </a:p>
          <a:p>
            <a:pPr defTabSz="914400"/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07" name="Gerade Verbindung mit Pfeil 206">
            <a:extLst>
              <a:ext uri="{FF2B5EF4-FFF2-40B4-BE49-F238E27FC236}">
                <a16:creationId xmlns:a16="http://schemas.microsoft.com/office/drawing/2014/main" id="{42F3670C-06B4-695C-203E-C5D050ACA051}"/>
              </a:ext>
            </a:extLst>
          </p:cNvPr>
          <p:cNvCxnSpPr>
            <a:cxnSpLocks/>
            <a:stCxn id="192" idx="3"/>
            <a:endCxn id="206" idx="1"/>
          </p:cNvCxnSpPr>
          <p:nvPr/>
        </p:nvCxnSpPr>
        <p:spPr>
          <a:xfrm>
            <a:off x="12423981" y="539576"/>
            <a:ext cx="786849" cy="151854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2" name="Ellipse 11">
            <a:extLst>
              <a:ext uri="{FF2B5EF4-FFF2-40B4-BE49-F238E27FC236}">
                <a16:creationId xmlns:a16="http://schemas.microsoft.com/office/drawing/2014/main" id="{054B287C-B95D-A84E-8945-073DB25F09A6}"/>
              </a:ext>
            </a:extLst>
          </p:cNvPr>
          <p:cNvSpPr/>
          <p:nvPr/>
        </p:nvSpPr>
        <p:spPr>
          <a:xfrm>
            <a:off x="22058420" y="7371053"/>
            <a:ext cx="45719" cy="45719"/>
          </a:xfrm>
          <a:prstGeom prst="ellipse">
            <a:avLst/>
          </a:prstGeom>
          <a:solidFill>
            <a:schemeClr val="bg1">
              <a:lumMod val="6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de-DE" sz="1050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45E39724-A608-38DA-DBAC-1925AE0B6527}"/>
              </a:ext>
            </a:extLst>
          </p:cNvPr>
          <p:cNvSpPr/>
          <p:nvPr/>
        </p:nvSpPr>
        <p:spPr>
          <a:xfrm>
            <a:off x="1112090" y="7370806"/>
            <a:ext cx="45719" cy="45719"/>
          </a:xfrm>
          <a:prstGeom prst="ellipse">
            <a:avLst/>
          </a:prstGeom>
          <a:solidFill>
            <a:schemeClr val="bg1">
              <a:lumMod val="6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de-DE" sz="1050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4" name="Abgerundetes Rechteck 1">
            <a:extLst>
              <a:ext uri="{FF2B5EF4-FFF2-40B4-BE49-F238E27FC236}">
                <a16:creationId xmlns:a16="http://schemas.microsoft.com/office/drawing/2014/main" id="{187D5938-35E1-F691-BF8D-43A48ECF89C8}"/>
              </a:ext>
            </a:extLst>
          </p:cNvPr>
          <p:cNvSpPr/>
          <p:nvPr/>
        </p:nvSpPr>
        <p:spPr>
          <a:xfrm>
            <a:off x="8426322" y="1102850"/>
            <a:ext cx="541487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VS</a:t>
            </a:r>
            <a:endParaRPr lang="de-DE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944A4472-3879-87AB-B603-C9DDA630BD25}"/>
              </a:ext>
            </a:extLst>
          </p:cNvPr>
          <p:cNvCxnSpPr>
            <a:cxnSpLocks/>
            <a:stCxn id="175" idx="2"/>
            <a:endCxn id="34" idx="3"/>
          </p:cNvCxnSpPr>
          <p:nvPr/>
        </p:nvCxnSpPr>
        <p:spPr>
          <a:xfrm flipH="1">
            <a:off x="8967809" y="762267"/>
            <a:ext cx="881155" cy="563369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0" name="Abgerundetes Rechteck 1">
            <a:extLst>
              <a:ext uri="{FF2B5EF4-FFF2-40B4-BE49-F238E27FC236}">
                <a16:creationId xmlns:a16="http://schemas.microsoft.com/office/drawing/2014/main" id="{E6590A41-7C3D-FCAA-BD80-0D84788A5795}"/>
              </a:ext>
            </a:extLst>
          </p:cNvPr>
          <p:cNvSpPr/>
          <p:nvPr/>
        </p:nvSpPr>
        <p:spPr>
          <a:xfrm>
            <a:off x="10729167" y="1102850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EC</a:t>
            </a:r>
            <a:endParaRPr lang="de-DE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A551AFAD-6773-3541-CCCE-F6AA0B12A8EC}"/>
              </a:ext>
            </a:extLst>
          </p:cNvPr>
          <p:cNvCxnSpPr>
            <a:cxnSpLocks/>
            <a:stCxn id="175" idx="2"/>
            <a:endCxn id="40" idx="1"/>
          </p:cNvCxnSpPr>
          <p:nvPr/>
        </p:nvCxnSpPr>
        <p:spPr>
          <a:xfrm>
            <a:off x="9848964" y="762267"/>
            <a:ext cx="880203" cy="563369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3" name="Rechteck 42">
            <a:extLst>
              <a:ext uri="{FF2B5EF4-FFF2-40B4-BE49-F238E27FC236}">
                <a16:creationId xmlns:a16="http://schemas.microsoft.com/office/drawing/2014/main" id="{EF6C6A8D-BB5F-B017-CC71-6AE166744ED5}"/>
              </a:ext>
            </a:extLst>
          </p:cNvPr>
          <p:cNvSpPr/>
          <p:nvPr/>
        </p:nvSpPr>
        <p:spPr>
          <a:xfrm>
            <a:off x="6839829" y="1166723"/>
            <a:ext cx="874180" cy="33607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_trigger-function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sequence</a:t>
            </a:r>
          </a:p>
        </p:txBody>
      </p: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93F2889A-8AC8-9CD3-6029-630851D60631}"/>
              </a:ext>
            </a:extLst>
          </p:cNvPr>
          <p:cNvCxnSpPr>
            <a:cxnSpLocks/>
            <a:stCxn id="34" idx="1"/>
            <a:endCxn id="43" idx="3"/>
          </p:cNvCxnSpPr>
          <p:nvPr/>
        </p:nvCxnSpPr>
        <p:spPr>
          <a:xfrm flipH="1">
            <a:off x="7714009" y="1325636"/>
            <a:ext cx="712313" cy="9124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52" name="Rechteck 51">
            <a:extLst>
              <a:ext uri="{FF2B5EF4-FFF2-40B4-BE49-F238E27FC236}">
                <a16:creationId xmlns:a16="http://schemas.microsoft.com/office/drawing/2014/main" id="{73728BB6-D891-98D5-2987-6556EE219455}"/>
              </a:ext>
            </a:extLst>
          </p:cNvPr>
          <p:cNvSpPr/>
          <p:nvPr/>
        </p:nvSpPr>
        <p:spPr>
          <a:xfrm>
            <a:off x="11878467" y="1102800"/>
            <a:ext cx="1225837" cy="445571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error-code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description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_implementation-function</a:t>
            </a:r>
          </a:p>
          <a:p>
            <a:pPr defTabSz="914400"/>
            <a:endParaRPr lang="de-DE" sz="800" kern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AF0C0267-C3EF-DA30-22F2-2577EF80B05C}"/>
              </a:ext>
            </a:extLst>
          </p:cNvPr>
          <p:cNvCxnSpPr>
            <a:cxnSpLocks/>
            <a:stCxn id="40" idx="3"/>
            <a:endCxn id="52" idx="1"/>
          </p:cNvCxnSpPr>
          <p:nvPr/>
        </p:nvCxnSpPr>
        <p:spPr>
          <a:xfrm flipV="1">
            <a:off x="11266466" y="1325586"/>
            <a:ext cx="612001" cy="5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9" name="Textfeld 18">
            <a:extLst>
              <a:ext uri="{FF2B5EF4-FFF2-40B4-BE49-F238E27FC236}">
                <a16:creationId xmlns:a16="http://schemas.microsoft.com/office/drawing/2014/main" id="{4356CF41-7A92-9DEA-F805-BE046ED8D18A}"/>
              </a:ext>
            </a:extLst>
          </p:cNvPr>
          <p:cNvSpPr txBox="1"/>
          <p:nvPr/>
        </p:nvSpPr>
        <p:spPr>
          <a:xfrm>
            <a:off x="361950" y="419497"/>
            <a:ext cx="190308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6000" b="1" dirty="0">
                <a:solidFill>
                  <a:srgbClr val="0070C0"/>
                </a:solidFill>
              </a:rPr>
              <a:t>DDM</a:t>
            </a:r>
          </a:p>
        </p:txBody>
      </p:sp>
    </p:spTree>
    <p:extLst>
      <p:ext uri="{BB962C8B-B14F-4D97-AF65-F5344CB8AC3E}">
        <p14:creationId xmlns:p14="http://schemas.microsoft.com/office/powerpoint/2010/main" val="3506219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ylinder 7">
            <a:extLst>
              <a:ext uri="{FF2B5EF4-FFF2-40B4-BE49-F238E27FC236}">
                <a16:creationId xmlns:a16="http://schemas.microsoft.com/office/drawing/2014/main" id="{58C6F6F5-FDE9-72D4-72A6-762B03B7FDF9}"/>
              </a:ext>
            </a:extLst>
          </p:cNvPr>
          <p:cNvSpPr/>
          <p:nvPr/>
        </p:nvSpPr>
        <p:spPr>
          <a:xfrm>
            <a:off x="3043097" y="1233714"/>
            <a:ext cx="1260000" cy="1132114"/>
          </a:xfrm>
          <a:prstGeom prst="can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Candidate</a:t>
            </a:r>
          </a:p>
        </p:txBody>
      </p:sp>
      <p:sp>
        <p:nvSpPr>
          <p:cNvPr id="23" name="Zylinder 22">
            <a:extLst>
              <a:ext uri="{FF2B5EF4-FFF2-40B4-BE49-F238E27FC236}">
                <a16:creationId xmlns:a16="http://schemas.microsoft.com/office/drawing/2014/main" id="{A9945C73-B19E-31C0-919B-03789645244D}"/>
              </a:ext>
            </a:extLst>
          </p:cNvPr>
          <p:cNvSpPr/>
          <p:nvPr/>
        </p:nvSpPr>
        <p:spPr>
          <a:xfrm>
            <a:off x="4933097" y="2612572"/>
            <a:ext cx="1260000" cy="1132114"/>
          </a:xfrm>
          <a:prstGeom prst="can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Running</a:t>
            </a:r>
          </a:p>
        </p:txBody>
      </p:sp>
      <p:sp>
        <p:nvSpPr>
          <p:cNvPr id="25" name="Zylinder 24">
            <a:extLst>
              <a:ext uri="{FF2B5EF4-FFF2-40B4-BE49-F238E27FC236}">
                <a16:creationId xmlns:a16="http://schemas.microsoft.com/office/drawing/2014/main" id="{C5E74D6C-5038-AE16-6E4A-780494395AD6}"/>
              </a:ext>
            </a:extLst>
          </p:cNvPr>
          <p:cNvSpPr/>
          <p:nvPr/>
        </p:nvSpPr>
        <p:spPr>
          <a:xfrm>
            <a:off x="6823097" y="1233714"/>
            <a:ext cx="1260000" cy="1132114"/>
          </a:xfrm>
          <a:prstGeom prst="can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Startup</a:t>
            </a:r>
          </a:p>
        </p:txBody>
      </p:sp>
      <p:sp>
        <p:nvSpPr>
          <p:cNvPr id="26" name="Zylinder 25">
            <a:extLst>
              <a:ext uri="{FF2B5EF4-FFF2-40B4-BE49-F238E27FC236}">
                <a16:creationId xmlns:a16="http://schemas.microsoft.com/office/drawing/2014/main" id="{DABF2D86-EEE8-57D3-6E73-9CFCC325D29E}"/>
              </a:ext>
            </a:extLst>
          </p:cNvPr>
          <p:cNvSpPr/>
          <p:nvPr/>
        </p:nvSpPr>
        <p:spPr>
          <a:xfrm>
            <a:off x="4933097" y="5370288"/>
            <a:ext cx="1260000" cy="1132114"/>
          </a:xfrm>
          <a:prstGeom prst="can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Operational</a:t>
            </a:r>
          </a:p>
        </p:txBody>
      </p:sp>
      <p:sp>
        <p:nvSpPr>
          <p:cNvPr id="27" name="Zylinder 26">
            <a:extLst>
              <a:ext uri="{FF2B5EF4-FFF2-40B4-BE49-F238E27FC236}">
                <a16:creationId xmlns:a16="http://schemas.microsoft.com/office/drawing/2014/main" id="{5D3E903C-0427-BEF8-08E7-9876F5058803}"/>
              </a:ext>
            </a:extLst>
          </p:cNvPr>
          <p:cNvSpPr/>
          <p:nvPr/>
        </p:nvSpPr>
        <p:spPr>
          <a:xfrm>
            <a:off x="4933097" y="3991430"/>
            <a:ext cx="1260000" cy="1132114"/>
          </a:xfrm>
          <a:prstGeom prst="can">
            <a:avLst/>
          </a:prstGeom>
          <a:solidFill>
            <a:schemeClr val="bg1">
              <a:lumMod val="50000"/>
              <a:alpha val="50000"/>
            </a:schemeClr>
          </a:solidFill>
          <a:ln>
            <a:solidFill>
              <a:schemeClr val="tx1">
                <a:lumMod val="75000"/>
                <a:lumOff val="25000"/>
                <a:alpha val="50000"/>
              </a:schemeClr>
            </a:solidFill>
            <a:prstDash val="dash"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Intended</a:t>
            </a:r>
          </a:p>
        </p:txBody>
      </p:sp>
      <p:cxnSp>
        <p:nvCxnSpPr>
          <p:cNvPr id="75" name="Verbinder: gewinkelt 74">
            <a:extLst>
              <a:ext uri="{FF2B5EF4-FFF2-40B4-BE49-F238E27FC236}">
                <a16:creationId xmlns:a16="http://schemas.microsoft.com/office/drawing/2014/main" id="{1389CC2B-9887-1818-7EEB-4BE30894941C}"/>
              </a:ext>
            </a:extLst>
          </p:cNvPr>
          <p:cNvCxnSpPr>
            <a:stCxn id="23" idx="1"/>
            <a:endCxn id="25" idx="2"/>
          </p:cNvCxnSpPr>
          <p:nvPr/>
        </p:nvCxnSpPr>
        <p:spPr>
          <a:xfrm rot="5400000" flipH="1" flipV="1">
            <a:off x="5786698" y="1576172"/>
            <a:ext cx="812801" cy="1260000"/>
          </a:xfrm>
          <a:prstGeom prst="bentConnector2">
            <a:avLst/>
          </a:prstGeom>
          <a:solidFill>
            <a:schemeClr val="bg1">
              <a:lumMod val="50000"/>
            </a:schemeClr>
          </a:solidFill>
          <a:ln w="2222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cxnSp>
      <p:cxnSp>
        <p:nvCxnSpPr>
          <p:cNvPr id="79" name="Verbinder: gewinkelt 78">
            <a:extLst>
              <a:ext uri="{FF2B5EF4-FFF2-40B4-BE49-F238E27FC236}">
                <a16:creationId xmlns:a16="http://schemas.microsoft.com/office/drawing/2014/main" id="{BEC4DD0A-5515-A63F-4346-A43798B697E4}"/>
              </a:ext>
            </a:extLst>
          </p:cNvPr>
          <p:cNvCxnSpPr>
            <a:cxnSpLocks/>
            <a:stCxn id="23" idx="1"/>
            <a:endCxn id="8" idx="4"/>
          </p:cNvCxnSpPr>
          <p:nvPr/>
        </p:nvCxnSpPr>
        <p:spPr>
          <a:xfrm rot="16200000" flipV="1">
            <a:off x="4526698" y="1576172"/>
            <a:ext cx="812801" cy="1260000"/>
          </a:xfrm>
          <a:prstGeom prst="bentConnector2">
            <a:avLst/>
          </a:prstGeom>
          <a:solidFill>
            <a:schemeClr val="bg1">
              <a:lumMod val="50000"/>
            </a:schemeClr>
          </a:solidFill>
          <a:ln w="2222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cxnSp>
      <p:cxnSp>
        <p:nvCxnSpPr>
          <p:cNvPr id="82" name="Verbinder: gewinkelt 81">
            <a:extLst>
              <a:ext uri="{FF2B5EF4-FFF2-40B4-BE49-F238E27FC236}">
                <a16:creationId xmlns:a16="http://schemas.microsoft.com/office/drawing/2014/main" id="{AAF7ED06-960E-2890-D2C2-8007CA302559}"/>
              </a:ext>
            </a:extLst>
          </p:cNvPr>
          <p:cNvCxnSpPr>
            <a:cxnSpLocks/>
            <a:stCxn id="8" idx="3"/>
            <a:endCxn id="23" idx="2"/>
          </p:cNvCxnSpPr>
          <p:nvPr/>
        </p:nvCxnSpPr>
        <p:spPr>
          <a:xfrm rot="16200000" flipH="1">
            <a:off x="3896698" y="2142228"/>
            <a:ext cx="812801" cy="1260000"/>
          </a:xfrm>
          <a:prstGeom prst="bentConnector2">
            <a:avLst/>
          </a:prstGeom>
          <a:solidFill>
            <a:schemeClr val="bg1">
              <a:lumMod val="50000"/>
            </a:schemeClr>
          </a:solidFill>
          <a:ln w="2222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cxnSp>
      <p:cxnSp>
        <p:nvCxnSpPr>
          <p:cNvPr id="83" name="Verbinder: gewinkelt 82">
            <a:extLst>
              <a:ext uri="{FF2B5EF4-FFF2-40B4-BE49-F238E27FC236}">
                <a16:creationId xmlns:a16="http://schemas.microsoft.com/office/drawing/2014/main" id="{4BB380CB-3A78-EA9F-1E93-FF3EE532612A}"/>
              </a:ext>
            </a:extLst>
          </p:cNvPr>
          <p:cNvCxnSpPr>
            <a:cxnSpLocks/>
            <a:stCxn id="25" idx="3"/>
            <a:endCxn id="23" idx="4"/>
          </p:cNvCxnSpPr>
          <p:nvPr/>
        </p:nvCxnSpPr>
        <p:spPr>
          <a:xfrm rot="5400000">
            <a:off x="6416698" y="2142228"/>
            <a:ext cx="812801" cy="1260000"/>
          </a:xfrm>
          <a:prstGeom prst="bentConnector2">
            <a:avLst/>
          </a:prstGeom>
          <a:solidFill>
            <a:schemeClr val="bg1">
              <a:lumMod val="50000"/>
            </a:schemeClr>
          </a:solidFill>
          <a:ln w="2222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cxnSp>
      <p:cxnSp>
        <p:nvCxnSpPr>
          <p:cNvPr id="105" name="Gerade Verbindung mit Pfeil 104">
            <a:extLst>
              <a:ext uri="{FF2B5EF4-FFF2-40B4-BE49-F238E27FC236}">
                <a16:creationId xmlns:a16="http://schemas.microsoft.com/office/drawing/2014/main" id="{3EDF634E-03E3-193D-B999-29A46C5DBA1E}"/>
              </a:ext>
            </a:extLst>
          </p:cNvPr>
          <p:cNvCxnSpPr>
            <a:cxnSpLocks/>
            <a:stCxn id="23" idx="3"/>
            <a:endCxn id="27" idx="1"/>
          </p:cNvCxnSpPr>
          <p:nvPr/>
        </p:nvCxnSpPr>
        <p:spPr>
          <a:xfrm>
            <a:off x="5563097" y="3744686"/>
            <a:ext cx="0" cy="246744"/>
          </a:xfrm>
          <a:prstGeom prst="straightConnector1">
            <a:avLst/>
          </a:prstGeom>
          <a:solidFill>
            <a:schemeClr val="bg1">
              <a:lumMod val="50000"/>
            </a:schemeClr>
          </a:solidFill>
          <a:ln w="22225">
            <a:solidFill>
              <a:schemeClr val="tx1">
                <a:lumMod val="75000"/>
                <a:lumOff val="25000"/>
                <a:alpha val="50000"/>
              </a:schemeClr>
            </a:solidFill>
            <a:prstDash val="dash"/>
            <a:tailEnd type="triangle"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823207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hteck 71">
            <a:extLst>
              <a:ext uri="{FF2B5EF4-FFF2-40B4-BE49-F238E27FC236}">
                <a16:creationId xmlns:a16="http://schemas.microsoft.com/office/drawing/2014/main" id="{11768FDB-BA6E-EAEB-5BB8-2ED406AD6C41}"/>
              </a:ext>
            </a:extLst>
          </p:cNvPr>
          <p:cNvSpPr/>
          <p:nvPr/>
        </p:nvSpPr>
        <p:spPr>
          <a:xfrm>
            <a:off x="3460400" y="4320839"/>
            <a:ext cx="12491027" cy="64923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2000">
                <a:solidFill>
                  <a:schemeClr val="tx1"/>
                </a:solidFill>
              </a:rPr>
              <a:t>Automation Application</a:t>
            </a:r>
          </a:p>
        </p:txBody>
      </p:sp>
      <p:sp>
        <p:nvSpPr>
          <p:cNvPr id="78" name="Rechteck 77">
            <a:extLst>
              <a:ext uri="{FF2B5EF4-FFF2-40B4-BE49-F238E27FC236}">
                <a16:creationId xmlns:a16="http://schemas.microsoft.com/office/drawing/2014/main" id="{58728409-DD53-4F5E-410F-51809028D5C6}"/>
              </a:ext>
            </a:extLst>
          </p:cNvPr>
          <p:cNvSpPr/>
          <p:nvPr/>
        </p:nvSpPr>
        <p:spPr>
          <a:xfrm>
            <a:off x="11413292" y="8172380"/>
            <a:ext cx="2691267" cy="24667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77" name="Rechteck 76">
            <a:extLst>
              <a:ext uri="{FF2B5EF4-FFF2-40B4-BE49-F238E27FC236}">
                <a16:creationId xmlns:a16="http://schemas.microsoft.com/office/drawing/2014/main" id="{9707959B-5A26-7BE3-760D-2FC620E8901C}"/>
              </a:ext>
            </a:extLst>
          </p:cNvPr>
          <p:cNvSpPr/>
          <p:nvPr/>
        </p:nvSpPr>
        <p:spPr>
          <a:xfrm>
            <a:off x="11902303" y="6900006"/>
            <a:ext cx="2465406" cy="15301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76" name="Rechteck 75">
            <a:extLst>
              <a:ext uri="{FF2B5EF4-FFF2-40B4-BE49-F238E27FC236}">
                <a16:creationId xmlns:a16="http://schemas.microsoft.com/office/drawing/2014/main" id="{6F1EFD85-439B-2FE8-5AAE-C84AA7312CAA}"/>
              </a:ext>
            </a:extLst>
          </p:cNvPr>
          <p:cNvSpPr/>
          <p:nvPr/>
        </p:nvSpPr>
        <p:spPr>
          <a:xfrm>
            <a:off x="8622859" y="6823308"/>
            <a:ext cx="2691267" cy="17720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74" name="Rechteck 73">
            <a:extLst>
              <a:ext uri="{FF2B5EF4-FFF2-40B4-BE49-F238E27FC236}">
                <a16:creationId xmlns:a16="http://schemas.microsoft.com/office/drawing/2014/main" id="{E34E15D0-F58C-24F5-1C8F-16CA7C95A22A}"/>
              </a:ext>
            </a:extLst>
          </p:cNvPr>
          <p:cNvSpPr/>
          <p:nvPr/>
        </p:nvSpPr>
        <p:spPr>
          <a:xfrm>
            <a:off x="5625507" y="6138482"/>
            <a:ext cx="2853775" cy="218185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73" name="Rechteck 72">
            <a:extLst>
              <a:ext uri="{FF2B5EF4-FFF2-40B4-BE49-F238E27FC236}">
                <a16:creationId xmlns:a16="http://schemas.microsoft.com/office/drawing/2014/main" id="{68AFF515-41F4-F81B-ADB9-A4A94586F5DA}"/>
              </a:ext>
            </a:extLst>
          </p:cNvPr>
          <p:cNvSpPr/>
          <p:nvPr/>
        </p:nvSpPr>
        <p:spPr>
          <a:xfrm>
            <a:off x="5016054" y="4772877"/>
            <a:ext cx="2426154" cy="2070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81679757-9FB1-0F6D-3098-BDE0BFEDE84D}"/>
              </a:ext>
            </a:extLst>
          </p:cNvPr>
          <p:cNvSpPr/>
          <p:nvPr/>
        </p:nvSpPr>
        <p:spPr>
          <a:xfrm>
            <a:off x="5405627" y="6077802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BCF78038-D1DC-7915-C516-0912B9772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1930" y="6156771"/>
            <a:ext cx="166165" cy="174914"/>
          </a:xfrm>
          <a:prstGeom prst="rect">
            <a:avLst/>
          </a:prstGeom>
        </p:spPr>
      </p:pic>
      <p:sp>
        <p:nvSpPr>
          <p:cNvPr id="2" name="Zylinder 1">
            <a:extLst>
              <a:ext uri="{FF2B5EF4-FFF2-40B4-BE49-F238E27FC236}">
                <a16:creationId xmlns:a16="http://schemas.microsoft.com/office/drawing/2014/main" id="{8651D4E8-1F7A-9069-1B56-0215F8312C74}"/>
              </a:ext>
            </a:extLst>
          </p:cNvPr>
          <p:cNvSpPr/>
          <p:nvPr/>
        </p:nvSpPr>
        <p:spPr>
          <a:xfrm>
            <a:off x="7246888" y="5825304"/>
            <a:ext cx="1534230" cy="570807"/>
          </a:xfrm>
          <a:prstGeom prst="can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200"/>
              <a:t>CandidateDS</a:t>
            </a:r>
            <a:endParaRPr lang="de-DE" sz="1200">
              <a:solidFill>
                <a:schemeClr val="tx1"/>
              </a:solidFill>
            </a:endParaRPr>
          </a:p>
        </p:txBody>
      </p:sp>
      <p:sp>
        <p:nvSpPr>
          <p:cNvPr id="3" name="Zylinder 2">
            <a:extLst>
              <a:ext uri="{FF2B5EF4-FFF2-40B4-BE49-F238E27FC236}">
                <a16:creationId xmlns:a16="http://schemas.microsoft.com/office/drawing/2014/main" id="{7DF83F7F-72CE-BA07-8399-1799F2491A81}"/>
              </a:ext>
            </a:extLst>
          </p:cNvPr>
          <p:cNvSpPr/>
          <p:nvPr/>
        </p:nvSpPr>
        <p:spPr>
          <a:xfrm>
            <a:off x="11064056" y="7926934"/>
            <a:ext cx="1534230" cy="570807"/>
          </a:xfrm>
          <a:prstGeom prst="can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200">
                <a:solidFill>
                  <a:schemeClr val="tx1"/>
                </a:solidFill>
              </a:rPr>
              <a:t>OperationalDS</a:t>
            </a:r>
          </a:p>
        </p:txBody>
      </p:sp>
      <p:sp>
        <p:nvSpPr>
          <p:cNvPr id="6" name="Scrollen: vertikal 5">
            <a:extLst>
              <a:ext uri="{FF2B5EF4-FFF2-40B4-BE49-F238E27FC236}">
                <a16:creationId xmlns:a16="http://schemas.microsoft.com/office/drawing/2014/main" id="{65808CD5-63F0-0767-C688-C4C5BD28C087}"/>
              </a:ext>
            </a:extLst>
          </p:cNvPr>
          <p:cNvSpPr/>
          <p:nvPr/>
        </p:nvSpPr>
        <p:spPr>
          <a:xfrm>
            <a:off x="9637852" y="8992374"/>
            <a:ext cx="1470660" cy="1303020"/>
          </a:xfrm>
          <a:prstGeom prst="verticalScroll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200">
                <a:solidFill>
                  <a:schemeClr val="tx1"/>
                </a:solidFill>
              </a:rPr>
              <a:t>AlarmList</a:t>
            </a:r>
          </a:p>
          <a:p>
            <a:pPr algn="ctr"/>
            <a:r>
              <a:rPr lang="de-DE" sz="1200">
                <a:solidFill>
                  <a:schemeClr val="tx1"/>
                </a:solidFill>
              </a:rPr>
              <a:t>(ToDo-List)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4921D2B2-A1CD-5B5A-7BDE-9B8F734176BC}"/>
              </a:ext>
            </a:extLst>
          </p:cNvPr>
          <p:cNvSpPr/>
          <p:nvPr/>
        </p:nvSpPr>
        <p:spPr>
          <a:xfrm>
            <a:off x="5248516" y="5171022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AB85860A-A1C5-AF4E-519F-B31760899D3D}"/>
              </a:ext>
            </a:extLst>
          </p:cNvPr>
          <p:cNvSpPr/>
          <p:nvPr/>
        </p:nvSpPr>
        <p:spPr>
          <a:xfrm>
            <a:off x="5367796" y="5433912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7AE13B01-B4C3-D5F1-CC62-E2FB37AD2428}"/>
              </a:ext>
            </a:extLst>
          </p:cNvPr>
          <p:cNvSpPr/>
          <p:nvPr/>
        </p:nvSpPr>
        <p:spPr>
          <a:xfrm>
            <a:off x="5596385" y="6331685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2518E1E4-7D07-0174-BD08-75A840537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512" y="6396108"/>
            <a:ext cx="166165" cy="174914"/>
          </a:xfrm>
          <a:prstGeom prst="rect">
            <a:avLst/>
          </a:prstGeom>
        </p:spPr>
      </p:pic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A41C170E-5BE5-4CC7-0B74-FD347727DFC6}"/>
              </a:ext>
            </a:extLst>
          </p:cNvPr>
          <p:cNvCxnSpPr/>
          <p:nvPr/>
        </p:nvCxnSpPr>
        <p:spPr>
          <a:xfrm>
            <a:off x="3608424" y="5380572"/>
            <a:ext cx="16400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9326039E-2586-A1D8-1CFF-BB0395E97CF5}"/>
              </a:ext>
            </a:extLst>
          </p:cNvPr>
          <p:cNvCxnSpPr>
            <a:cxnSpLocks/>
          </p:cNvCxnSpPr>
          <p:nvPr/>
        </p:nvCxnSpPr>
        <p:spPr>
          <a:xfrm flipH="1" flipV="1">
            <a:off x="3608424" y="5489892"/>
            <a:ext cx="1640092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feld 18">
            <a:extLst>
              <a:ext uri="{FF2B5EF4-FFF2-40B4-BE49-F238E27FC236}">
                <a16:creationId xmlns:a16="http://schemas.microsoft.com/office/drawing/2014/main" id="{B15F98CA-500C-497C-9BEB-4DC69798E624}"/>
              </a:ext>
            </a:extLst>
          </p:cNvPr>
          <p:cNvSpPr txBox="1"/>
          <p:nvPr/>
        </p:nvSpPr>
        <p:spPr>
          <a:xfrm>
            <a:off x="5185277" y="4788978"/>
            <a:ext cx="217278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DE" sz="1200"/>
              <a:t>Modules that are changing the CandidateDS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5E682443-CB6A-7EC0-8599-973D53EC0436}"/>
              </a:ext>
            </a:extLst>
          </p:cNvPr>
          <p:cNvSpPr/>
          <p:nvPr/>
        </p:nvSpPr>
        <p:spPr>
          <a:xfrm>
            <a:off x="13232416" y="7918496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886A27DD-C9F0-DC50-F102-4D63B907E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8719" y="7997465"/>
            <a:ext cx="166165" cy="174914"/>
          </a:xfrm>
          <a:prstGeom prst="rect">
            <a:avLst/>
          </a:prstGeom>
        </p:spPr>
      </p:pic>
      <p:sp>
        <p:nvSpPr>
          <p:cNvPr id="30" name="Textfeld 29">
            <a:extLst>
              <a:ext uri="{FF2B5EF4-FFF2-40B4-BE49-F238E27FC236}">
                <a16:creationId xmlns:a16="http://schemas.microsoft.com/office/drawing/2014/main" id="{F8F209D8-265F-5230-5DB1-DC91F74B162F}"/>
              </a:ext>
            </a:extLst>
          </p:cNvPr>
          <p:cNvSpPr txBox="1"/>
          <p:nvPr/>
        </p:nvSpPr>
        <p:spPr>
          <a:xfrm>
            <a:off x="11945550" y="6935107"/>
            <a:ext cx="242216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200"/>
              <a:t>Modules that are updating the OperationalDS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BEBB1305-415F-C61D-3CE9-248E0D923398}"/>
              </a:ext>
            </a:extLst>
          </p:cNvPr>
          <p:cNvSpPr/>
          <p:nvPr/>
        </p:nvSpPr>
        <p:spPr>
          <a:xfrm>
            <a:off x="13275088" y="7289846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32" name="Grafik 31">
            <a:extLst>
              <a:ext uri="{FF2B5EF4-FFF2-40B4-BE49-F238E27FC236}">
                <a16:creationId xmlns:a16="http://schemas.microsoft.com/office/drawing/2014/main" id="{AB09B62C-A946-E9FF-4720-2246483489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1391" y="7368815"/>
            <a:ext cx="166165" cy="174914"/>
          </a:xfrm>
          <a:prstGeom prst="rect">
            <a:avLst/>
          </a:prstGeom>
        </p:spPr>
      </p:pic>
      <p:sp>
        <p:nvSpPr>
          <p:cNvPr id="33" name="Rechteck 32">
            <a:extLst>
              <a:ext uri="{FF2B5EF4-FFF2-40B4-BE49-F238E27FC236}">
                <a16:creationId xmlns:a16="http://schemas.microsoft.com/office/drawing/2014/main" id="{AAE5ECF3-C8FE-F2FB-5245-974B2825FA42}"/>
              </a:ext>
            </a:extLst>
          </p:cNvPr>
          <p:cNvSpPr/>
          <p:nvPr/>
        </p:nvSpPr>
        <p:spPr>
          <a:xfrm>
            <a:off x="13465846" y="7543729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34" name="Grafik 33">
            <a:extLst>
              <a:ext uri="{FF2B5EF4-FFF2-40B4-BE49-F238E27FC236}">
                <a16:creationId xmlns:a16="http://schemas.microsoft.com/office/drawing/2014/main" id="{820EF47B-6F6E-5327-FE6B-AB86187AB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973" y="7608152"/>
            <a:ext cx="166165" cy="174914"/>
          </a:xfrm>
          <a:prstGeom prst="rect">
            <a:avLst/>
          </a:prstGeom>
        </p:spPr>
      </p:pic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C3993F86-8ECE-B926-B471-6625E7F7319D}"/>
              </a:ext>
            </a:extLst>
          </p:cNvPr>
          <p:cNvCxnSpPr/>
          <p:nvPr/>
        </p:nvCxnSpPr>
        <p:spPr>
          <a:xfrm>
            <a:off x="13913798" y="7367912"/>
            <a:ext cx="16400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F28B876E-0BE4-F188-B266-07D970137D3D}"/>
              </a:ext>
            </a:extLst>
          </p:cNvPr>
          <p:cNvCxnSpPr>
            <a:cxnSpLocks/>
          </p:cNvCxnSpPr>
          <p:nvPr/>
        </p:nvCxnSpPr>
        <p:spPr>
          <a:xfrm flipH="1" flipV="1">
            <a:off x="13913798" y="7477232"/>
            <a:ext cx="1640092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feld 36">
            <a:extLst>
              <a:ext uri="{FF2B5EF4-FFF2-40B4-BE49-F238E27FC236}">
                <a16:creationId xmlns:a16="http://schemas.microsoft.com/office/drawing/2014/main" id="{933E09A7-88FD-74AD-4549-31C42BDB99FD}"/>
              </a:ext>
            </a:extLst>
          </p:cNvPr>
          <p:cNvSpPr txBox="1"/>
          <p:nvPr/>
        </p:nvSpPr>
        <p:spPr>
          <a:xfrm>
            <a:off x="8611783" y="6868712"/>
            <a:ext cx="2691267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200"/>
              <a:t>Modules for comparing RunningDS with OperationalDS and documenting divergences</a:t>
            </a:r>
          </a:p>
        </p:txBody>
      </p:sp>
      <p:sp>
        <p:nvSpPr>
          <p:cNvPr id="38" name="Pfeil: nach unten 37">
            <a:extLst>
              <a:ext uri="{FF2B5EF4-FFF2-40B4-BE49-F238E27FC236}">
                <a16:creationId xmlns:a16="http://schemas.microsoft.com/office/drawing/2014/main" id="{16B278CA-304F-33B3-E8D1-DE31DD22F9AC}"/>
              </a:ext>
            </a:extLst>
          </p:cNvPr>
          <p:cNvSpPr/>
          <p:nvPr/>
        </p:nvSpPr>
        <p:spPr>
          <a:xfrm>
            <a:off x="9950981" y="8522366"/>
            <a:ext cx="220975" cy="417022"/>
          </a:xfrm>
          <a:prstGeom prst="downArrow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ECC3A7AC-6D82-3D20-89BC-4C6701A7D54A}"/>
              </a:ext>
            </a:extLst>
          </p:cNvPr>
          <p:cNvSpPr/>
          <p:nvPr/>
        </p:nvSpPr>
        <p:spPr>
          <a:xfrm>
            <a:off x="11693665" y="9413786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43" name="Grafik 42">
            <a:extLst>
              <a:ext uri="{FF2B5EF4-FFF2-40B4-BE49-F238E27FC236}">
                <a16:creationId xmlns:a16="http://schemas.microsoft.com/office/drawing/2014/main" id="{8D0099E2-2E76-AD23-470B-45BF3CB638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9968" y="9492755"/>
            <a:ext cx="166165" cy="174914"/>
          </a:xfrm>
          <a:prstGeom prst="rect">
            <a:avLst/>
          </a:prstGeom>
        </p:spPr>
      </p:pic>
      <p:sp>
        <p:nvSpPr>
          <p:cNvPr id="44" name="Rechteck 43">
            <a:extLst>
              <a:ext uri="{FF2B5EF4-FFF2-40B4-BE49-F238E27FC236}">
                <a16:creationId xmlns:a16="http://schemas.microsoft.com/office/drawing/2014/main" id="{EA6EFE08-8623-3C92-521A-E62587924E1F}"/>
              </a:ext>
            </a:extLst>
          </p:cNvPr>
          <p:cNvSpPr/>
          <p:nvPr/>
        </p:nvSpPr>
        <p:spPr>
          <a:xfrm>
            <a:off x="11884423" y="9667669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45" name="Grafik 44">
            <a:extLst>
              <a:ext uri="{FF2B5EF4-FFF2-40B4-BE49-F238E27FC236}">
                <a16:creationId xmlns:a16="http://schemas.microsoft.com/office/drawing/2014/main" id="{9320FA18-5E00-08C4-D1B1-9198B35B6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5550" y="9732092"/>
            <a:ext cx="166165" cy="174914"/>
          </a:xfrm>
          <a:prstGeom prst="rect">
            <a:avLst/>
          </a:prstGeom>
        </p:spPr>
      </p:pic>
      <p:sp>
        <p:nvSpPr>
          <p:cNvPr id="46" name="Rechteck 45">
            <a:extLst>
              <a:ext uri="{FF2B5EF4-FFF2-40B4-BE49-F238E27FC236}">
                <a16:creationId xmlns:a16="http://schemas.microsoft.com/office/drawing/2014/main" id="{FDA4DB3A-D86A-FC0E-4540-DF3D46895C02}"/>
              </a:ext>
            </a:extLst>
          </p:cNvPr>
          <p:cNvSpPr/>
          <p:nvPr/>
        </p:nvSpPr>
        <p:spPr>
          <a:xfrm>
            <a:off x="11736337" y="8785136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47" name="Grafik 46">
            <a:extLst>
              <a:ext uri="{FF2B5EF4-FFF2-40B4-BE49-F238E27FC236}">
                <a16:creationId xmlns:a16="http://schemas.microsoft.com/office/drawing/2014/main" id="{79753B46-3760-CFFB-B858-92910CA7D7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2640" y="8864105"/>
            <a:ext cx="166165" cy="174914"/>
          </a:xfrm>
          <a:prstGeom prst="rect">
            <a:avLst/>
          </a:prstGeom>
        </p:spPr>
      </p:pic>
      <p:sp>
        <p:nvSpPr>
          <p:cNvPr id="48" name="Rechteck 47">
            <a:extLst>
              <a:ext uri="{FF2B5EF4-FFF2-40B4-BE49-F238E27FC236}">
                <a16:creationId xmlns:a16="http://schemas.microsoft.com/office/drawing/2014/main" id="{71BCDD80-7A46-50D8-092A-7DDBF641E7ED}"/>
              </a:ext>
            </a:extLst>
          </p:cNvPr>
          <p:cNvSpPr/>
          <p:nvPr/>
        </p:nvSpPr>
        <p:spPr>
          <a:xfrm>
            <a:off x="11927095" y="9039019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49" name="Grafik 48">
            <a:extLst>
              <a:ext uri="{FF2B5EF4-FFF2-40B4-BE49-F238E27FC236}">
                <a16:creationId xmlns:a16="http://schemas.microsoft.com/office/drawing/2014/main" id="{F30FB4E0-9047-2FC9-990C-7F4907343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8222" y="9103442"/>
            <a:ext cx="166165" cy="174914"/>
          </a:xfrm>
          <a:prstGeom prst="rect">
            <a:avLst/>
          </a:prstGeom>
        </p:spPr>
      </p:pic>
      <p:sp>
        <p:nvSpPr>
          <p:cNvPr id="50" name="Textfeld 49">
            <a:extLst>
              <a:ext uri="{FF2B5EF4-FFF2-40B4-BE49-F238E27FC236}">
                <a16:creationId xmlns:a16="http://schemas.microsoft.com/office/drawing/2014/main" id="{8A6152E2-D527-62AF-329F-BE5199B5A685}"/>
              </a:ext>
            </a:extLst>
          </p:cNvPr>
          <p:cNvSpPr txBox="1"/>
          <p:nvPr/>
        </p:nvSpPr>
        <p:spPr>
          <a:xfrm>
            <a:off x="11529244" y="10001582"/>
            <a:ext cx="250584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DE" sz="1200"/>
              <a:t>Modules for resolving </a:t>
            </a:r>
            <a:br>
              <a:rPr lang="de-DE" sz="1200"/>
            </a:br>
            <a:r>
              <a:rPr lang="de-DE" sz="1200"/>
              <a:t>divergences between OperationalDS</a:t>
            </a:r>
            <a:br>
              <a:rPr lang="de-DE" sz="1200"/>
            </a:br>
            <a:r>
              <a:rPr lang="de-DE" sz="1200"/>
              <a:t>and RunningDS</a:t>
            </a:r>
          </a:p>
        </p:txBody>
      </p: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7BBAD315-E803-8AD8-F507-559315369AF0}"/>
              </a:ext>
            </a:extLst>
          </p:cNvPr>
          <p:cNvCxnSpPr>
            <a:cxnSpLocks/>
          </p:cNvCxnSpPr>
          <p:nvPr/>
        </p:nvCxnSpPr>
        <p:spPr>
          <a:xfrm>
            <a:off x="12597095" y="9140183"/>
            <a:ext cx="3096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B15CF59D-D0AF-C7CC-3C94-FB6D305D84E6}"/>
              </a:ext>
            </a:extLst>
          </p:cNvPr>
          <p:cNvCxnSpPr>
            <a:cxnSpLocks/>
          </p:cNvCxnSpPr>
          <p:nvPr/>
        </p:nvCxnSpPr>
        <p:spPr>
          <a:xfrm flipH="1" flipV="1">
            <a:off x="12597095" y="9249503"/>
            <a:ext cx="3096000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hteck 54">
            <a:extLst>
              <a:ext uri="{FF2B5EF4-FFF2-40B4-BE49-F238E27FC236}">
                <a16:creationId xmlns:a16="http://schemas.microsoft.com/office/drawing/2014/main" id="{998CEDEB-E815-0B9D-F828-05A7711734B2}"/>
              </a:ext>
            </a:extLst>
          </p:cNvPr>
          <p:cNvSpPr/>
          <p:nvPr/>
        </p:nvSpPr>
        <p:spPr>
          <a:xfrm>
            <a:off x="7616596" y="6486630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56" name="Grafik 55">
            <a:extLst>
              <a:ext uri="{FF2B5EF4-FFF2-40B4-BE49-F238E27FC236}">
                <a16:creationId xmlns:a16="http://schemas.microsoft.com/office/drawing/2014/main" id="{78BFDC2D-D878-BE1D-4E34-51802A590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2899" y="6565599"/>
            <a:ext cx="166165" cy="174914"/>
          </a:xfrm>
          <a:prstGeom prst="rect">
            <a:avLst/>
          </a:prstGeom>
        </p:spPr>
      </p:pic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D6339C93-8299-27F4-6747-DD225C958812}"/>
              </a:ext>
            </a:extLst>
          </p:cNvPr>
          <p:cNvCxnSpPr/>
          <p:nvPr/>
        </p:nvCxnSpPr>
        <p:spPr>
          <a:xfrm>
            <a:off x="3727704" y="5687212"/>
            <a:ext cx="16400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1658B39E-547F-E511-D20E-25569104B4B9}"/>
              </a:ext>
            </a:extLst>
          </p:cNvPr>
          <p:cNvCxnSpPr>
            <a:cxnSpLocks/>
          </p:cNvCxnSpPr>
          <p:nvPr/>
        </p:nvCxnSpPr>
        <p:spPr>
          <a:xfrm flipH="1" flipV="1">
            <a:off x="3727704" y="5796532"/>
            <a:ext cx="1640092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B598A49F-7FDE-0781-D3E7-FD0BEDC62DC4}"/>
              </a:ext>
            </a:extLst>
          </p:cNvPr>
          <p:cNvCxnSpPr/>
          <p:nvPr/>
        </p:nvCxnSpPr>
        <p:spPr>
          <a:xfrm>
            <a:off x="14104556" y="7722344"/>
            <a:ext cx="16400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C2AAE509-94C2-D339-BD6E-168F99A2FDA1}"/>
              </a:ext>
            </a:extLst>
          </p:cNvPr>
          <p:cNvCxnSpPr>
            <a:cxnSpLocks/>
          </p:cNvCxnSpPr>
          <p:nvPr/>
        </p:nvCxnSpPr>
        <p:spPr>
          <a:xfrm flipH="1" flipV="1">
            <a:off x="14104556" y="7831664"/>
            <a:ext cx="1640092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CA6A77B5-080D-6A54-ECF2-4D8B53BF51F1}"/>
              </a:ext>
            </a:extLst>
          </p:cNvPr>
          <p:cNvCxnSpPr/>
          <p:nvPr/>
        </p:nvCxnSpPr>
        <p:spPr>
          <a:xfrm>
            <a:off x="13862564" y="8063062"/>
            <a:ext cx="16400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8CDD7D3A-76C9-4BDC-4E80-536CDBDCAD1C}"/>
              </a:ext>
            </a:extLst>
          </p:cNvPr>
          <p:cNvCxnSpPr>
            <a:cxnSpLocks/>
          </p:cNvCxnSpPr>
          <p:nvPr/>
        </p:nvCxnSpPr>
        <p:spPr>
          <a:xfrm flipH="1" flipV="1">
            <a:off x="13862564" y="8172382"/>
            <a:ext cx="1640092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hteck 28">
            <a:extLst>
              <a:ext uri="{FF2B5EF4-FFF2-40B4-BE49-F238E27FC236}">
                <a16:creationId xmlns:a16="http://schemas.microsoft.com/office/drawing/2014/main" id="{1B1BBE33-3AF4-FE6D-E071-46F92113CD19}"/>
              </a:ext>
            </a:extLst>
          </p:cNvPr>
          <p:cNvSpPr/>
          <p:nvPr/>
        </p:nvSpPr>
        <p:spPr>
          <a:xfrm>
            <a:off x="9373181" y="7741732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40" name="Grafik 39">
            <a:extLst>
              <a:ext uri="{FF2B5EF4-FFF2-40B4-BE49-F238E27FC236}">
                <a16:creationId xmlns:a16="http://schemas.microsoft.com/office/drawing/2014/main" id="{E09BDAA4-67BB-F896-6F09-0E1F9FBF8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9484" y="7820701"/>
            <a:ext cx="166165" cy="174914"/>
          </a:xfrm>
          <a:prstGeom prst="rect">
            <a:avLst/>
          </a:prstGeom>
        </p:spPr>
      </p:pic>
      <p:sp>
        <p:nvSpPr>
          <p:cNvPr id="41" name="Rechteck 40">
            <a:extLst>
              <a:ext uri="{FF2B5EF4-FFF2-40B4-BE49-F238E27FC236}">
                <a16:creationId xmlns:a16="http://schemas.microsoft.com/office/drawing/2014/main" id="{A6E45B43-9BE7-A098-7AF2-59295E61598B}"/>
              </a:ext>
            </a:extLst>
          </p:cNvPr>
          <p:cNvSpPr/>
          <p:nvPr/>
        </p:nvSpPr>
        <p:spPr>
          <a:xfrm>
            <a:off x="9563939" y="7995615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53" name="Grafik 52">
            <a:extLst>
              <a:ext uri="{FF2B5EF4-FFF2-40B4-BE49-F238E27FC236}">
                <a16:creationId xmlns:a16="http://schemas.microsoft.com/office/drawing/2014/main" id="{121D0D37-DE66-DCCA-16C9-16066F081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5066" y="8060038"/>
            <a:ext cx="166165" cy="174914"/>
          </a:xfrm>
          <a:prstGeom prst="rect">
            <a:avLst/>
          </a:prstGeom>
        </p:spPr>
      </p:pic>
      <p:sp>
        <p:nvSpPr>
          <p:cNvPr id="54" name="Rechteck 53">
            <a:extLst>
              <a:ext uri="{FF2B5EF4-FFF2-40B4-BE49-F238E27FC236}">
                <a16:creationId xmlns:a16="http://schemas.microsoft.com/office/drawing/2014/main" id="{8F8F26CE-AB6A-6A62-91BD-2A8161955A6F}"/>
              </a:ext>
            </a:extLst>
          </p:cNvPr>
          <p:cNvSpPr/>
          <p:nvPr/>
        </p:nvSpPr>
        <p:spPr>
          <a:xfrm>
            <a:off x="9978501" y="7827118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60" name="Grafik 59">
            <a:extLst>
              <a:ext uri="{FF2B5EF4-FFF2-40B4-BE49-F238E27FC236}">
                <a16:creationId xmlns:a16="http://schemas.microsoft.com/office/drawing/2014/main" id="{04A1A064-B679-3656-0949-02313E2D7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4804" y="7906087"/>
            <a:ext cx="166165" cy="174914"/>
          </a:xfrm>
          <a:prstGeom prst="rect">
            <a:avLst/>
          </a:prstGeom>
        </p:spPr>
      </p:pic>
      <p:sp>
        <p:nvSpPr>
          <p:cNvPr id="61" name="Rechteck 60">
            <a:extLst>
              <a:ext uri="{FF2B5EF4-FFF2-40B4-BE49-F238E27FC236}">
                <a16:creationId xmlns:a16="http://schemas.microsoft.com/office/drawing/2014/main" id="{D6BDC734-8B7E-DFBB-129E-71E3C1B430B8}"/>
              </a:ext>
            </a:extLst>
          </p:cNvPr>
          <p:cNvSpPr/>
          <p:nvPr/>
        </p:nvSpPr>
        <p:spPr>
          <a:xfrm>
            <a:off x="10169259" y="8081001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62" name="Grafik 61">
            <a:extLst>
              <a:ext uri="{FF2B5EF4-FFF2-40B4-BE49-F238E27FC236}">
                <a16:creationId xmlns:a16="http://schemas.microsoft.com/office/drawing/2014/main" id="{F7C7F3DD-ECC4-4BD5-0946-1E129614D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0386" y="8145424"/>
            <a:ext cx="166165" cy="174914"/>
          </a:xfrm>
          <a:prstGeom prst="rect">
            <a:avLst/>
          </a:prstGeom>
        </p:spPr>
      </p:pic>
      <p:cxnSp>
        <p:nvCxnSpPr>
          <p:cNvPr id="63" name="Gerade Verbindung mit Pfeil 62">
            <a:extLst>
              <a:ext uri="{FF2B5EF4-FFF2-40B4-BE49-F238E27FC236}">
                <a16:creationId xmlns:a16="http://schemas.microsoft.com/office/drawing/2014/main" id="{BBC574BA-725B-72F5-EF5E-3E57C781CBD4}"/>
              </a:ext>
            </a:extLst>
          </p:cNvPr>
          <p:cNvCxnSpPr>
            <a:cxnSpLocks/>
          </p:cNvCxnSpPr>
          <p:nvPr/>
        </p:nvCxnSpPr>
        <p:spPr>
          <a:xfrm>
            <a:off x="12373065" y="8887916"/>
            <a:ext cx="3096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Gerade Verbindung mit Pfeil 63">
            <a:extLst>
              <a:ext uri="{FF2B5EF4-FFF2-40B4-BE49-F238E27FC236}">
                <a16:creationId xmlns:a16="http://schemas.microsoft.com/office/drawing/2014/main" id="{80BE29C0-B5A4-26F6-59D9-655860A46635}"/>
              </a:ext>
            </a:extLst>
          </p:cNvPr>
          <p:cNvCxnSpPr>
            <a:cxnSpLocks/>
          </p:cNvCxnSpPr>
          <p:nvPr/>
        </p:nvCxnSpPr>
        <p:spPr>
          <a:xfrm flipH="1" flipV="1">
            <a:off x="12373065" y="8997236"/>
            <a:ext cx="3096000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Gerade Verbindung mit Pfeil 64">
            <a:extLst>
              <a:ext uri="{FF2B5EF4-FFF2-40B4-BE49-F238E27FC236}">
                <a16:creationId xmlns:a16="http://schemas.microsoft.com/office/drawing/2014/main" id="{CFAD1B13-F4B3-0191-090A-B230AE73F719}"/>
              </a:ext>
            </a:extLst>
          </p:cNvPr>
          <p:cNvCxnSpPr>
            <a:cxnSpLocks/>
          </p:cNvCxnSpPr>
          <p:nvPr/>
        </p:nvCxnSpPr>
        <p:spPr>
          <a:xfrm>
            <a:off x="12332375" y="9534567"/>
            <a:ext cx="3096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Gerade Verbindung mit Pfeil 65">
            <a:extLst>
              <a:ext uri="{FF2B5EF4-FFF2-40B4-BE49-F238E27FC236}">
                <a16:creationId xmlns:a16="http://schemas.microsoft.com/office/drawing/2014/main" id="{B15351C2-4638-07BC-FDF2-1B13276FA1B0}"/>
              </a:ext>
            </a:extLst>
          </p:cNvPr>
          <p:cNvCxnSpPr>
            <a:cxnSpLocks/>
          </p:cNvCxnSpPr>
          <p:nvPr/>
        </p:nvCxnSpPr>
        <p:spPr>
          <a:xfrm flipH="1" flipV="1">
            <a:off x="12332375" y="9643887"/>
            <a:ext cx="3096000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Gerade Verbindung mit Pfeil 66">
            <a:extLst>
              <a:ext uri="{FF2B5EF4-FFF2-40B4-BE49-F238E27FC236}">
                <a16:creationId xmlns:a16="http://schemas.microsoft.com/office/drawing/2014/main" id="{4BD764D8-9CB1-5DD4-A424-B6E59418E0A7}"/>
              </a:ext>
            </a:extLst>
          </p:cNvPr>
          <p:cNvCxnSpPr>
            <a:cxnSpLocks/>
          </p:cNvCxnSpPr>
          <p:nvPr/>
        </p:nvCxnSpPr>
        <p:spPr>
          <a:xfrm>
            <a:off x="12523133" y="9821391"/>
            <a:ext cx="3096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Gerade Verbindung mit Pfeil 67">
            <a:extLst>
              <a:ext uri="{FF2B5EF4-FFF2-40B4-BE49-F238E27FC236}">
                <a16:creationId xmlns:a16="http://schemas.microsoft.com/office/drawing/2014/main" id="{77067898-E101-32BA-37E4-8FA3618B4FD0}"/>
              </a:ext>
            </a:extLst>
          </p:cNvPr>
          <p:cNvCxnSpPr>
            <a:cxnSpLocks/>
          </p:cNvCxnSpPr>
          <p:nvPr/>
        </p:nvCxnSpPr>
        <p:spPr>
          <a:xfrm flipH="1" flipV="1">
            <a:off x="12523133" y="9930711"/>
            <a:ext cx="3096000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Pfeil: nach unten 70">
            <a:extLst>
              <a:ext uri="{FF2B5EF4-FFF2-40B4-BE49-F238E27FC236}">
                <a16:creationId xmlns:a16="http://schemas.microsoft.com/office/drawing/2014/main" id="{860000F8-4BE8-02EE-361D-984158792427}"/>
              </a:ext>
            </a:extLst>
          </p:cNvPr>
          <p:cNvSpPr/>
          <p:nvPr/>
        </p:nvSpPr>
        <p:spPr>
          <a:xfrm rot="16200000">
            <a:off x="11210245" y="9182210"/>
            <a:ext cx="220975" cy="417022"/>
          </a:xfrm>
          <a:prstGeom prst="downArrow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4" name="Zylinder 3">
            <a:extLst>
              <a:ext uri="{FF2B5EF4-FFF2-40B4-BE49-F238E27FC236}">
                <a16:creationId xmlns:a16="http://schemas.microsoft.com/office/drawing/2014/main" id="{873ACF08-01F2-22FA-CD88-E50511D7E71A}"/>
              </a:ext>
            </a:extLst>
          </p:cNvPr>
          <p:cNvSpPr/>
          <p:nvPr/>
        </p:nvSpPr>
        <p:spPr>
          <a:xfrm>
            <a:off x="7246655" y="7961908"/>
            <a:ext cx="1534230" cy="570807"/>
          </a:xfrm>
          <a:prstGeom prst="can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200"/>
              <a:t>RunningDS</a:t>
            </a:r>
            <a:endParaRPr lang="de-DE" sz="1200">
              <a:solidFill>
                <a:schemeClr val="tx1"/>
              </a:solidFill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3EA93EA5-E27E-2466-2148-49F2E5DB39B5}"/>
              </a:ext>
            </a:extLst>
          </p:cNvPr>
          <p:cNvSpPr txBox="1"/>
          <p:nvPr/>
        </p:nvSpPr>
        <p:spPr>
          <a:xfrm>
            <a:off x="5712189" y="7474821"/>
            <a:ext cx="2256933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200"/>
              <a:t>Modules that are validating the CandidateDS and transferring it to RunningDS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041133C8-DC0D-2AC6-C684-4679506A95A5}"/>
              </a:ext>
            </a:extLst>
          </p:cNvPr>
          <p:cNvSpPr/>
          <p:nvPr/>
        </p:nvSpPr>
        <p:spPr>
          <a:xfrm>
            <a:off x="7503508" y="6706051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25" name="Grafik 24">
            <a:extLst>
              <a:ext uri="{FF2B5EF4-FFF2-40B4-BE49-F238E27FC236}">
                <a16:creationId xmlns:a16="http://schemas.microsoft.com/office/drawing/2014/main" id="{59981EA9-B65F-EC95-B3DD-B0AED51F3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9811" y="6785020"/>
            <a:ext cx="166165" cy="174914"/>
          </a:xfrm>
          <a:prstGeom prst="rect">
            <a:avLst/>
          </a:prstGeom>
        </p:spPr>
      </p:pic>
      <p:sp>
        <p:nvSpPr>
          <p:cNvPr id="26" name="Rechteck 25">
            <a:extLst>
              <a:ext uri="{FF2B5EF4-FFF2-40B4-BE49-F238E27FC236}">
                <a16:creationId xmlns:a16="http://schemas.microsoft.com/office/drawing/2014/main" id="{2520D43D-BB6C-869D-C961-86A75E1D452E}"/>
              </a:ext>
            </a:extLst>
          </p:cNvPr>
          <p:cNvSpPr/>
          <p:nvPr/>
        </p:nvSpPr>
        <p:spPr>
          <a:xfrm>
            <a:off x="7427519" y="6915601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27" name="Grafik 26">
            <a:extLst>
              <a:ext uri="{FF2B5EF4-FFF2-40B4-BE49-F238E27FC236}">
                <a16:creationId xmlns:a16="http://schemas.microsoft.com/office/drawing/2014/main" id="{0AD98EA3-FB18-6938-7D58-4720830A0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3822" y="6994570"/>
            <a:ext cx="166165" cy="174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139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hteck 71">
            <a:extLst>
              <a:ext uri="{FF2B5EF4-FFF2-40B4-BE49-F238E27FC236}">
                <a16:creationId xmlns:a16="http://schemas.microsoft.com/office/drawing/2014/main" id="{11768FDB-BA6E-EAEB-5BB8-2ED406AD6C41}"/>
              </a:ext>
            </a:extLst>
          </p:cNvPr>
          <p:cNvSpPr/>
          <p:nvPr/>
        </p:nvSpPr>
        <p:spPr>
          <a:xfrm>
            <a:off x="3460400" y="4320839"/>
            <a:ext cx="12491027" cy="64923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2000">
                <a:solidFill>
                  <a:schemeClr val="tx1"/>
                </a:solidFill>
              </a:rPr>
              <a:t>Automation Application</a:t>
            </a:r>
          </a:p>
        </p:txBody>
      </p:sp>
      <p:sp>
        <p:nvSpPr>
          <p:cNvPr id="74" name="Rechteck 73">
            <a:extLst>
              <a:ext uri="{FF2B5EF4-FFF2-40B4-BE49-F238E27FC236}">
                <a16:creationId xmlns:a16="http://schemas.microsoft.com/office/drawing/2014/main" id="{E34E15D0-F58C-24F5-1C8F-16CA7C95A22A}"/>
              </a:ext>
            </a:extLst>
          </p:cNvPr>
          <p:cNvSpPr/>
          <p:nvPr/>
        </p:nvSpPr>
        <p:spPr>
          <a:xfrm>
            <a:off x="5625507" y="6138482"/>
            <a:ext cx="2853775" cy="218185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29FBEA61-7E8F-9F10-711E-46D3904A6971}"/>
              </a:ext>
            </a:extLst>
          </p:cNvPr>
          <p:cNvSpPr/>
          <p:nvPr/>
        </p:nvSpPr>
        <p:spPr>
          <a:xfrm>
            <a:off x="5999881" y="7563242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78" name="Rechteck 77">
            <a:extLst>
              <a:ext uri="{FF2B5EF4-FFF2-40B4-BE49-F238E27FC236}">
                <a16:creationId xmlns:a16="http://schemas.microsoft.com/office/drawing/2014/main" id="{58728409-DD53-4F5E-410F-51809028D5C6}"/>
              </a:ext>
            </a:extLst>
          </p:cNvPr>
          <p:cNvSpPr/>
          <p:nvPr/>
        </p:nvSpPr>
        <p:spPr>
          <a:xfrm>
            <a:off x="11413292" y="8172380"/>
            <a:ext cx="2691267" cy="24667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77" name="Rechteck 76">
            <a:extLst>
              <a:ext uri="{FF2B5EF4-FFF2-40B4-BE49-F238E27FC236}">
                <a16:creationId xmlns:a16="http://schemas.microsoft.com/office/drawing/2014/main" id="{9707959B-5A26-7BE3-760D-2FC620E8901C}"/>
              </a:ext>
            </a:extLst>
          </p:cNvPr>
          <p:cNvSpPr/>
          <p:nvPr/>
        </p:nvSpPr>
        <p:spPr>
          <a:xfrm>
            <a:off x="11902303" y="6900006"/>
            <a:ext cx="2465406" cy="15301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76" name="Rechteck 75">
            <a:extLst>
              <a:ext uri="{FF2B5EF4-FFF2-40B4-BE49-F238E27FC236}">
                <a16:creationId xmlns:a16="http://schemas.microsoft.com/office/drawing/2014/main" id="{6F1EFD85-439B-2FE8-5AAE-C84AA7312CAA}"/>
              </a:ext>
            </a:extLst>
          </p:cNvPr>
          <p:cNvSpPr/>
          <p:nvPr/>
        </p:nvSpPr>
        <p:spPr>
          <a:xfrm>
            <a:off x="8622859" y="6823308"/>
            <a:ext cx="2691267" cy="17720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73" name="Rechteck 72">
            <a:extLst>
              <a:ext uri="{FF2B5EF4-FFF2-40B4-BE49-F238E27FC236}">
                <a16:creationId xmlns:a16="http://schemas.microsoft.com/office/drawing/2014/main" id="{68AFF515-41F4-F81B-ADB9-A4A94586F5DA}"/>
              </a:ext>
            </a:extLst>
          </p:cNvPr>
          <p:cNvSpPr/>
          <p:nvPr/>
        </p:nvSpPr>
        <p:spPr>
          <a:xfrm>
            <a:off x="5016054" y="4772877"/>
            <a:ext cx="2426154" cy="2070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81679757-9FB1-0F6D-3098-BDE0BFEDE84D}"/>
              </a:ext>
            </a:extLst>
          </p:cNvPr>
          <p:cNvSpPr/>
          <p:nvPr/>
        </p:nvSpPr>
        <p:spPr>
          <a:xfrm>
            <a:off x="5405627" y="6077802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BCF78038-D1DC-7915-C516-0912B9772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1930" y="6156771"/>
            <a:ext cx="166165" cy="174914"/>
          </a:xfrm>
          <a:prstGeom prst="rect">
            <a:avLst/>
          </a:prstGeom>
        </p:spPr>
      </p:pic>
      <p:sp>
        <p:nvSpPr>
          <p:cNvPr id="2" name="Zylinder 1">
            <a:extLst>
              <a:ext uri="{FF2B5EF4-FFF2-40B4-BE49-F238E27FC236}">
                <a16:creationId xmlns:a16="http://schemas.microsoft.com/office/drawing/2014/main" id="{8651D4E8-1F7A-9069-1B56-0215F8312C74}"/>
              </a:ext>
            </a:extLst>
          </p:cNvPr>
          <p:cNvSpPr/>
          <p:nvPr/>
        </p:nvSpPr>
        <p:spPr>
          <a:xfrm>
            <a:off x="7246888" y="5825304"/>
            <a:ext cx="1534230" cy="570807"/>
          </a:xfrm>
          <a:prstGeom prst="can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200"/>
              <a:t>CandidateDS</a:t>
            </a:r>
            <a:endParaRPr lang="de-DE" sz="1200">
              <a:solidFill>
                <a:schemeClr val="tx1"/>
              </a:solidFill>
            </a:endParaRPr>
          </a:p>
        </p:txBody>
      </p:sp>
      <p:sp>
        <p:nvSpPr>
          <p:cNvPr id="3" name="Zylinder 2">
            <a:extLst>
              <a:ext uri="{FF2B5EF4-FFF2-40B4-BE49-F238E27FC236}">
                <a16:creationId xmlns:a16="http://schemas.microsoft.com/office/drawing/2014/main" id="{7DF83F7F-72CE-BA07-8399-1799F2491A81}"/>
              </a:ext>
            </a:extLst>
          </p:cNvPr>
          <p:cNvSpPr/>
          <p:nvPr/>
        </p:nvSpPr>
        <p:spPr>
          <a:xfrm>
            <a:off x="11064056" y="7926934"/>
            <a:ext cx="1534230" cy="570807"/>
          </a:xfrm>
          <a:prstGeom prst="can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200">
                <a:solidFill>
                  <a:schemeClr val="tx1"/>
                </a:solidFill>
              </a:rPr>
              <a:t>OperationalDS</a:t>
            </a:r>
          </a:p>
        </p:txBody>
      </p:sp>
      <p:sp>
        <p:nvSpPr>
          <p:cNvPr id="6" name="Scrollen: vertikal 5">
            <a:extLst>
              <a:ext uri="{FF2B5EF4-FFF2-40B4-BE49-F238E27FC236}">
                <a16:creationId xmlns:a16="http://schemas.microsoft.com/office/drawing/2014/main" id="{65808CD5-63F0-0767-C688-C4C5BD28C087}"/>
              </a:ext>
            </a:extLst>
          </p:cNvPr>
          <p:cNvSpPr/>
          <p:nvPr/>
        </p:nvSpPr>
        <p:spPr>
          <a:xfrm>
            <a:off x="9637852" y="8992374"/>
            <a:ext cx="1470660" cy="1303020"/>
          </a:xfrm>
          <a:prstGeom prst="verticalScroll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200">
                <a:solidFill>
                  <a:schemeClr val="tx1"/>
                </a:solidFill>
              </a:rPr>
              <a:t>AlarmList</a:t>
            </a:r>
          </a:p>
          <a:p>
            <a:pPr algn="ctr"/>
            <a:r>
              <a:rPr lang="de-DE" sz="1200">
                <a:solidFill>
                  <a:schemeClr val="tx1"/>
                </a:solidFill>
              </a:rPr>
              <a:t>(ToDo-List)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4921D2B2-A1CD-5B5A-7BDE-9B8F734176BC}"/>
              </a:ext>
            </a:extLst>
          </p:cNvPr>
          <p:cNvSpPr/>
          <p:nvPr/>
        </p:nvSpPr>
        <p:spPr>
          <a:xfrm>
            <a:off x="5248516" y="5171022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AB85860A-A1C5-AF4E-519F-B31760899D3D}"/>
              </a:ext>
            </a:extLst>
          </p:cNvPr>
          <p:cNvSpPr/>
          <p:nvPr/>
        </p:nvSpPr>
        <p:spPr>
          <a:xfrm>
            <a:off x="5367796" y="5433912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7AE13B01-B4C3-D5F1-CC62-E2FB37AD2428}"/>
              </a:ext>
            </a:extLst>
          </p:cNvPr>
          <p:cNvSpPr/>
          <p:nvPr/>
        </p:nvSpPr>
        <p:spPr>
          <a:xfrm>
            <a:off x="5596385" y="6331685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2518E1E4-7D07-0174-BD08-75A840537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512" y="6396108"/>
            <a:ext cx="166165" cy="174914"/>
          </a:xfrm>
          <a:prstGeom prst="rect">
            <a:avLst/>
          </a:prstGeom>
        </p:spPr>
      </p:pic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A41C170E-5BE5-4CC7-0B74-FD347727DFC6}"/>
              </a:ext>
            </a:extLst>
          </p:cNvPr>
          <p:cNvCxnSpPr/>
          <p:nvPr/>
        </p:nvCxnSpPr>
        <p:spPr>
          <a:xfrm>
            <a:off x="3608424" y="5380572"/>
            <a:ext cx="16400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9326039E-2586-A1D8-1CFF-BB0395E97CF5}"/>
              </a:ext>
            </a:extLst>
          </p:cNvPr>
          <p:cNvCxnSpPr>
            <a:cxnSpLocks/>
          </p:cNvCxnSpPr>
          <p:nvPr/>
        </p:nvCxnSpPr>
        <p:spPr>
          <a:xfrm flipH="1" flipV="1">
            <a:off x="3608424" y="5489892"/>
            <a:ext cx="1640092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feld 18">
            <a:extLst>
              <a:ext uri="{FF2B5EF4-FFF2-40B4-BE49-F238E27FC236}">
                <a16:creationId xmlns:a16="http://schemas.microsoft.com/office/drawing/2014/main" id="{B15F98CA-500C-497C-9BEB-4DC69798E624}"/>
              </a:ext>
            </a:extLst>
          </p:cNvPr>
          <p:cNvSpPr txBox="1"/>
          <p:nvPr/>
        </p:nvSpPr>
        <p:spPr>
          <a:xfrm>
            <a:off x="5142737" y="4921336"/>
            <a:ext cx="2172787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DE" sz="1200"/>
              <a:t>Interpretation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5E682443-CB6A-7EC0-8599-973D53EC0436}"/>
              </a:ext>
            </a:extLst>
          </p:cNvPr>
          <p:cNvSpPr/>
          <p:nvPr/>
        </p:nvSpPr>
        <p:spPr>
          <a:xfrm>
            <a:off x="13232416" y="7918496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886A27DD-C9F0-DC50-F102-4D63B907E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8719" y="7997465"/>
            <a:ext cx="166165" cy="174914"/>
          </a:xfrm>
          <a:prstGeom prst="rect">
            <a:avLst/>
          </a:prstGeom>
        </p:spPr>
      </p:pic>
      <p:sp>
        <p:nvSpPr>
          <p:cNvPr id="30" name="Textfeld 29">
            <a:extLst>
              <a:ext uri="{FF2B5EF4-FFF2-40B4-BE49-F238E27FC236}">
                <a16:creationId xmlns:a16="http://schemas.microsoft.com/office/drawing/2014/main" id="{F8F209D8-265F-5230-5DB1-DC91F74B162F}"/>
              </a:ext>
            </a:extLst>
          </p:cNvPr>
          <p:cNvSpPr txBox="1"/>
          <p:nvPr/>
        </p:nvSpPr>
        <p:spPr>
          <a:xfrm>
            <a:off x="12071304" y="7077811"/>
            <a:ext cx="242216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200"/>
              <a:t>Measurement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BEBB1305-415F-C61D-3CE9-248E0D923398}"/>
              </a:ext>
            </a:extLst>
          </p:cNvPr>
          <p:cNvSpPr/>
          <p:nvPr/>
        </p:nvSpPr>
        <p:spPr>
          <a:xfrm>
            <a:off x="13275088" y="7289846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32" name="Grafik 31">
            <a:extLst>
              <a:ext uri="{FF2B5EF4-FFF2-40B4-BE49-F238E27FC236}">
                <a16:creationId xmlns:a16="http://schemas.microsoft.com/office/drawing/2014/main" id="{AB09B62C-A946-E9FF-4720-2246483489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1391" y="7368815"/>
            <a:ext cx="166165" cy="174914"/>
          </a:xfrm>
          <a:prstGeom prst="rect">
            <a:avLst/>
          </a:prstGeom>
        </p:spPr>
      </p:pic>
      <p:sp>
        <p:nvSpPr>
          <p:cNvPr id="33" name="Rechteck 32">
            <a:extLst>
              <a:ext uri="{FF2B5EF4-FFF2-40B4-BE49-F238E27FC236}">
                <a16:creationId xmlns:a16="http://schemas.microsoft.com/office/drawing/2014/main" id="{AAE5ECF3-C8FE-F2FB-5245-974B2825FA42}"/>
              </a:ext>
            </a:extLst>
          </p:cNvPr>
          <p:cNvSpPr/>
          <p:nvPr/>
        </p:nvSpPr>
        <p:spPr>
          <a:xfrm>
            <a:off x="13465846" y="7543729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34" name="Grafik 33">
            <a:extLst>
              <a:ext uri="{FF2B5EF4-FFF2-40B4-BE49-F238E27FC236}">
                <a16:creationId xmlns:a16="http://schemas.microsoft.com/office/drawing/2014/main" id="{820EF47B-6F6E-5327-FE6B-AB86187AB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973" y="7608152"/>
            <a:ext cx="166165" cy="174914"/>
          </a:xfrm>
          <a:prstGeom prst="rect">
            <a:avLst/>
          </a:prstGeom>
        </p:spPr>
      </p:pic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C3993F86-8ECE-B926-B471-6625E7F7319D}"/>
              </a:ext>
            </a:extLst>
          </p:cNvPr>
          <p:cNvCxnSpPr/>
          <p:nvPr/>
        </p:nvCxnSpPr>
        <p:spPr>
          <a:xfrm>
            <a:off x="13913798" y="7367912"/>
            <a:ext cx="16400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F28B876E-0BE4-F188-B266-07D970137D3D}"/>
              </a:ext>
            </a:extLst>
          </p:cNvPr>
          <p:cNvCxnSpPr>
            <a:cxnSpLocks/>
          </p:cNvCxnSpPr>
          <p:nvPr/>
        </p:nvCxnSpPr>
        <p:spPr>
          <a:xfrm flipH="1" flipV="1">
            <a:off x="13913798" y="7477232"/>
            <a:ext cx="1640092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feld 36">
            <a:extLst>
              <a:ext uri="{FF2B5EF4-FFF2-40B4-BE49-F238E27FC236}">
                <a16:creationId xmlns:a16="http://schemas.microsoft.com/office/drawing/2014/main" id="{933E09A7-88FD-74AD-4549-31C42BDB99FD}"/>
              </a:ext>
            </a:extLst>
          </p:cNvPr>
          <p:cNvSpPr txBox="1"/>
          <p:nvPr/>
        </p:nvSpPr>
        <p:spPr>
          <a:xfrm>
            <a:off x="8792967" y="7077811"/>
            <a:ext cx="223744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200"/>
              <a:t>Monitoring</a:t>
            </a:r>
          </a:p>
        </p:txBody>
      </p:sp>
      <p:sp>
        <p:nvSpPr>
          <p:cNvPr id="38" name="Pfeil: nach unten 37">
            <a:extLst>
              <a:ext uri="{FF2B5EF4-FFF2-40B4-BE49-F238E27FC236}">
                <a16:creationId xmlns:a16="http://schemas.microsoft.com/office/drawing/2014/main" id="{16B278CA-304F-33B3-E8D1-DE31DD22F9AC}"/>
              </a:ext>
            </a:extLst>
          </p:cNvPr>
          <p:cNvSpPr/>
          <p:nvPr/>
        </p:nvSpPr>
        <p:spPr>
          <a:xfrm>
            <a:off x="9950981" y="8522366"/>
            <a:ext cx="220975" cy="417022"/>
          </a:xfrm>
          <a:prstGeom prst="downArrow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ECC3A7AC-6D82-3D20-89BC-4C6701A7D54A}"/>
              </a:ext>
            </a:extLst>
          </p:cNvPr>
          <p:cNvSpPr/>
          <p:nvPr/>
        </p:nvSpPr>
        <p:spPr>
          <a:xfrm>
            <a:off x="12798576" y="9681662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EA6EFE08-8623-3C92-521A-E62587924E1F}"/>
              </a:ext>
            </a:extLst>
          </p:cNvPr>
          <p:cNvSpPr/>
          <p:nvPr/>
        </p:nvSpPr>
        <p:spPr>
          <a:xfrm>
            <a:off x="12989334" y="9935545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FDA4DB3A-D86A-FC0E-4540-DF3D46895C02}"/>
              </a:ext>
            </a:extLst>
          </p:cNvPr>
          <p:cNvSpPr/>
          <p:nvPr/>
        </p:nvSpPr>
        <p:spPr>
          <a:xfrm>
            <a:off x="12841248" y="9053012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71BCDD80-7A46-50D8-092A-7DDBF641E7ED}"/>
              </a:ext>
            </a:extLst>
          </p:cNvPr>
          <p:cNvSpPr/>
          <p:nvPr/>
        </p:nvSpPr>
        <p:spPr>
          <a:xfrm>
            <a:off x="13032006" y="9306895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8A6152E2-D527-62AF-329F-BE5199B5A685}"/>
              </a:ext>
            </a:extLst>
          </p:cNvPr>
          <p:cNvSpPr txBox="1"/>
          <p:nvPr/>
        </p:nvSpPr>
        <p:spPr>
          <a:xfrm>
            <a:off x="11478870" y="8715816"/>
            <a:ext cx="246540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DE" sz="1200"/>
              <a:t>Implementation  </a:t>
            </a:r>
          </a:p>
        </p:txBody>
      </p: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7BBAD315-E803-8AD8-F507-559315369AF0}"/>
              </a:ext>
            </a:extLst>
          </p:cNvPr>
          <p:cNvCxnSpPr>
            <a:cxnSpLocks/>
          </p:cNvCxnSpPr>
          <p:nvPr/>
        </p:nvCxnSpPr>
        <p:spPr>
          <a:xfrm>
            <a:off x="13702006" y="9408059"/>
            <a:ext cx="2016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B15CF59D-D0AF-C7CC-3C94-FB6D305D84E6}"/>
              </a:ext>
            </a:extLst>
          </p:cNvPr>
          <p:cNvCxnSpPr>
            <a:cxnSpLocks/>
          </p:cNvCxnSpPr>
          <p:nvPr/>
        </p:nvCxnSpPr>
        <p:spPr>
          <a:xfrm flipH="1" flipV="1">
            <a:off x="13702006" y="9517379"/>
            <a:ext cx="2016000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D6339C93-8299-27F4-6747-DD225C958812}"/>
              </a:ext>
            </a:extLst>
          </p:cNvPr>
          <p:cNvCxnSpPr/>
          <p:nvPr/>
        </p:nvCxnSpPr>
        <p:spPr>
          <a:xfrm>
            <a:off x="3727704" y="5687212"/>
            <a:ext cx="16400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1658B39E-547F-E511-D20E-25569104B4B9}"/>
              </a:ext>
            </a:extLst>
          </p:cNvPr>
          <p:cNvCxnSpPr>
            <a:cxnSpLocks/>
          </p:cNvCxnSpPr>
          <p:nvPr/>
        </p:nvCxnSpPr>
        <p:spPr>
          <a:xfrm flipH="1" flipV="1">
            <a:off x="3727704" y="5796532"/>
            <a:ext cx="1640092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B598A49F-7FDE-0781-D3E7-FD0BEDC62DC4}"/>
              </a:ext>
            </a:extLst>
          </p:cNvPr>
          <p:cNvCxnSpPr/>
          <p:nvPr/>
        </p:nvCxnSpPr>
        <p:spPr>
          <a:xfrm>
            <a:off x="14104556" y="7722344"/>
            <a:ext cx="16400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C2AAE509-94C2-D339-BD6E-168F99A2FDA1}"/>
              </a:ext>
            </a:extLst>
          </p:cNvPr>
          <p:cNvCxnSpPr>
            <a:cxnSpLocks/>
          </p:cNvCxnSpPr>
          <p:nvPr/>
        </p:nvCxnSpPr>
        <p:spPr>
          <a:xfrm flipH="1" flipV="1">
            <a:off x="14104556" y="7831664"/>
            <a:ext cx="1640092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CA6A77B5-080D-6A54-ECF2-4D8B53BF51F1}"/>
              </a:ext>
            </a:extLst>
          </p:cNvPr>
          <p:cNvCxnSpPr/>
          <p:nvPr/>
        </p:nvCxnSpPr>
        <p:spPr>
          <a:xfrm>
            <a:off x="13862564" y="8063062"/>
            <a:ext cx="16400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8CDD7D3A-76C9-4BDC-4E80-536CDBDCAD1C}"/>
              </a:ext>
            </a:extLst>
          </p:cNvPr>
          <p:cNvCxnSpPr>
            <a:cxnSpLocks/>
          </p:cNvCxnSpPr>
          <p:nvPr/>
        </p:nvCxnSpPr>
        <p:spPr>
          <a:xfrm flipH="1" flipV="1">
            <a:off x="13862564" y="8172382"/>
            <a:ext cx="1640092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hteck 28">
            <a:extLst>
              <a:ext uri="{FF2B5EF4-FFF2-40B4-BE49-F238E27FC236}">
                <a16:creationId xmlns:a16="http://schemas.microsoft.com/office/drawing/2014/main" id="{1B1BBE33-3AF4-FE6D-E071-46F92113CD19}"/>
              </a:ext>
            </a:extLst>
          </p:cNvPr>
          <p:cNvSpPr/>
          <p:nvPr/>
        </p:nvSpPr>
        <p:spPr>
          <a:xfrm>
            <a:off x="9373181" y="7741732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40" name="Grafik 39">
            <a:extLst>
              <a:ext uri="{FF2B5EF4-FFF2-40B4-BE49-F238E27FC236}">
                <a16:creationId xmlns:a16="http://schemas.microsoft.com/office/drawing/2014/main" id="{E09BDAA4-67BB-F896-6F09-0E1F9FBF8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9484" y="7820701"/>
            <a:ext cx="166165" cy="174914"/>
          </a:xfrm>
          <a:prstGeom prst="rect">
            <a:avLst/>
          </a:prstGeom>
        </p:spPr>
      </p:pic>
      <p:sp>
        <p:nvSpPr>
          <p:cNvPr id="41" name="Rechteck 40">
            <a:extLst>
              <a:ext uri="{FF2B5EF4-FFF2-40B4-BE49-F238E27FC236}">
                <a16:creationId xmlns:a16="http://schemas.microsoft.com/office/drawing/2014/main" id="{A6E45B43-9BE7-A098-7AF2-59295E61598B}"/>
              </a:ext>
            </a:extLst>
          </p:cNvPr>
          <p:cNvSpPr/>
          <p:nvPr/>
        </p:nvSpPr>
        <p:spPr>
          <a:xfrm>
            <a:off x="9563939" y="7995615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53" name="Grafik 52">
            <a:extLst>
              <a:ext uri="{FF2B5EF4-FFF2-40B4-BE49-F238E27FC236}">
                <a16:creationId xmlns:a16="http://schemas.microsoft.com/office/drawing/2014/main" id="{121D0D37-DE66-DCCA-16C9-16066F081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5066" y="8060038"/>
            <a:ext cx="166165" cy="174914"/>
          </a:xfrm>
          <a:prstGeom prst="rect">
            <a:avLst/>
          </a:prstGeom>
        </p:spPr>
      </p:pic>
      <p:sp>
        <p:nvSpPr>
          <p:cNvPr id="54" name="Rechteck 53">
            <a:extLst>
              <a:ext uri="{FF2B5EF4-FFF2-40B4-BE49-F238E27FC236}">
                <a16:creationId xmlns:a16="http://schemas.microsoft.com/office/drawing/2014/main" id="{8F8F26CE-AB6A-6A62-91BD-2A8161955A6F}"/>
              </a:ext>
            </a:extLst>
          </p:cNvPr>
          <p:cNvSpPr/>
          <p:nvPr/>
        </p:nvSpPr>
        <p:spPr>
          <a:xfrm>
            <a:off x="9978501" y="7827118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60" name="Grafik 59">
            <a:extLst>
              <a:ext uri="{FF2B5EF4-FFF2-40B4-BE49-F238E27FC236}">
                <a16:creationId xmlns:a16="http://schemas.microsoft.com/office/drawing/2014/main" id="{04A1A064-B679-3656-0949-02313E2D7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4804" y="7906087"/>
            <a:ext cx="166165" cy="174914"/>
          </a:xfrm>
          <a:prstGeom prst="rect">
            <a:avLst/>
          </a:prstGeom>
        </p:spPr>
      </p:pic>
      <p:sp>
        <p:nvSpPr>
          <p:cNvPr id="61" name="Rechteck 60">
            <a:extLst>
              <a:ext uri="{FF2B5EF4-FFF2-40B4-BE49-F238E27FC236}">
                <a16:creationId xmlns:a16="http://schemas.microsoft.com/office/drawing/2014/main" id="{D6BDC734-8B7E-DFBB-129E-71E3C1B430B8}"/>
              </a:ext>
            </a:extLst>
          </p:cNvPr>
          <p:cNvSpPr/>
          <p:nvPr/>
        </p:nvSpPr>
        <p:spPr>
          <a:xfrm>
            <a:off x="10169259" y="8081001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62" name="Grafik 61">
            <a:extLst>
              <a:ext uri="{FF2B5EF4-FFF2-40B4-BE49-F238E27FC236}">
                <a16:creationId xmlns:a16="http://schemas.microsoft.com/office/drawing/2014/main" id="{F7C7F3DD-ECC4-4BD5-0946-1E129614D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0386" y="8145424"/>
            <a:ext cx="166165" cy="174914"/>
          </a:xfrm>
          <a:prstGeom prst="rect">
            <a:avLst/>
          </a:prstGeom>
        </p:spPr>
      </p:pic>
      <p:cxnSp>
        <p:nvCxnSpPr>
          <p:cNvPr id="63" name="Gerade Verbindung mit Pfeil 62">
            <a:extLst>
              <a:ext uri="{FF2B5EF4-FFF2-40B4-BE49-F238E27FC236}">
                <a16:creationId xmlns:a16="http://schemas.microsoft.com/office/drawing/2014/main" id="{BBC574BA-725B-72F5-EF5E-3E57C781CBD4}"/>
              </a:ext>
            </a:extLst>
          </p:cNvPr>
          <p:cNvCxnSpPr>
            <a:cxnSpLocks/>
          </p:cNvCxnSpPr>
          <p:nvPr/>
        </p:nvCxnSpPr>
        <p:spPr>
          <a:xfrm>
            <a:off x="13477976" y="9155792"/>
            <a:ext cx="2016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Gerade Verbindung mit Pfeil 63">
            <a:extLst>
              <a:ext uri="{FF2B5EF4-FFF2-40B4-BE49-F238E27FC236}">
                <a16:creationId xmlns:a16="http://schemas.microsoft.com/office/drawing/2014/main" id="{80BE29C0-B5A4-26F6-59D9-655860A46635}"/>
              </a:ext>
            </a:extLst>
          </p:cNvPr>
          <p:cNvCxnSpPr>
            <a:cxnSpLocks/>
          </p:cNvCxnSpPr>
          <p:nvPr/>
        </p:nvCxnSpPr>
        <p:spPr>
          <a:xfrm flipH="1" flipV="1">
            <a:off x="13477976" y="9265112"/>
            <a:ext cx="2016000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Gerade Verbindung mit Pfeil 64">
            <a:extLst>
              <a:ext uri="{FF2B5EF4-FFF2-40B4-BE49-F238E27FC236}">
                <a16:creationId xmlns:a16="http://schemas.microsoft.com/office/drawing/2014/main" id="{CFAD1B13-F4B3-0191-090A-B230AE73F719}"/>
              </a:ext>
            </a:extLst>
          </p:cNvPr>
          <p:cNvCxnSpPr>
            <a:cxnSpLocks/>
          </p:cNvCxnSpPr>
          <p:nvPr/>
        </p:nvCxnSpPr>
        <p:spPr>
          <a:xfrm>
            <a:off x="13437286" y="9802443"/>
            <a:ext cx="2016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Gerade Verbindung mit Pfeil 65">
            <a:extLst>
              <a:ext uri="{FF2B5EF4-FFF2-40B4-BE49-F238E27FC236}">
                <a16:creationId xmlns:a16="http://schemas.microsoft.com/office/drawing/2014/main" id="{B15351C2-4638-07BC-FDF2-1B13276FA1B0}"/>
              </a:ext>
            </a:extLst>
          </p:cNvPr>
          <p:cNvCxnSpPr>
            <a:cxnSpLocks/>
          </p:cNvCxnSpPr>
          <p:nvPr/>
        </p:nvCxnSpPr>
        <p:spPr>
          <a:xfrm flipH="1" flipV="1">
            <a:off x="13437286" y="9911763"/>
            <a:ext cx="2016000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Gerade Verbindung mit Pfeil 66">
            <a:extLst>
              <a:ext uri="{FF2B5EF4-FFF2-40B4-BE49-F238E27FC236}">
                <a16:creationId xmlns:a16="http://schemas.microsoft.com/office/drawing/2014/main" id="{4BD764D8-9CB1-5DD4-A424-B6E59418E0A7}"/>
              </a:ext>
            </a:extLst>
          </p:cNvPr>
          <p:cNvCxnSpPr>
            <a:cxnSpLocks/>
          </p:cNvCxnSpPr>
          <p:nvPr/>
        </p:nvCxnSpPr>
        <p:spPr>
          <a:xfrm>
            <a:off x="13628044" y="10089267"/>
            <a:ext cx="2016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Gerade Verbindung mit Pfeil 67">
            <a:extLst>
              <a:ext uri="{FF2B5EF4-FFF2-40B4-BE49-F238E27FC236}">
                <a16:creationId xmlns:a16="http://schemas.microsoft.com/office/drawing/2014/main" id="{77067898-E101-32BA-37E4-8FA3618B4FD0}"/>
              </a:ext>
            </a:extLst>
          </p:cNvPr>
          <p:cNvCxnSpPr>
            <a:cxnSpLocks/>
          </p:cNvCxnSpPr>
          <p:nvPr/>
        </p:nvCxnSpPr>
        <p:spPr>
          <a:xfrm flipH="1" flipV="1">
            <a:off x="13628044" y="10198587"/>
            <a:ext cx="2016000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Pfeil: nach unten 70">
            <a:extLst>
              <a:ext uri="{FF2B5EF4-FFF2-40B4-BE49-F238E27FC236}">
                <a16:creationId xmlns:a16="http://schemas.microsoft.com/office/drawing/2014/main" id="{860000F8-4BE8-02EE-361D-984158792427}"/>
              </a:ext>
            </a:extLst>
          </p:cNvPr>
          <p:cNvSpPr/>
          <p:nvPr/>
        </p:nvSpPr>
        <p:spPr>
          <a:xfrm rot="16200000">
            <a:off x="11210245" y="9182210"/>
            <a:ext cx="220975" cy="417022"/>
          </a:xfrm>
          <a:prstGeom prst="downArrow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4" name="Zylinder 3">
            <a:extLst>
              <a:ext uri="{FF2B5EF4-FFF2-40B4-BE49-F238E27FC236}">
                <a16:creationId xmlns:a16="http://schemas.microsoft.com/office/drawing/2014/main" id="{873ACF08-01F2-22FA-CD88-E50511D7E71A}"/>
              </a:ext>
            </a:extLst>
          </p:cNvPr>
          <p:cNvSpPr/>
          <p:nvPr/>
        </p:nvSpPr>
        <p:spPr>
          <a:xfrm>
            <a:off x="7246655" y="7961908"/>
            <a:ext cx="1534230" cy="570807"/>
          </a:xfrm>
          <a:prstGeom prst="can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200"/>
              <a:t>RunningDS</a:t>
            </a:r>
            <a:endParaRPr lang="de-DE" sz="1200">
              <a:solidFill>
                <a:schemeClr val="tx1"/>
              </a:solidFill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3EA93EA5-E27E-2466-2148-49F2E5DB39B5}"/>
              </a:ext>
            </a:extLst>
          </p:cNvPr>
          <p:cNvSpPr txBox="1"/>
          <p:nvPr/>
        </p:nvSpPr>
        <p:spPr>
          <a:xfrm>
            <a:off x="5867603" y="7153884"/>
            <a:ext cx="225693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200"/>
              <a:t>Validation</a:t>
            </a:r>
          </a:p>
        </p:txBody>
      </p:sp>
      <p:sp>
        <p:nvSpPr>
          <p:cNvPr id="70" name="Rechteck 69">
            <a:extLst>
              <a:ext uri="{FF2B5EF4-FFF2-40B4-BE49-F238E27FC236}">
                <a16:creationId xmlns:a16="http://schemas.microsoft.com/office/drawing/2014/main" id="{CB5E82B7-7869-BBD8-4F95-A79C5974E64C}"/>
              </a:ext>
            </a:extLst>
          </p:cNvPr>
          <p:cNvSpPr/>
          <p:nvPr/>
        </p:nvSpPr>
        <p:spPr>
          <a:xfrm>
            <a:off x="7595357" y="6731958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81" name="Rechteck 80">
            <a:extLst>
              <a:ext uri="{FF2B5EF4-FFF2-40B4-BE49-F238E27FC236}">
                <a16:creationId xmlns:a16="http://schemas.microsoft.com/office/drawing/2014/main" id="{219D7DF1-4838-E424-4970-637CCA5F6D9F}"/>
              </a:ext>
            </a:extLst>
          </p:cNvPr>
          <p:cNvSpPr/>
          <p:nvPr/>
        </p:nvSpPr>
        <p:spPr>
          <a:xfrm>
            <a:off x="6192109" y="7657933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83" name="Rechteck 82">
            <a:extLst>
              <a:ext uri="{FF2B5EF4-FFF2-40B4-BE49-F238E27FC236}">
                <a16:creationId xmlns:a16="http://schemas.microsoft.com/office/drawing/2014/main" id="{7B94240D-AA8F-A17A-F0A3-98BD50B820CA}"/>
              </a:ext>
            </a:extLst>
          </p:cNvPr>
          <p:cNvSpPr/>
          <p:nvPr/>
        </p:nvSpPr>
        <p:spPr>
          <a:xfrm>
            <a:off x="6515110" y="7595970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85" name="Rechteck 84">
            <a:extLst>
              <a:ext uri="{FF2B5EF4-FFF2-40B4-BE49-F238E27FC236}">
                <a16:creationId xmlns:a16="http://schemas.microsoft.com/office/drawing/2014/main" id="{B912B7D4-BA03-4CAC-F9EC-4328B512B88F}"/>
              </a:ext>
            </a:extLst>
          </p:cNvPr>
          <p:cNvSpPr/>
          <p:nvPr/>
        </p:nvSpPr>
        <p:spPr>
          <a:xfrm>
            <a:off x="6747585" y="7520766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87" name="Rechteck 86">
            <a:extLst>
              <a:ext uri="{FF2B5EF4-FFF2-40B4-BE49-F238E27FC236}">
                <a16:creationId xmlns:a16="http://schemas.microsoft.com/office/drawing/2014/main" id="{A735C89F-0933-53B9-0BCA-93B2AD0B2E1F}"/>
              </a:ext>
            </a:extLst>
          </p:cNvPr>
          <p:cNvSpPr/>
          <p:nvPr/>
        </p:nvSpPr>
        <p:spPr>
          <a:xfrm>
            <a:off x="7168306" y="7473871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89" name="Rechteck 88">
            <a:extLst>
              <a:ext uri="{FF2B5EF4-FFF2-40B4-BE49-F238E27FC236}">
                <a16:creationId xmlns:a16="http://schemas.microsoft.com/office/drawing/2014/main" id="{95EFF100-5873-6569-3361-6737B43E0ADA}"/>
              </a:ext>
            </a:extLst>
          </p:cNvPr>
          <p:cNvSpPr/>
          <p:nvPr/>
        </p:nvSpPr>
        <p:spPr>
          <a:xfrm>
            <a:off x="7387253" y="7378371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9D1F0E37-8768-2928-4E4F-489F5CA5E6A8}"/>
              </a:ext>
            </a:extLst>
          </p:cNvPr>
          <p:cNvSpPr/>
          <p:nvPr/>
        </p:nvSpPr>
        <p:spPr>
          <a:xfrm>
            <a:off x="11660276" y="9198094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25" name="Grafik 24">
            <a:extLst>
              <a:ext uri="{FF2B5EF4-FFF2-40B4-BE49-F238E27FC236}">
                <a16:creationId xmlns:a16="http://schemas.microsoft.com/office/drawing/2014/main" id="{28D4D02C-4779-BE26-7C13-5C9A4EE20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1403" y="9262517"/>
            <a:ext cx="166165" cy="174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380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0E400-AEE1-672B-5916-2BB664D36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hteck 71">
            <a:extLst>
              <a:ext uri="{FF2B5EF4-FFF2-40B4-BE49-F238E27FC236}">
                <a16:creationId xmlns:a16="http://schemas.microsoft.com/office/drawing/2014/main" id="{E49EE346-9CFB-171A-AE31-75DB6A34FD99}"/>
              </a:ext>
            </a:extLst>
          </p:cNvPr>
          <p:cNvSpPr/>
          <p:nvPr/>
        </p:nvSpPr>
        <p:spPr>
          <a:xfrm>
            <a:off x="3460400" y="4320839"/>
            <a:ext cx="12491027" cy="64923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2000">
                <a:solidFill>
                  <a:schemeClr val="tx1"/>
                </a:solidFill>
              </a:rPr>
              <a:t>Automation Application</a:t>
            </a:r>
          </a:p>
        </p:txBody>
      </p:sp>
      <p:sp>
        <p:nvSpPr>
          <p:cNvPr id="74" name="Rechteck 73">
            <a:extLst>
              <a:ext uri="{FF2B5EF4-FFF2-40B4-BE49-F238E27FC236}">
                <a16:creationId xmlns:a16="http://schemas.microsoft.com/office/drawing/2014/main" id="{6251EA02-FABE-F9FD-906D-75282B559523}"/>
              </a:ext>
            </a:extLst>
          </p:cNvPr>
          <p:cNvSpPr/>
          <p:nvPr/>
        </p:nvSpPr>
        <p:spPr>
          <a:xfrm>
            <a:off x="5625507" y="6138482"/>
            <a:ext cx="2853775" cy="218185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E21E820B-9B03-4F08-9FBF-6992B2710FB0}"/>
              </a:ext>
            </a:extLst>
          </p:cNvPr>
          <p:cNvSpPr/>
          <p:nvPr/>
        </p:nvSpPr>
        <p:spPr>
          <a:xfrm>
            <a:off x="5999881" y="7563242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78" name="Rechteck 77">
            <a:extLst>
              <a:ext uri="{FF2B5EF4-FFF2-40B4-BE49-F238E27FC236}">
                <a16:creationId xmlns:a16="http://schemas.microsoft.com/office/drawing/2014/main" id="{3D795E1D-F821-7D6D-FDA3-9E12DAFF0DCC}"/>
              </a:ext>
            </a:extLst>
          </p:cNvPr>
          <p:cNvSpPr/>
          <p:nvPr/>
        </p:nvSpPr>
        <p:spPr>
          <a:xfrm>
            <a:off x="11413292" y="8172380"/>
            <a:ext cx="2691267" cy="24667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77" name="Rechteck 76">
            <a:extLst>
              <a:ext uri="{FF2B5EF4-FFF2-40B4-BE49-F238E27FC236}">
                <a16:creationId xmlns:a16="http://schemas.microsoft.com/office/drawing/2014/main" id="{E94E4D05-7C64-CCD9-AED1-D7358217239A}"/>
              </a:ext>
            </a:extLst>
          </p:cNvPr>
          <p:cNvSpPr/>
          <p:nvPr/>
        </p:nvSpPr>
        <p:spPr>
          <a:xfrm>
            <a:off x="11902303" y="6900006"/>
            <a:ext cx="2465406" cy="15301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76" name="Rechteck 75">
            <a:extLst>
              <a:ext uri="{FF2B5EF4-FFF2-40B4-BE49-F238E27FC236}">
                <a16:creationId xmlns:a16="http://schemas.microsoft.com/office/drawing/2014/main" id="{3FE967C4-49B2-660B-4C6F-F1E681389B23}"/>
              </a:ext>
            </a:extLst>
          </p:cNvPr>
          <p:cNvSpPr/>
          <p:nvPr/>
        </p:nvSpPr>
        <p:spPr>
          <a:xfrm>
            <a:off x="8622859" y="6823308"/>
            <a:ext cx="2691267" cy="17720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73" name="Rechteck 72">
            <a:extLst>
              <a:ext uri="{FF2B5EF4-FFF2-40B4-BE49-F238E27FC236}">
                <a16:creationId xmlns:a16="http://schemas.microsoft.com/office/drawing/2014/main" id="{24068F19-F482-C050-A982-2475CCD6072D}"/>
              </a:ext>
            </a:extLst>
          </p:cNvPr>
          <p:cNvSpPr/>
          <p:nvPr/>
        </p:nvSpPr>
        <p:spPr>
          <a:xfrm>
            <a:off x="5016054" y="4772877"/>
            <a:ext cx="2426154" cy="2070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E53B82F2-298F-6426-9E9E-6B76CEFD110C}"/>
              </a:ext>
            </a:extLst>
          </p:cNvPr>
          <p:cNvSpPr/>
          <p:nvPr/>
        </p:nvSpPr>
        <p:spPr>
          <a:xfrm>
            <a:off x="5405627" y="6077802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17F0EA05-6703-CBD4-8E7A-B645552D1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1930" y="6156771"/>
            <a:ext cx="166165" cy="174914"/>
          </a:xfrm>
          <a:prstGeom prst="rect">
            <a:avLst/>
          </a:prstGeom>
        </p:spPr>
      </p:pic>
      <p:sp>
        <p:nvSpPr>
          <p:cNvPr id="2" name="Zylinder 1">
            <a:extLst>
              <a:ext uri="{FF2B5EF4-FFF2-40B4-BE49-F238E27FC236}">
                <a16:creationId xmlns:a16="http://schemas.microsoft.com/office/drawing/2014/main" id="{A210E7D7-48BA-C3D3-8AF5-4342A16EC7CC}"/>
              </a:ext>
            </a:extLst>
          </p:cNvPr>
          <p:cNvSpPr/>
          <p:nvPr/>
        </p:nvSpPr>
        <p:spPr>
          <a:xfrm>
            <a:off x="7246888" y="5825304"/>
            <a:ext cx="1534230" cy="570807"/>
          </a:xfrm>
          <a:prstGeom prst="can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200"/>
              <a:t>CandidateDS</a:t>
            </a:r>
            <a:endParaRPr lang="de-DE" sz="1200">
              <a:solidFill>
                <a:schemeClr val="tx1"/>
              </a:solidFill>
            </a:endParaRPr>
          </a:p>
        </p:txBody>
      </p:sp>
      <p:sp>
        <p:nvSpPr>
          <p:cNvPr id="3" name="Zylinder 2">
            <a:extLst>
              <a:ext uri="{FF2B5EF4-FFF2-40B4-BE49-F238E27FC236}">
                <a16:creationId xmlns:a16="http://schemas.microsoft.com/office/drawing/2014/main" id="{0E4F2461-F918-848D-0AF8-D6C304DCD618}"/>
              </a:ext>
            </a:extLst>
          </p:cNvPr>
          <p:cNvSpPr/>
          <p:nvPr/>
        </p:nvSpPr>
        <p:spPr>
          <a:xfrm>
            <a:off x="11064056" y="7926934"/>
            <a:ext cx="1534230" cy="570807"/>
          </a:xfrm>
          <a:prstGeom prst="can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200">
                <a:solidFill>
                  <a:schemeClr val="tx1"/>
                </a:solidFill>
              </a:rPr>
              <a:t>OperationalDS</a:t>
            </a:r>
          </a:p>
        </p:txBody>
      </p:sp>
      <p:sp>
        <p:nvSpPr>
          <p:cNvPr id="6" name="Scrollen: vertikal 5">
            <a:extLst>
              <a:ext uri="{FF2B5EF4-FFF2-40B4-BE49-F238E27FC236}">
                <a16:creationId xmlns:a16="http://schemas.microsoft.com/office/drawing/2014/main" id="{D2CA30D5-C9D3-7A00-61B9-1821347AE37C}"/>
              </a:ext>
            </a:extLst>
          </p:cNvPr>
          <p:cNvSpPr/>
          <p:nvPr/>
        </p:nvSpPr>
        <p:spPr>
          <a:xfrm>
            <a:off x="9637852" y="8992374"/>
            <a:ext cx="1470660" cy="1303020"/>
          </a:xfrm>
          <a:prstGeom prst="verticalScroll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200">
                <a:solidFill>
                  <a:schemeClr val="tx1"/>
                </a:solidFill>
              </a:rPr>
              <a:t>AlarmList</a:t>
            </a:r>
          </a:p>
          <a:p>
            <a:pPr algn="ctr"/>
            <a:r>
              <a:rPr lang="de-DE" sz="1200">
                <a:solidFill>
                  <a:schemeClr val="tx1"/>
                </a:solidFill>
              </a:rPr>
              <a:t>(ToDo-List)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E638173D-48DD-BD82-B1C9-894254238C69}"/>
              </a:ext>
            </a:extLst>
          </p:cNvPr>
          <p:cNvSpPr/>
          <p:nvPr/>
        </p:nvSpPr>
        <p:spPr>
          <a:xfrm>
            <a:off x="5248516" y="5171022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9E78B505-1EE0-76A9-6358-C4848522DD34}"/>
              </a:ext>
            </a:extLst>
          </p:cNvPr>
          <p:cNvSpPr/>
          <p:nvPr/>
        </p:nvSpPr>
        <p:spPr>
          <a:xfrm>
            <a:off x="5367796" y="5433912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07324F88-D021-0611-F5D9-9112AAE9D5D5}"/>
              </a:ext>
            </a:extLst>
          </p:cNvPr>
          <p:cNvSpPr/>
          <p:nvPr/>
        </p:nvSpPr>
        <p:spPr>
          <a:xfrm>
            <a:off x="5596385" y="6331685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D9D998F5-DA54-47DE-8DCE-09086B64D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512" y="6396108"/>
            <a:ext cx="166165" cy="174914"/>
          </a:xfrm>
          <a:prstGeom prst="rect">
            <a:avLst/>
          </a:prstGeom>
        </p:spPr>
      </p:pic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8A41ECCB-EFEB-7389-17AA-3A562B9FA648}"/>
              </a:ext>
            </a:extLst>
          </p:cNvPr>
          <p:cNvCxnSpPr/>
          <p:nvPr/>
        </p:nvCxnSpPr>
        <p:spPr>
          <a:xfrm>
            <a:off x="3608424" y="5380572"/>
            <a:ext cx="16400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3A1AE4BC-888C-9080-20BE-4B51C2701192}"/>
              </a:ext>
            </a:extLst>
          </p:cNvPr>
          <p:cNvCxnSpPr>
            <a:cxnSpLocks/>
          </p:cNvCxnSpPr>
          <p:nvPr/>
        </p:nvCxnSpPr>
        <p:spPr>
          <a:xfrm flipH="1" flipV="1">
            <a:off x="3608424" y="5489892"/>
            <a:ext cx="1640092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feld 18">
            <a:extLst>
              <a:ext uri="{FF2B5EF4-FFF2-40B4-BE49-F238E27FC236}">
                <a16:creationId xmlns:a16="http://schemas.microsoft.com/office/drawing/2014/main" id="{A9A9DF82-6896-7D74-9A50-C4C24157AF74}"/>
              </a:ext>
            </a:extLst>
          </p:cNvPr>
          <p:cNvSpPr txBox="1"/>
          <p:nvPr/>
        </p:nvSpPr>
        <p:spPr>
          <a:xfrm>
            <a:off x="5142737" y="4921336"/>
            <a:ext cx="2172787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DE" sz="1200"/>
              <a:t>Interpretation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7319F282-19F8-0495-4661-1AB3B1C81ED8}"/>
              </a:ext>
            </a:extLst>
          </p:cNvPr>
          <p:cNvSpPr/>
          <p:nvPr/>
        </p:nvSpPr>
        <p:spPr>
          <a:xfrm>
            <a:off x="13232416" y="7918496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B7DD75CB-1735-55C6-3C38-73BE4D109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8719" y="7997465"/>
            <a:ext cx="166165" cy="174914"/>
          </a:xfrm>
          <a:prstGeom prst="rect">
            <a:avLst/>
          </a:prstGeom>
        </p:spPr>
      </p:pic>
      <p:sp>
        <p:nvSpPr>
          <p:cNvPr id="30" name="Textfeld 29">
            <a:extLst>
              <a:ext uri="{FF2B5EF4-FFF2-40B4-BE49-F238E27FC236}">
                <a16:creationId xmlns:a16="http://schemas.microsoft.com/office/drawing/2014/main" id="{D169251C-A21A-C69D-EF10-CFCEAD3C9289}"/>
              </a:ext>
            </a:extLst>
          </p:cNvPr>
          <p:cNvSpPr txBox="1"/>
          <p:nvPr/>
        </p:nvSpPr>
        <p:spPr>
          <a:xfrm>
            <a:off x="12071304" y="7077811"/>
            <a:ext cx="242216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200"/>
              <a:t>Measurement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9C2570D9-CB00-E242-D2F2-A75862995FE0}"/>
              </a:ext>
            </a:extLst>
          </p:cNvPr>
          <p:cNvSpPr/>
          <p:nvPr/>
        </p:nvSpPr>
        <p:spPr>
          <a:xfrm>
            <a:off x="13275088" y="7289846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32" name="Grafik 31">
            <a:extLst>
              <a:ext uri="{FF2B5EF4-FFF2-40B4-BE49-F238E27FC236}">
                <a16:creationId xmlns:a16="http://schemas.microsoft.com/office/drawing/2014/main" id="{E04774CC-DBC5-6425-E8A2-0EE68E31E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1391" y="7368815"/>
            <a:ext cx="166165" cy="174914"/>
          </a:xfrm>
          <a:prstGeom prst="rect">
            <a:avLst/>
          </a:prstGeom>
        </p:spPr>
      </p:pic>
      <p:sp>
        <p:nvSpPr>
          <p:cNvPr id="33" name="Rechteck 32">
            <a:extLst>
              <a:ext uri="{FF2B5EF4-FFF2-40B4-BE49-F238E27FC236}">
                <a16:creationId xmlns:a16="http://schemas.microsoft.com/office/drawing/2014/main" id="{336426AE-6070-0FAC-F212-CCCF02EF79DE}"/>
              </a:ext>
            </a:extLst>
          </p:cNvPr>
          <p:cNvSpPr/>
          <p:nvPr/>
        </p:nvSpPr>
        <p:spPr>
          <a:xfrm>
            <a:off x="13465846" y="7543729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34" name="Grafik 33">
            <a:extLst>
              <a:ext uri="{FF2B5EF4-FFF2-40B4-BE49-F238E27FC236}">
                <a16:creationId xmlns:a16="http://schemas.microsoft.com/office/drawing/2014/main" id="{CBCB0C5B-B2F9-66F1-F902-704D1B56A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973" y="7608152"/>
            <a:ext cx="166165" cy="174914"/>
          </a:xfrm>
          <a:prstGeom prst="rect">
            <a:avLst/>
          </a:prstGeom>
        </p:spPr>
      </p:pic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5467F29F-A17B-628A-06D6-5FA8207CD542}"/>
              </a:ext>
            </a:extLst>
          </p:cNvPr>
          <p:cNvCxnSpPr/>
          <p:nvPr/>
        </p:nvCxnSpPr>
        <p:spPr>
          <a:xfrm>
            <a:off x="13913798" y="7367912"/>
            <a:ext cx="16400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BAFCEB28-DAAE-F0D1-DAB2-FBD8E99CE143}"/>
              </a:ext>
            </a:extLst>
          </p:cNvPr>
          <p:cNvCxnSpPr>
            <a:cxnSpLocks/>
          </p:cNvCxnSpPr>
          <p:nvPr/>
        </p:nvCxnSpPr>
        <p:spPr>
          <a:xfrm flipH="1" flipV="1">
            <a:off x="13913798" y="7477232"/>
            <a:ext cx="1640092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feld 36">
            <a:extLst>
              <a:ext uri="{FF2B5EF4-FFF2-40B4-BE49-F238E27FC236}">
                <a16:creationId xmlns:a16="http://schemas.microsoft.com/office/drawing/2014/main" id="{47E905E1-5B5E-CBDE-25B9-276FF7587E79}"/>
              </a:ext>
            </a:extLst>
          </p:cNvPr>
          <p:cNvSpPr txBox="1"/>
          <p:nvPr/>
        </p:nvSpPr>
        <p:spPr>
          <a:xfrm>
            <a:off x="8792967" y="7077811"/>
            <a:ext cx="223744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200"/>
              <a:t>Monitoring</a:t>
            </a:r>
          </a:p>
        </p:txBody>
      </p:sp>
      <p:sp>
        <p:nvSpPr>
          <p:cNvPr id="38" name="Pfeil: nach unten 37">
            <a:extLst>
              <a:ext uri="{FF2B5EF4-FFF2-40B4-BE49-F238E27FC236}">
                <a16:creationId xmlns:a16="http://schemas.microsoft.com/office/drawing/2014/main" id="{766C1CAB-52E1-5BB2-2538-8FB34BFC37A0}"/>
              </a:ext>
            </a:extLst>
          </p:cNvPr>
          <p:cNvSpPr/>
          <p:nvPr/>
        </p:nvSpPr>
        <p:spPr>
          <a:xfrm>
            <a:off x="9950981" y="8522366"/>
            <a:ext cx="220975" cy="417022"/>
          </a:xfrm>
          <a:prstGeom prst="downArrow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42ED7E6B-8A80-1220-7E01-E78623D7FF46}"/>
              </a:ext>
            </a:extLst>
          </p:cNvPr>
          <p:cNvSpPr/>
          <p:nvPr/>
        </p:nvSpPr>
        <p:spPr>
          <a:xfrm>
            <a:off x="12798576" y="9681662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EF910815-6220-B6BC-0C71-2284AF5A030B}"/>
              </a:ext>
            </a:extLst>
          </p:cNvPr>
          <p:cNvSpPr/>
          <p:nvPr/>
        </p:nvSpPr>
        <p:spPr>
          <a:xfrm>
            <a:off x="12989334" y="9935545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1234D7D5-17F5-8C12-4C40-783B67AC77B6}"/>
              </a:ext>
            </a:extLst>
          </p:cNvPr>
          <p:cNvSpPr/>
          <p:nvPr/>
        </p:nvSpPr>
        <p:spPr>
          <a:xfrm>
            <a:off x="12841248" y="9053012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350B07AE-0535-98BD-F4D6-4D7FF19A84BE}"/>
              </a:ext>
            </a:extLst>
          </p:cNvPr>
          <p:cNvSpPr/>
          <p:nvPr/>
        </p:nvSpPr>
        <p:spPr>
          <a:xfrm>
            <a:off x="13032006" y="9306895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1DA2655F-E220-F3EF-7FCC-54A704F7CC39}"/>
              </a:ext>
            </a:extLst>
          </p:cNvPr>
          <p:cNvSpPr txBox="1"/>
          <p:nvPr/>
        </p:nvSpPr>
        <p:spPr>
          <a:xfrm>
            <a:off x="11478870" y="8715816"/>
            <a:ext cx="246540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DE" sz="1200"/>
              <a:t>Implementation  </a:t>
            </a:r>
          </a:p>
        </p:txBody>
      </p: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862E14AB-3B1E-0590-979B-6FD2D4FA806B}"/>
              </a:ext>
            </a:extLst>
          </p:cNvPr>
          <p:cNvCxnSpPr>
            <a:cxnSpLocks/>
          </p:cNvCxnSpPr>
          <p:nvPr/>
        </p:nvCxnSpPr>
        <p:spPr>
          <a:xfrm>
            <a:off x="13702006" y="9408059"/>
            <a:ext cx="2016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02A6A39D-7FD3-FC4F-2B88-6732FE46A130}"/>
              </a:ext>
            </a:extLst>
          </p:cNvPr>
          <p:cNvCxnSpPr>
            <a:cxnSpLocks/>
          </p:cNvCxnSpPr>
          <p:nvPr/>
        </p:nvCxnSpPr>
        <p:spPr>
          <a:xfrm flipH="1" flipV="1">
            <a:off x="13702006" y="9517379"/>
            <a:ext cx="2016000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853D4603-37D3-231F-8BC0-460D7DC7DE6F}"/>
              </a:ext>
            </a:extLst>
          </p:cNvPr>
          <p:cNvCxnSpPr/>
          <p:nvPr/>
        </p:nvCxnSpPr>
        <p:spPr>
          <a:xfrm>
            <a:off x="3727704" y="5687212"/>
            <a:ext cx="16400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164ACDB8-87BA-853A-CB29-0D64865474C6}"/>
              </a:ext>
            </a:extLst>
          </p:cNvPr>
          <p:cNvCxnSpPr>
            <a:cxnSpLocks/>
          </p:cNvCxnSpPr>
          <p:nvPr/>
        </p:nvCxnSpPr>
        <p:spPr>
          <a:xfrm flipH="1" flipV="1">
            <a:off x="3727704" y="5796532"/>
            <a:ext cx="1640092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99DC6179-6282-F0FE-7E5D-4CBA89A03DD0}"/>
              </a:ext>
            </a:extLst>
          </p:cNvPr>
          <p:cNvCxnSpPr/>
          <p:nvPr/>
        </p:nvCxnSpPr>
        <p:spPr>
          <a:xfrm>
            <a:off x="14104556" y="7722344"/>
            <a:ext cx="16400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0DFC8927-A74B-5445-B17D-0E5D7E77A840}"/>
              </a:ext>
            </a:extLst>
          </p:cNvPr>
          <p:cNvCxnSpPr>
            <a:cxnSpLocks/>
          </p:cNvCxnSpPr>
          <p:nvPr/>
        </p:nvCxnSpPr>
        <p:spPr>
          <a:xfrm flipH="1" flipV="1">
            <a:off x="14104556" y="7831664"/>
            <a:ext cx="1640092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52520FDD-8C03-7D9C-EC11-5A64A8BD7CCA}"/>
              </a:ext>
            </a:extLst>
          </p:cNvPr>
          <p:cNvCxnSpPr/>
          <p:nvPr/>
        </p:nvCxnSpPr>
        <p:spPr>
          <a:xfrm>
            <a:off x="13862564" y="8063062"/>
            <a:ext cx="16400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7E52D4EB-5582-550D-D4A2-10ADEA7E807B}"/>
              </a:ext>
            </a:extLst>
          </p:cNvPr>
          <p:cNvCxnSpPr>
            <a:cxnSpLocks/>
          </p:cNvCxnSpPr>
          <p:nvPr/>
        </p:nvCxnSpPr>
        <p:spPr>
          <a:xfrm flipH="1" flipV="1">
            <a:off x="13862564" y="8172382"/>
            <a:ext cx="1640092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hteck 28">
            <a:extLst>
              <a:ext uri="{FF2B5EF4-FFF2-40B4-BE49-F238E27FC236}">
                <a16:creationId xmlns:a16="http://schemas.microsoft.com/office/drawing/2014/main" id="{5A3FD9D7-06EB-9035-E36F-A42972183082}"/>
              </a:ext>
            </a:extLst>
          </p:cNvPr>
          <p:cNvSpPr/>
          <p:nvPr/>
        </p:nvSpPr>
        <p:spPr>
          <a:xfrm>
            <a:off x="9373181" y="7741732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40" name="Grafik 39">
            <a:extLst>
              <a:ext uri="{FF2B5EF4-FFF2-40B4-BE49-F238E27FC236}">
                <a16:creationId xmlns:a16="http://schemas.microsoft.com/office/drawing/2014/main" id="{C9D6E415-60BC-E20F-9808-260F562F3F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9484" y="7820701"/>
            <a:ext cx="166165" cy="174914"/>
          </a:xfrm>
          <a:prstGeom prst="rect">
            <a:avLst/>
          </a:prstGeom>
        </p:spPr>
      </p:pic>
      <p:sp>
        <p:nvSpPr>
          <p:cNvPr id="41" name="Rechteck 40">
            <a:extLst>
              <a:ext uri="{FF2B5EF4-FFF2-40B4-BE49-F238E27FC236}">
                <a16:creationId xmlns:a16="http://schemas.microsoft.com/office/drawing/2014/main" id="{CEBCDB06-E1B8-0688-9C95-F9399539E8C9}"/>
              </a:ext>
            </a:extLst>
          </p:cNvPr>
          <p:cNvSpPr/>
          <p:nvPr/>
        </p:nvSpPr>
        <p:spPr>
          <a:xfrm>
            <a:off x="9563939" y="7995615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53" name="Grafik 52">
            <a:extLst>
              <a:ext uri="{FF2B5EF4-FFF2-40B4-BE49-F238E27FC236}">
                <a16:creationId xmlns:a16="http://schemas.microsoft.com/office/drawing/2014/main" id="{4E522E9E-D32C-94D5-4042-94908784A0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5066" y="8060038"/>
            <a:ext cx="166165" cy="174914"/>
          </a:xfrm>
          <a:prstGeom prst="rect">
            <a:avLst/>
          </a:prstGeom>
        </p:spPr>
      </p:pic>
      <p:sp>
        <p:nvSpPr>
          <p:cNvPr id="54" name="Rechteck 53">
            <a:extLst>
              <a:ext uri="{FF2B5EF4-FFF2-40B4-BE49-F238E27FC236}">
                <a16:creationId xmlns:a16="http://schemas.microsoft.com/office/drawing/2014/main" id="{ED48962C-F8A9-4CCE-1EA1-8CEC91D63391}"/>
              </a:ext>
            </a:extLst>
          </p:cNvPr>
          <p:cNvSpPr/>
          <p:nvPr/>
        </p:nvSpPr>
        <p:spPr>
          <a:xfrm>
            <a:off x="9978501" y="7827118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60" name="Grafik 59">
            <a:extLst>
              <a:ext uri="{FF2B5EF4-FFF2-40B4-BE49-F238E27FC236}">
                <a16:creationId xmlns:a16="http://schemas.microsoft.com/office/drawing/2014/main" id="{1C086D12-604F-3C2B-B89D-E6976AF815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4804" y="7906087"/>
            <a:ext cx="166165" cy="174914"/>
          </a:xfrm>
          <a:prstGeom prst="rect">
            <a:avLst/>
          </a:prstGeom>
        </p:spPr>
      </p:pic>
      <p:sp>
        <p:nvSpPr>
          <p:cNvPr id="61" name="Rechteck 60">
            <a:extLst>
              <a:ext uri="{FF2B5EF4-FFF2-40B4-BE49-F238E27FC236}">
                <a16:creationId xmlns:a16="http://schemas.microsoft.com/office/drawing/2014/main" id="{9DC8A3C6-AAB7-4A13-93EA-06E7CDA1E36F}"/>
              </a:ext>
            </a:extLst>
          </p:cNvPr>
          <p:cNvSpPr/>
          <p:nvPr/>
        </p:nvSpPr>
        <p:spPr>
          <a:xfrm>
            <a:off x="10169259" y="8081001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62" name="Grafik 61">
            <a:extLst>
              <a:ext uri="{FF2B5EF4-FFF2-40B4-BE49-F238E27FC236}">
                <a16:creationId xmlns:a16="http://schemas.microsoft.com/office/drawing/2014/main" id="{81023B25-4EF4-991B-D0C5-CB4714F78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0386" y="8145424"/>
            <a:ext cx="166165" cy="174914"/>
          </a:xfrm>
          <a:prstGeom prst="rect">
            <a:avLst/>
          </a:prstGeom>
        </p:spPr>
      </p:pic>
      <p:cxnSp>
        <p:nvCxnSpPr>
          <p:cNvPr id="63" name="Gerade Verbindung mit Pfeil 62">
            <a:extLst>
              <a:ext uri="{FF2B5EF4-FFF2-40B4-BE49-F238E27FC236}">
                <a16:creationId xmlns:a16="http://schemas.microsoft.com/office/drawing/2014/main" id="{6A5F7547-2BD3-A8AB-939A-8C8BAA4571A1}"/>
              </a:ext>
            </a:extLst>
          </p:cNvPr>
          <p:cNvCxnSpPr>
            <a:cxnSpLocks/>
          </p:cNvCxnSpPr>
          <p:nvPr/>
        </p:nvCxnSpPr>
        <p:spPr>
          <a:xfrm>
            <a:off x="13477976" y="9155792"/>
            <a:ext cx="2016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Gerade Verbindung mit Pfeil 63">
            <a:extLst>
              <a:ext uri="{FF2B5EF4-FFF2-40B4-BE49-F238E27FC236}">
                <a16:creationId xmlns:a16="http://schemas.microsoft.com/office/drawing/2014/main" id="{712DE035-51C8-3302-CD11-28624A913AC4}"/>
              </a:ext>
            </a:extLst>
          </p:cNvPr>
          <p:cNvCxnSpPr>
            <a:cxnSpLocks/>
          </p:cNvCxnSpPr>
          <p:nvPr/>
        </p:nvCxnSpPr>
        <p:spPr>
          <a:xfrm flipH="1" flipV="1">
            <a:off x="13477976" y="9265112"/>
            <a:ext cx="2016000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Gerade Verbindung mit Pfeil 64">
            <a:extLst>
              <a:ext uri="{FF2B5EF4-FFF2-40B4-BE49-F238E27FC236}">
                <a16:creationId xmlns:a16="http://schemas.microsoft.com/office/drawing/2014/main" id="{65C7AB4F-06F5-9BF9-BACC-2B9D869DF9ED}"/>
              </a:ext>
            </a:extLst>
          </p:cNvPr>
          <p:cNvCxnSpPr>
            <a:cxnSpLocks/>
          </p:cNvCxnSpPr>
          <p:nvPr/>
        </p:nvCxnSpPr>
        <p:spPr>
          <a:xfrm>
            <a:off x="13437286" y="9802443"/>
            <a:ext cx="2016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Gerade Verbindung mit Pfeil 65">
            <a:extLst>
              <a:ext uri="{FF2B5EF4-FFF2-40B4-BE49-F238E27FC236}">
                <a16:creationId xmlns:a16="http://schemas.microsoft.com/office/drawing/2014/main" id="{58F15CF8-42E4-6EC4-121D-B75591712439}"/>
              </a:ext>
            </a:extLst>
          </p:cNvPr>
          <p:cNvCxnSpPr>
            <a:cxnSpLocks/>
          </p:cNvCxnSpPr>
          <p:nvPr/>
        </p:nvCxnSpPr>
        <p:spPr>
          <a:xfrm flipH="1" flipV="1">
            <a:off x="13437286" y="9911763"/>
            <a:ext cx="2016000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Gerade Verbindung mit Pfeil 66">
            <a:extLst>
              <a:ext uri="{FF2B5EF4-FFF2-40B4-BE49-F238E27FC236}">
                <a16:creationId xmlns:a16="http://schemas.microsoft.com/office/drawing/2014/main" id="{33F628D9-B38A-341C-F231-FA74A28E5051}"/>
              </a:ext>
            </a:extLst>
          </p:cNvPr>
          <p:cNvCxnSpPr>
            <a:cxnSpLocks/>
          </p:cNvCxnSpPr>
          <p:nvPr/>
        </p:nvCxnSpPr>
        <p:spPr>
          <a:xfrm>
            <a:off x="13628044" y="10089267"/>
            <a:ext cx="2016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Gerade Verbindung mit Pfeil 67">
            <a:extLst>
              <a:ext uri="{FF2B5EF4-FFF2-40B4-BE49-F238E27FC236}">
                <a16:creationId xmlns:a16="http://schemas.microsoft.com/office/drawing/2014/main" id="{BF2A697D-BFE1-47C6-140F-C9AAB494B7AA}"/>
              </a:ext>
            </a:extLst>
          </p:cNvPr>
          <p:cNvCxnSpPr>
            <a:cxnSpLocks/>
          </p:cNvCxnSpPr>
          <p:nvPr/>
        </p:nvCxnSpPr>
        <p:spPr>
          <a:xfrm flipH="1" flipV="1">
            <a:off x="13628044" y="10198587"/>
            <a:ext cx="2016000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Pfeil: nach unten 70">
            <a:extLst>
              <a:ext uri="{FF2B5EF4-FFF2-40B4-BE49-F238E27FC236}">
                <a16:creationId xmlns:a16="http://schemas.microsoft.com/office/drawing/2014/main" id="{1625388A-7CEF-8EDA-E07D-6919E2809F17}"/>
              </a:ext>
            </a:extLst>
          </p:cNvPr>
          <p:cNvSpPr/>
          <p:nvPr/>
        </p:nvSpPr>
        <p:spPr>
          <a:xfrm rot="16200000">
            <a:off x="11210245" y="9182210"/>
            <a:ext cx="220975" cy="417022"/>
          </a:xfrm>
          <a:prstGeom prst="downArrow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4" name="Zylinder 3">
            <a:extLst>
              <a:ext uri="{FF2B5EF4-FFF2-40B4-BE49-F238E27FC236}">
                <a16:creationId xmlns:a16="http://schemas.microsoft.com/office/drawing/2014/main" id="{213645D2-7F1D-EA73-F530-AA9FB2E4D0B2}"/>
              </a:ext>
            </a:extLst>
          </p:cNvPr>
          <p:cNvSpPr/>
          <p:nvPr/>
        </p:nvSpPr>
        <p:spPr>
          <a:xfrm>
            <a:off x="7246655" y="7961908"/>
            <a:ext cx="1534230" cy="570807"/>
          </a:xfrm>
          <a:prstGeom prst="can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200"/>
              <a:t>RunningDS</a:t>
            </a:r>
            <a:endParaRPr lang="de-DE" sz="1200">
              <a:solidFill>
                <a:schemeClr val="tx1"/>
              </a:solidFill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691BD516-072E-1118-BF0F-4E3C35010AC6}"/>
              </a:ext>
            </a:extLst>
          </p:cNvPr>
          <p:cNvSpPr txBox="1"/>
          <p:nvPr/>
        </p:nvSpPr>
        <p:spPr>
          <a:xfrm>
            <a:off x="5867603" y="7153884"/>
            <a:ext cx="225693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200"/>
              <a:t>Validation</a:t>
            </a:r>
          </a:p>
        </p:txBody>
      </p:sp>
      <p:sp>
        <p:nvSpPr>
          <p:cNvPr id="70" name="Rechteck 69">
            <a:extLst>
              <a:ext uri="{FF2B5EF4-FFF2-40B4-BE49-F238E27FC236}">
                <a16:creationId xmlns:a16="http://schemas.microsoft.com/office/drawing/2014/main" id="{C78930ED-2572-D957-D7AE-CAC64FAEE06E}"/>
              </a:ext>
            </a:extLst>
          </p:cNvPr>
          <p:cNvSpPr/>
          <p:nvPr/>
        </p:nvSpPr>
        <p:spPr>
          <a:xfrm>
            <a:off x="7595357" y="6731958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81" name="Rechteck 80">
            <a:extLst>
              <a:ext uri="{FF2B5EF4-FFF2-40B4-BE49-F238E27FC236}">
                <a16:creationId xmlns:a16="http://schemas.microsoft.com/office/drawing/2014/main" id="{03EC3592-4B8C-732E-21C0-5FA6F2685287}"/>
              </a:ext>
            </a:extLst>
          </p:cNvPr>
          <p:cNvSpPr/>
          <p:nvPr/>
        </p:nvSpPr>
        <p:spPr>
          <a:xfrm>
            <a:off x="6192109" y="7657933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83" name="Rechteck 82">
            <a:extLst>
              <a:ext uri="{FF2B5EF4-FFF2-40B4-BE49-F238E27FC236}">
                <a16:creationId xmlns:a16="http://schemas.microsoft.com/office/drawing/2014/main" id="{22EB1474-4640-7B89-9E70-7FE83BF7E979}"/>
              </a:ext>
            </a:extLst>
          </p:cNvPr>
          <p:cNvSpPr/>
          <p:nvPr/>
        </p:nvSpPr>
        <p:spPr>
          <a:xfrm>
            <a:off x="6515110" y="7595970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85" name="Rechteck 84">
            <a:extLst>
              <a:ext uri="{FF2B5EF4-FFF2-40B4-BE49-F238E27FC236}">
                <a16:creationId xmlns:a16="http://schemas.microsoft.com/office/drawing/2014/main" id="{3CA521EA-B2DC-EDC9-C3F0-BA52C8347DF9}"/>
              </a:ext>
            </a:extLst>
          </p:cNvPr>
          <p:cNvSpPr/>
          <p:nvPr/>
        </p:nvSpPr>
        <p:spPr>
          <a:xfrm>
            <a:off x="6747585" y="7520766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87" name="Rechteck 86">
            <a:extLst>
              <a:ext uri="{FF2B5EF4-FFF2-40B4-BE49-F238E27FC236}">
                <a16:creationId xmlns:a16="http://schemas.microsoft.com/office/drawing/2014/main" id="{EB66A8EF-DC73-4ED9-4989-15CE49A2A2DF}"/>
              </a:ext>
            </a:extLst>
          </p:cNvPr>
          <p:cNvSpPr/>
          <p:nvPr/>
        </p:nvSpPr>
        <p:spPr>
          <a:xfrm>
            <a:off x="7168306" y="7473871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89" name="Rechteck 88">
            <a:extLst>
              <a:ext uri="{FF2B5EF4-FFF2-40B4-BE49-F238E27FC236}">
                <a16:creationId xmlns:a16="http://schemas.microsoft.com/office/drawing/2014/main" id="{E0BE8C61-5A67-3FFD-72BC-8736926B31B8}"/>
              </a:ext>
            </a:extLst>
          </p:cNvPr>
          <p:cNvSpPr/>
          <p:nvPr/>
        </p:nvSpPr>
        <p:spPr>
          <a:xfrm>
            <a:off x="7387253" y="7378371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68997C76-1568-F55C-B54B-2677EC77ACCC}"/>
              </a:ext>
            </a:extLst>
          </p:cNvPr>
          <p:cNvSpPr/>
          <p:nvPr/>
        </p:nvSpPr>
        <p:spPr>
          <a:xfrm>
            <a:off x="11660276" y="9198094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25" name="Grafik 24">
            <a:extLst>
              <a:ext uri="{FF2B5EF4-FFF2-40B4-BE49-F238E27FC236}">
                <a16:creationId xmlns:a16="http://schemas.microsoft.com/office/drawing/2014/main" id="{31082FEB-7976-1B31-7B00-FBAB23EC7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1403" y="9262517"/>
            <a:ext cx="166165" cy="174914"/>
          </a:xfrm>
          <a:prstGeom prst="rect">
            <a:avLst/>
          </a:prstGeom>
        </p:spPr>
      </p:pic>
      <p:sp>
        <p:nvSpPr>
          <p:cNvPr id="27" name="Rechteck 26">
            <a:extLst>
              <a:ext uri="{FF2B5EF4-FFF2-40B4-BE49-F238E27FC236}">
                <a16:creationId xmlns:a16="http://schemas.microsoft.com/office/drawing/2014/main" id="{EA2D8564-9429-570B-3277-85D11942C7B2}"/>
              </a:ext>
            </a:extLst>
          </p:cNvPr>
          <p:cNvSpPr/>
          <p:nvPr/>
        </p:nvSpPr>
        <p:spPr>
          <a:xfrm>
            <a:off x="3794760" y="6764449"/>
            <a:ext cx="3665422" cy="69182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>
                <a:solidFill>
                  <a:schemeClr val="tx1"/>
                </a:solidFill>
              </a:rPr>
              <a:t>ValidationOrchestrator needs list of </a:t>
            </a:r>
          </a:p>
          <a:p>
            <a:pPr algn="ctr"/>
            <a:r>
              <a:rPr lang="de-DE" sz="1200">
                <a:solidFill>
                  <a:schemeClr val="tx1"/>
                </a:solidFill>
              </a:rPr>
              <a:t>InterpretationFunction =&gt; ValidationTestFunction [*]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8F38DE0A-13CE-BE41-2030-9C8DBBED9F88}"/>
              </a:ext>
            </a:extLst>
          </p:cNvPr>
          <p:cNvSpPr/>
          <p:nvPr/>
        </p:nvSpPr>
        <p:spPr>
          <a:xfrm>
            <a:off x="9088579" y="9884446"/>
            <a:ext cx="3581400" cy="69182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>
                <a:solidFill>
                  <a:schemeClr val="tx1"/>
                </a:solidFill>
              </a:rPr>
              <a:t>ImplementationOrchestrator needs list of </a:t>
            </a:r>
          </a:p>
          <a:p>
            <a:pPr algn="ctr"/>
            <a:r>
              <a:rPr lang="de-DE" sz="1200">
                <a:solidFill>
                  <a:schemeClr val="tx1"/>
                </a:solidFill>
              </a:rPr>
              <a:t>ErrorCode =&gt; ImplementationFunction</a:t>
            </a:r>
          </a:p>
        </p:txBody>
      </p:sp>
    </p:spTree>
    <p:extLst>
      <p:ext uri="{BB962C8B-B14F-4D97-AF65-F5344CB8AC3E}">
        <p14:creationId xmlns:p14="http://schemas.microsoft.com/office/powerpoint/2010/main" val="2004744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0E400-AEE1-672B-5916-2BB664D36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hteck 71">
            <a:extLst>
              <a:ext uri="{FF2B5EF4-FFF2-40B4-BE49-F238E27FC236}">
                <a16:creationId xmlns:a16="http://schemas.microsoft.com/office/drawing/2014/main" id="{E49EE346-9CFB-171A-AE31-75DB6A34FD99}"/>
              </a:ext>
            </a:extLst>
          </p:cNvPr>
          <p:cNvSpPr/>
          <p:nvPr/>
        </p:nvSpPr>
        <p:spPr>
          <a:xfrm>
            <a:off x="3460400" y="4320839"/>
            <a:ext cx="12491027" cy="64923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2000">
                <a:solidFill>
                  <a:schemeClr val="tx1"/>
                </a:solidFill>
              </a:rPr>
              <a:t>Automation Application</a:t>
            </a:r>
          </a:p>
        </p:txBody>
      </p:sp>
      <p:sp>
        <p:nvSpPr>
          <p:cNvPr id="74" name="Rechteck 73">
            <a:extLst>
              <a:ext uri="{FF2B5EF4-FFF2-40B4-BE49-F238E27FC236}">
                <a16:creationId xmlns:a16="http://schemas.microsoft.com/office/drawing/2014/main" id="{6251EA02-FABE-F9FD-906D-75282B559523}"/>
              </a:ext>
            </a:extLst>
          </p:cNvPr>
          <p:cNvSpPr/>
          <p:nvPr/>
        </p:nvSpPr>
        <p:spPr>
          <a:xfrm>
            <a:off x="5625507" y="6138482"/>
            <a:ext cx="2853775" cy="218185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E21E820B-9B03-4F08-9FBF-6992B2710FB0}"/>
              </a:ext>
            </a:extLst>
          </p:cNvPr>
          <p:cNvSpPr/>
          <p:nvPr/>
        </p:nvSpPr>
        <p:spPr>
          <a:xfrm>
            <a:off x="5999881" y="7563242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78" name="Rechteck 77">
            <a:extLst>
              <a:ext uri="{FF2B5EF4-FFF2-40B4-BE49-F238E27FC236}">
                <a16:creationId xmlns:a16="http://schemas.microsoft.com/office/drawing/2014/main" id="{3D795E1D-F821-7D6D-FDA3-9E12DAFF0DCC}"/>
              </a:ext>
            </a:extLst>
          </p:cNvPr>
          <p:cNvSpPr/>
          <p:nvPr/>
        </p:nvSpPr>
        <p:spPr>
          <a:xfrm>
            <a:off x="11413292" y="8172380"/>
            <a:ext cx="2691267" cy="24667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77" name="Rechteck 76">
            <a:extLst>
              <a:ext uri="{FF2B5EF4-FFF2-40B4-BE49-F238E27FC236}">
                <a16:creationId xmlns:a16="http://schemas.microsoft.com/office/drawing/2014/main" id="{E94E4D05-7C64-CCD9-AED1-D7358217239A}"/>
              </a:ext>
            </a:extLst>
          </p:cNvPr>
          <p:cNvSpPr/>
          <p:nvPr/>
        </p:nvSpPr>
        <p:spPr>
          <a:xfrm>
            <a:off x="11902303" y="6900006"/>
            <a:ext cx="2465406" cy="15301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76" name="Rechteck 75">
            <a:extLst>
              <a:ext uri="{FF2B5EF4-FFF2-40B4-BE49-F238E27FC236}">
                <a16:creationId xmlns:a16="http://schemas.microsoft.com/office/drawing/2014/main" id="{3FE967C4-49B2-660B-4C6F-F1E681389B23}"/>
              </a:ext>
            </a:extLst>
          </p:cNvPr>
          <p:cNvSpPr/>
          <p:nvPr/>
        </p:nvSpPr>
        <p:spPr>
          <a:xfrm>
            <a:off x="8622859" y="6823308"/>
            <a:ext cx="2691267" cy="17720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73" name="Rechteck 72">
            <a:extLst>
              <a:ext uri="{FF2B5EF4-FFF2-40B4-BE49-F238E27FC236}">
                <a16:creationId xmlns:a16="http://schemas.microsoft.com/office/drawing/2014/main" id="{24068F19-F482-C050-A982-2475CCD6072D}"/>
              </a:ext>
            </a:extLst>
          </p:cNvPr>
          <p:cNvSpPr/>
          <p:nvPr/>
        </p:nvSpPr>
        <p:spPr>
          <a:xfrm>
            <a:off x="5016054" y="4772877"/>
            <a:ext cx="2426154" cy="2070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E53B82F2-298F-6426-9E9E-6B76CEFD110C}"/>
              </a:ext>
            </a:extLst>
          </p:cNvPr>
          <p:cNvSpPr/>
          <p:nvPr/>
        </p:nvSpPr>
        <p:spPr>
          <a:xfrm>
            <a:off x="5405627" y="6077802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17F0EA05-6703-CBD4-8E7A-B645552D1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1930" y="6156771"/>
            <a:ext cx="166165" cy="174914"/>
          </a:xfrm>
          <a:prstGeom prst="rect">
            <a:avLst/>
          </a:prstGeom>
        </p:spPr>
      </p:pic>
      <p:sp>
        <p:nvSpPr>
          <p:cNvPr id="2" name="Zylinder 1">
            <a:extLst>
              <a:ext uri="{FF2B5EF4-FFF2-40B4-BE49-F238E27FC236}">
                <a16:creationId xmlns:a16="http://schemas.microsoft.com/office/drawing/2014/main" id="{A210E7D7-48BA-C3D3-8AF5-4342A16EC7CC}"/>
              </a:ext>
            </a:extLst>
          </p:cNvPr>
          <p:cNvSpPr/>
          <p:nvPr/>
        </p:nvSpPr>
        <p:spPr>
          <a:xfrm>
            <a:off x="7246888" y="5825304"/>
            <a:ext cx="1534230" cy="570807"/>
          </a:xfrm>
          <a:prstGeom prst="can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200"/>
              <a:t>CandidateDS</a:t>
            </a:r>
            <a:endParaRPr lang="de-DE" sz="1200">
              <a:solidFill>
                <a:schemeClr val="tx1"/>
              </a:solidFill>
            </a:endParaRPr>
          </a:p>
        </p:txBody>
      </p:sp>
      <p:sp>
        <p:nvSpPr>
          <p:cNvPr id="3" name="Zylinder 2">
            <a:extLst>
              <a:ext uri="{FF2B5EF4-FFF2-40B4-BE49-F238E27FC236}">
                <a16:creationId xmlns:a16="http://schemas.microsoft.com/office/drawing/2014/main" id="{0E4F2461-F918-848D-0AF8-D6C304DCD618}"/>
              </a:ext>
            </a:extLst>
          </p:cNvPr>
          <p:cNvSpPr/>
          <p:nvPr/>
        </p:nvSpPr>
        <p:spPr>
          <a:xfrm>
            <a:off x="11064056" y="7926934"/>
            <a:ext cx="1534230" cy="570807"/>
          </a:xfrm>
          <a:prstGeom prst="can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200">
                <a:solidFill>
                  <a:schemeClr val="tx1"/>
                </a:solidFill>
              </a:rPr>
              <a:t>OperationalDS</a:t>
            </a:r>
          </a:p>
        </p:txBody>
      </p:sp>
      <p:sp>
        <p:nvSpPr>
          <p:cNvPr id="6" name="Scrollen: vertikal 5">
            <a:extLst>
              <a:ext uri="{FF2B5EF4-FFF2-40B4-BE49-F238E27FC236}">
                <a16:creationId xmlns:a16="http://schemas.microsoft.com/office/drawing/2014/main" id="{D2CA30D5-C9D3-7A00-61B9-1821347AE37C}"/>
              </a:ext>
            </a:extLst>
          </p:cNvPr>
          <p:cNvSpPr/>
          <p:nvPr/>
        </p:nvSpPr>
        <p:spPr>
          <a:xfrm>
            <a:off x="9637852" y="8992374"/>
            <a:ext cx="1470660" cy="1303020"/>
          </a:xfrm>
          <a:prstGeom prst="verticalScroll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200">
                <a:solidFill>
                  <a:schemeClr val="tx1"/>
                </a:solidFill>
              </a:rPr>
              <a:t>AlarmList</a:t>
            </a:r>
          </a:p>
          <a:p>
            <a:pPr algn="ctr"/>
            <a:r>
              <a:rPr lang="de-DE" sz="1200">
                <a:solidFill>
                  <a:schemeClr val="tx1"/>
                </a:solidFill>
              </a:rPr>
              <a:t>(ToDo-List)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E638173D-48DD-BD82-B1C9-894254238C69}"/>
              </a:ext>
            </a:extLst>
          </p:cNvPr>
          <p:cNvSpPr/>
          <p:nvPr/>
        </p:nvSpPr>
        <p:spPr>
          <a:xfrm>
            <a:off x="5248516" y="5171022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9E78B505-1EE0-76A9-6358-C4848522DD34}"/>
              </a:ext>
            </a:extLst>
          </p:cNvPr>
          <p:cNvSpPr/>
          <p:nvPr/>
        </p:nvSpPr>
        <p:spPr>
          <a:xfrm>
            <a:off x="5367796" y="5433912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07324F88-D021-0611-F5D9-9112AAE9D5D5}"/>
              </a:ext>
            </a:extLst>
          </p:cNvPr>
          <p:cNvSpPr/>
          <p:nvPr/>
        </p:nvSpPr>
        <p:spPr>
          <a:xfrm>
            <a:off x="5596385" y="6331685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D9D998F5-DA54-47DE-8DCE-09086B64D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512" y="6396108"/>
            <a:ext cx="166165" cy="174914"/>
          </a:xfrm>
          <a:prstGeom prst="rect">
            <a:avLst/>
          </a:prstGeom>
        </p:spPr>
      </p:pic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8A41ECCB-EFEB-7389-17AA-3A562B9FA648}"/>
              </a:ext>
            </a:extLst>
          </p:cNvPr>
          <p:cNvCxnSpPr/>
          <p:nvPr/>
        </p:nvCxnSpPr>
        <p:spPr>
          <a:xfrm>
            <a:off x="3608424" y="5380572"/>
            <a:ext cx="16400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3A1AE4BC-888C-9080-20BE-4B51C2701192}"/>
              </a:ext>
            </a:extLst>
          </p:cNvPr>
          <p:cNvCxnSpPr>
            <a:cxnSpLocks/>
          </p:cNvCxnSpPr>
          <p:nvPr/>
        </p:nvCxnSpPr>
        <p:spPr>
          <a:xfrm flipH="1" flipV="1">
            <a:off x="3608424" y="5489892"/>
            <a:ext cx="1640092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feld 18">
            <a:extLst>
              <a:ext uri="{FF2B5EF4-FFF2-40B4-BE49-F238E27FC236}">
                <a16:creationId xmlns:a16="http://schemas.microsoft.com/office/drawing/2014/main" id="{A9A9DF82-6896-7D74-9A50-C4C24157AF74}"/>
              </a:ext>
            </a:extLst>
          </p:cNvPr>
          <p:cNvSpPr txBox="1"/>
          <p:nvPr/>
        </p:nvSpPr>
        <p:spPr>
          <a:xfrm>
            <a:off x="5142737" y="4921336"/>
            <a:ext cx="2172787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DE" sz="1200"/>
              <a:t>Interpretation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7319F282-19F8-0495-4661-1AB3B1C81ED8}"/>
              </a:ext>
            </a:extLst>
          </p:cNvPr>
          <p:cNvSpPr/>
          <p:nvPr/>
        </p:nvSpPr>
        <p:spPr>
          <a:xfrm>
            <a:off x="13232416" y="7918496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B7DD75CB-1735-55C6-3C38-73BE4D109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8719" y="7997465"/>
            <a:ext cx="166165" cy="174914"/>
          </a:xfrm>
          <a:prstGeom prst="rect">
            <a:avLst/>
          </a:prstGeom>
        </p:spPr>
      </p:pic>
      <p:sp>
        <p:nvSpPr>
          <p:cNvPr id="30" name="Textfeld 29">
            <a:extLst>
              <a:ext uri="{FF2B5EF4-FFF2-40B4-BE49-F238E27FC236}">
                <a16:creationId xmlns:a16="http://schemas.microsoft.com/office/drawing/2014/main" id="{D169251C-A21A-C69D-EF10-CFCEAD3C9289}"/>
              </a:ext>
            </a:extLst>
          </p:cNvPr>
          <p:cNvSpPr txBox="1"/>
          <p:nvPr/>
        </p:nvSpPr>
        <p:spPr>
          <a:xfrm>
            <a:off x="12071304" y="7077811"/>
            <a:ext cx="242216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200"/>
              <a:t>Measurement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9C2570D9-CB00-E242-D2F2-A75862995FE0}"/>
              </a:ext>
            </a:extLst>
          </p:cNvPr>
          <p:cNvSpPr/>
          <p:nvPr/>
        </p:nvSpPr>
        <p:spPr>
          <a:xfrm>
            <a:off x="13275088" y="7289846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32" name="Grafik 31">
            <a:extLst>
              <a:ext uri="{FF2B5EF4-FFF2-40B4-BE49-F238E27FC236}">
                <a16:creationId xmlns:a16="http://schemas.microsoft.com/office/drawing/2014/main" id="{E04774CC-DBC5-6425-E8A2-0EE68E31E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1391" y="7368815"/>
            <a:ext cx="166165" cy="174914"/>
          </a:xfrm>
          <a:prstGeom prst="rect">
            <a:avLst/>
          </a:prstGeom>
        </p:spPr>
      </p:pic>
      <p:sp>
        <p:nvSpPr>
          <p:cNvPr id="33" name="Rechteck 32">
            <a:extLst>
              <a:ext uri="{FF2B5EF4-FFF2-40B4-BE49-F238E27FC236}">
                <a16:creationId xmlns:a16="http://schemas.microsoft.com/office/drawing/2014/main" id="{336426AE-6070-0FAC-F212-CCCF02EF79DE}"/>
              </a:ext>
            </a:extLst>
          </p:cNvPr>
          <p:cNvSpPr/>
          <p:nvPr/>
        </p:nvSpPr>
        <p:spPr>
          <a:xfrm>
            <a:off x="13465846" y="7543729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34" name="Grafik 33">
            <a:extLst>
              <a:ext uri="{FF2B5EF4-FFF2-40B4-BE49-F238E27FC236}">
                <a16:creationId xmlns:a16="http://schemas.microsoft.com/office/drawing/2014/main" id="{CBCB0C5B-B2F9-66F1-F902-704D1B56A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973" y="7608152"/>
            <a:ext cx="166165" cy="174914"/>
          </a:xfrm>
          <a:prstGeom prst="rect">
            <a:avLst/>
          </a:prstGeom>
        </p:spPr>
      </p:pic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5467F29F-A17B-628A-06D6-5FA8207CD542}"/>
              </a:ext>
            </a:extLst>
          </p:cNvPr>
          <p:cNvCxnSpPr/>
          <p:nvPr/>
        </p:nvCxnSpPr>
        <p:spPr>
          <a:xfrm>
            <a:off x="13913798" y="7367912"/>
            <a:ext cx="16400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BAFCEB28-DAAE-F0D1-DAB2-FBD8E99CE143}"/>
              </a:ext>
            </a:extLst>
          </p:cNvPr>
          <p:cNvCxnSpPr>
            <a:cxnSpLocks/>
          </p:cNvCxnSpPr>
          <p:nvPr/>
        </p:nvCxnSpPr>
        <p:spPr>
          <a:xfrm flipH="1" flipV="1">
            <a:off x="13913798" y="7477232"/>
            <a:ext cx="1640092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feld 36">
            <a:extLst>
              <a:ext uri="{FF2B5EF4-FFF2-40B4-BE49-F238E27FC236}">
                <a16:creationId xmlns:a16="http://schemas.microsoft.com/office/drawing/2014/main" id="{47E905E1-5B5E-CBDE-25B9-276FF7587E79}"/>
              </a:ext>
            </a:extLst>
          </p:cNvPr>
          <p:cNvSpPr txBox="1"/>
          <p:nvPr/>
        </p:nvSpPr>
        <p:spPr>
          <a:xfrm>
            <a:off x="8792967" y="7077811"/>
            <a:ext cx="223744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200"/>
              <a:t>Monitoring</a:t>
            </a:r>
          </a:p>
        </p:txBody>
      </p:sp>
      <p:sp>
        <p:nvSpPr>
          <p:cNvPr id="38" name="Pfeil: nach unten 37">
            <a:extLst>
              <a:ext uri="{FF2B5EF4-FFF2-40B4-BE49-F238E27FC236}">
                <a16:creationId xmlns:a16="http://schemas.microsoft.com/office/drawing/2014/main" id="{766C1CAB-52E1-5BB2-2538-8FB34BFC37A0}"/>
              </a:ext>
            </a:extLst>
          </p:cNvPr>
          <p:cNvSpPr/>
          <p:nvPr/>
        </p:nvSpPr>
        <p:spPr>
          <a:xfrm>
            <a:off x="9950981" y="8522366"/>
            <a:ext cx="220975" cy="417022"/>
          </a:xfrm>
          <a:prstGeom prst="downArrow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42ED7E6B-8A80-1220-7E01-E78623D7FF46}"/>
              </a:ext>
            </a:extLst>
          </p:cNvPr>
          <p:cNvSpPr/>
          <p:nvPr/>
        </p:nvSpPr>
        <p:spPr>
          <a:xfrm>
            <a:off x="12798576" y="9681662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EF910815-6220-B6BC-0C71-2284AF5A030B}"/>
              </a:ext>
            </a:extLst>
          </p:cNvPr>
          <p:cNvSpPr/>
          <p:nvPr/>
        </p:nvSpPr>
        <p:spPr>
          <a:xfrm>
            <a:off x="12989334" y="9935545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1234D7D5-17F5-8C12-4C40-783B67AC77B6}"/>
              </a:ext>
            </a:extLst>
          </p:cNvPr>
          <p:cNvSpPr/>
          <p:nvPr/>
        </p:nvSpPr>
        <p:spPr>
          <a:xfrm>
            <a:off x="12841248" y="9053012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350B07AE-0535-98BD-F4D6-4D7FF19A84BE}"/>
              </a:ext>
            </a:extLst>
          </p:cNvPr>
          <p:cNvSpPr/>
          <p:nvPr/>
        </p:nvSpPr>
        <p:spPr>
          <a:xfrm>
            <a:off x="13032006" y="9306895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1DA2655F-E220-F3EF-7FCC-54A704F7CC39}"/>
              </a:ext>
            </a:extLst>
          </p:cNvPr>
          <p:cNvSpPr txBox="1"/>
          <p:nvPr/>
        </p:nvSpPr>
        <p:spPr>
          <a:xfrm>
            <a:off x="11478870" y="8715816"/>
            <a:ext cx="246540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DE" sz="1200"/>
              <a:t>Implementation  </a:t>
            </a:r>
          </a:p>
        </p:txBody>
      </p: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862E14AB-3B1E-0590-979B-6FD2D4FA806B}"/>
              </a:ext>
            </a:extLst>
          </p:cNvPr>
          <p:cNvCxnSpPr>
            <a:cxnSpLocks/>
          </p:cNvCxnSpPr>
          <p:nvPr/>
        </p:nvCxnSpPr>
        <p:spPr>
          <a:xfrm>
            <a:off x="13702006" y="9408059"/>
            <a:ext cx="2016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02A6A39D-7FD3-FC4F-2B88-6732FE46A130}"/>
              </a:ext>
            </a:extLst>
          </p:cNvPr>
          <p:cNvCxnSpPr>
            <a:cxnSpLocks/>
          </p:cNvCxnSpPr>
          <p:nvPr/>
        </p:nvCxnSpPr>
        <p:spPr>
          <a:xfrm flipH="1" flipV="1">
            <a:off x="13702006" y="9517379"/>
            <a:ext cx="2016000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853D4603-37D3-231F-8BC0-460D7DC7DE6F}"/>
              </a:ext>
            </a:extLst>
          </p:cNvPr>
          <p:cNvCxnSpPr/>
          <p:nvPr/>
        </p:nvCxnSpPr>
        <p:spPr>
          <a:xfrm>
            <a:off x="3727704" y="5687212"/>
            <a:ext cx="16400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164ACDB8-87BA-853A-CB29-0D64865474C6}"/>
              </a:ext>
            </a:extLst>
          </p:cNvPr>
          <p:cNvCxnSpPr>
            <a:cxnSpLocks/>
          </p:cNvCxnSpPr>
          <p:nvPr/>
        </p:nvCxnSpPr>
        <p:spPr>
          <a:xfrm flipH="1" flipV="1">
            <a:off x="3727704" y="5796532"/>
            <a:ext cx="1640092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99DC6179-6282-F0FE-7E5D-4CBA89A03DD0}"/>
              </a:ext>
            </a:extLst>
          </p:cNvPr>
          <p:cNvCxnSpPr/>
          <p:nvPr/>
        </p:nvCxnSpPr>
        <p:spPr>
          <a:xfrm>
            <a:off x="14104556" y="7722344"/>
            <a:ext cx="16400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0DFC8927-A74B-5445-B17D-0E5D7E77A840}"/>
              </a:ext>
            </a:extLst>
          </p:cNvPr>
          <p:cNvCxnSpPr>
            <a:cxnSpLocks/>
          </p:cNvCxnSpPr>
          <p:nvPr/>
        </p:nvCxnSpPr>
        <p:spPr>
          <a:xfrm flipH="1" flipV="1">
            <a:off x="14104556" y="7831664"/>
            <a:ext cx="1640092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52520FDD-8C03-7D9C-EC11-5A64A8BD7CCA}"/>
              </a:ext>
            </a:extLst>
          </p:cNvPr>
          <p:cNvCxnSpPr/>
          <p:nvPr/>
        </p:nvCxnSpPr>
        <p:spPr>
          <a:xfrm>
            <a:off x="13862564" y="8063062"/>
            <a:ext cx="16400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7E52D4EB-5582-550D-D4A2-10ADEA7E807B}"/>
              </a:ext>
            </a:extLst>
          </p:cNvPr>
          <p:cNvCxnSpPr>
            <a:cxnSpLocks/>
          </p:cNvCxnSpPr>
          <p:nvPr/>
        </p:nvCxnSpPr>
        <p:spPr>
          <a:xfrm flipH="1" flipV="1">
            <a:off x="13862564" y="8172382"/>
            <a:ext cx="1640092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hteck 28">
            <a:extLst>
              <a:ext uri="{FF2B5EF4-FFF2-40B4-BE49-F238E27FC236}">
                <a16:creationId xmlns:a16="http://schemas.microsoft.com/office/drawing/2014/main" id="{5A3FD9D7-06EB-9035-E36F-A42972183082}"/>
              </a:ext>
            </a:extLst>
          </p:cNvPr>
          <p:cNvSpPr/>
          <p:nvPr/>
        </p:nvSpPr>
        <p:spPr>
          <a:xfrm>
            <a:off x="9373181" y="7741732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40" name="Grafik 39">
            <a:extLst>
              <a:ext uri="{FF2B5EF4-FFF2-40B4-BE49-F238E27FC236}">
                <a16:creationId xmlns:a16="http://schemas.microsoft.com/office/drawing/2014/main" id="{C9D6E415-60BC-E20F-9808-260F562F3F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9484" y="7820701"/>
            <a:ext cx="166165" cy="174914"/>
          </a:xfrm>
          <a:prstGeom prst="rect">
            <a:avLst/>
          </a:prstGeom>
        </p:spPr>
      </p:pic>
      <p:sp>
        <p:nvSpPr>
          <p:cNvPr id="41" name="Rechteck 40">
            <a:extLst>
              <a:ext uri="{FF2B5EF4-FFF2-40B4-BE49-F238E27FC236}">
                <a16:creationId xmlns:a16="http://schemas.microsoft.com/office/drawing/2014/main" id="{CEBCDB06-E1B8-0688-9C95-F9399539E8C9}"/>
              </a:ext>
            </a:extLst>
          </p:cNvPr>
          <p:cNvSpPr/>
          <p:nvPr/>
        </p:nvSpPr>
        <p:spPr>
          <a:xfrm>
            <a:off x="9563939" y="7995615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53" name="Grafik 52">
            <a:extLst>
              <a:ext uri="{FF2B5EF4-FFF2-40B4-BE49-F238E27FC236}">
                <a16:creationId xmlns:a16="http://schemas.microsoft.com/office/drawing/2014/main" id="{4E522E9E-D32C-94D5-4042-94908784A0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5066" y="8060038"/>
            <a:ext cx="166165" cy="174914"/>
          </a:xfrm>
          <a:prstGeom prst="rect">
            <a:avLst/>
          </a:prstGeom>
        </p:spPr>
      </p:pic>
      <p:sp>
        <p:nvSpPr>
          <p:cNvPr id="54" name="Rechteck 53">
            <a:extLst>
              <a:ext uri="{FF2B5EF4-FFF2-40B4-BE49-F238E27FC236}">
                <a16:creationId xmlns:a16="http://schemas.microsoft.com/office/drawing/2014/main" id="{ED48962C-F8A9-4CCE-1EA1-8CEC91D63391}"/>
              </a:ext>
            </a:extLst>
          </p:cNvPr>
          <p:cNvSpPr/>
          <p:nvPr/>
        </p:nvSpPr>
        <p:spPr>
          <a:xfrm>
            <a:off x="9978501" y="7827118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60" name="Grafik 59">
            <a:extLst>
              <a:ext uri="{FF2B5EF4-FFF2-40B4-BE49-F238E27FC236}">
                <a16:creationId xmlns:a16="http://schemas.microsoft.com/office/drawing/2014/main" id="{1C086D12-604F-3C2B-B89D-E6976AF815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4804" y="7906087"/>
            <a:ext cx="166165" cy="174914"/>
          </a:xfrm>
          <a:prstGeom prst="rect">
            <a:avLst/>
          </a:prstGeom>
        </p:spPr>
      </p:pic>
      <p:sp>
        <p:nvSpPr>
          <p:cNvPr id="61" name="Rechteck 60">
            <a:extLst>
              <a:ext uri="{FF2B5EF4-FFF2-40B4-BE49-F238E27FC236}">
                <a16:creationId xmlns:a16="http://schemas.microsoft.com/office/drawing/2014/main" id="{9DC8A3C6-AAB7-4A13-93EA-06E7CDA1E36F}"/>
              </a:ext>
            </a:extLst>
          </p:cNvPr>
          <p:cNvSpPr/>
          <p:nvPr/>
        </p:nvSpPr>
        <p:spPr>
          <a:xfrm>
            <a:off x="10169259" y="8081001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62" name="Grafik 61">
            <a:extLst>
              <a:ext uri="{FF2B5EF4-FFF2-40B4-BE49-F238E27FC236}">
                <a16:creationId xmlns:a16="http://schemas.microsoft.com/office/drawing/2014/main" id="{81023B25-4EF4-991B-D0C5-CB4714F78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0386" y="8145424"/>
            <a:ext cx="166165" cy="174914"/>
          </a:xfrm>
          <a:prstGeom prst="rect">
            <a:avLst/>
          </a:prstGeom>
        </p:spPr>
      </p:pic>
      <p:cxnSp>
        <p:nvCxnSpPr>
          <p:cNvPr id="63" name="Gerade Verbindung mit Pfeil 62">
            <a:extLst>
              <a:ext uri="{FF2B5EF4-FFF2-40B4-BE49-F238E27FC236}">
                <a16:creationId xmlns:a16="http://schemas.microsoft.com/office/drawing/2014/main" id="{6A5F7547-2BD3-A8AB-939A-8C8BAA4571A1}"/>
              </a:ext>
            </a:extLst>
          </p:cNvPr>
          <p:cNvCxnSpPr>
            <a:cxnSpLocks/>
          </p:cNvCxnSpPr>
          <p:nvPr/>
        </p:nvCxnSpPr>
        <p:spPr>
          <a:xfrm>
            <a:off x="13477976" y="9155792"/>
            <a:ext cx="2016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Gerade Verbindung mit Pfeil 63">
            <a:extLst>
              <a:ext uri="{FF2B5EF4-FFF2-40B4-BE49-F238E27FC236}">
                <a16:creationId xmlns:a16="http://schemas.microsoft.com/office/drawing/2014/main" id="{712DE035-51C8-3302-CD11-28624A913AC4}"/>
              </a:ext>
            </a:extLst>
          </p:cNvPr>
          <p:cNvCxnSpPr>
            <a:cxnSpLocks/>
          </p:cNvCxnSpPr>
          <p:nvPr/>
        </p:nvCxnSpPr>
        <p:spPr>
          <a:xfrm flipH="1" flipV="1">
            <a:off x="13477976" y="9265112"/>
            <a:ext cx="2016000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Gerade Verbindung mit Pfeil 64">
            <a:extLst>
              <a:ext uri="{FF2B5EF4-FFF2-40B4-BE49-F238E27FC236}">
                <a16:creationId xmlns:a16="http://schemas.microsoft.com/office/drawing/2014/main" id="{65C7AB4F-06F5-9BF9-BACC-2B9D869DF9ED}"/>
              </a:ext>
            </a:extLst>
          </p:cNvPr>
          <p:cNvCxnSpPr>
            <a:cxnSpLocks/>
          </p:cNvCxnSpPr>
          <p:nvPr/>
        </p:nvCxnSpPr>
        <p:spPr>
          <a:xfrm>
            <a:off x="13437286" y="9802443"/>
            <a:ext cx="2016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Gerade Verbindung mit Pfeil 65">
            <a:extLst>
              <a:ext uri="{FF2B5EF4-FFF2-40B4-BE49-F238E27FC236}">
                <a16:creationId xmlns:a16="http://schemas.microsoft.com/office/drawing/2014/main" id="{58F15CF8-42E4-6EC4-121D-B75591712439}"/>
              </a:ext>
            </a:extLst>
          </p:cNvPr>
          <p:cNvCxnSpPr>
            <a:cxnSpLocks/>
          </p:cNvCxnSpPr>
          <p:nvPr/>
        </p:nvCxnSpPr>
        <p:spPr>
          <a:xfrm flipH="1" flipV="1">
            <a:off x="13437286" y="9911763"/>
            <a:ext cx="2016000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Gerade Verbindung mit Pfeil 66">
            <a:extLst>
              <a:ext uri="{FF2B5EF4-FFF2-40B4-BE49-F238E27FC236}">
                <a16:creationId xmlns:a16="http://schemas.microsoft.com/office/drawing/2014/main" id="{33F628D9-B38A-341C-F231-FA74A28E5051}"/>
              </a:ext>
            </a:extLst>
          </p:cNvPr>
          <p:cNvCxnSpPr>
            <a:cxnSpLocks/>
          </p:cNvCxnSpPr>
          <p:nvPr/>
        </p:nvCxnSpPr>
        <p:spPr>
          <a:xfrm>
            <a:off x="13628044" y="10089267"/>
            <a:ext cx="2016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Gerade Verbindung mit Pfeil 67">
            <a:extLst>
              <a:ext uri="{FF2B5EF4-FFF2-40B4-BE49-F238E27FC236}">
                <a16:creationId xmlns:a16="http://schemas.microsoft.com/office/drawing/2014/main" id="{BF2A697D-BFE1-47C6-140F-C9AAB494B7AA}"/>
              </a:ext>
            </a:extLst>
          </p:cNvPr>
          <p:cNvCxnSpPr>
            <a:cxnSpLocks/>
          </p:cNvCxnSpPr>
          <p:nvPr/>
        </p:nvCxnSpPr>
        <p:spPr>
          <a:xfrm flipH="1" flipV="1">
            <a:off x="13628044" y="10198587"/>
            <a:ext cx="2016000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Pfeil: nach unten 70">
            <a:extLst>
              <a:ext uri="{FF2B5EF4-FFF2-40B4-BE49-F238E27FC236}">
                <a16:creationId xmlns:a16="http://schemas.microsoft.com/office/drawing/2014/main" id="{1625388A-7CEF-8EDA-E07D-6919E2809F17}"/>
              </a:ext>
            </a:extLst>
          </p:cNvPr>
          <p:cNvSpPr/>
          <p:nvPr/>
        </p:nvSpPr>
        <p:spPr>
          <a:xfrm rot="16200000">
            <a:off x="11210245" y="9182210"/>
            <a:ext cx="220975" cy="417022"/>
          </a:xfrm>
          <a:prstGeom prst="downArrow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4" name="Zylinder 3">
            <a:extLst>
              <a:ext uri="{FF2B5EF4-FFF2-40B4-BE49-F238E27FC236}">
                <a16:creationId xmlns:a16="http://schemas.microsoft.com/office/drawing/2014/main" id="{213645D2-7F1D-EA73-F530-AA9FB2E4D0B2}"/>
              </a:ext>
            </a:extLst>
          </p:cNvPr>
          <p:cNvSpPr/>
          <p:nvPr/>
        </p:nvSpPr>
        <p:spPr>
          <a:xfrm>
            <a:off x="7246655" y="7961908"/>
            <a:ext cx="1534230" cy="570807"/>
          </a:xfrm>
          <a:prstGeom prst="can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200"/>
              <a:t>RunningDS</a:t>
            </a:r>
            <a:endParaRPr lang="de-DE" sz="1200">
              <a:solidFill>
                <a:schemeClr val="tx1"/>
              </a:solidFill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691BD516-072E-1118-BF0F-4E3C35010AC6}"/>
              </a:ext>
            </a:extLst>
          </p:cNvPr>
          <p:cNvSpPr txBox="1"/>
          <p:nvPr/>
        </p:nvSpPr>
        <p:spPr>
          <a:xfrm>
            <a:off x="5867603" y="7153884"/>
            <a:ext cx="225693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200"/>
              <a:t>Validation</a:t>
            </a:r>
          </a:p>
        </p:txBody>
      </p:sp>
      <p:sp>
        <p:nvSpPr>
          <p:cNvPr id="70" name="Rechteck 69">
            <a:extLst>
              <a:ext uri="{FF2B5EF4-FFF2-40B4-BE49-F238E27FC236}">
                <a16:creationId xmlns:a16="http://schemas.microsoft.com/office/drawing/2014/main" id="{C78930ED-2572-D957-D7AE-CAC64FAEE06E}"/>
              </a:ext>
            </a:extLst>
          </p:cNvPr>
          <p:cNvSpPr/>
          <p:nvPr/>
        </p:nvSpPr>
        <p:spPr>
          <a:xfrm>
            <a:off x="7595357" y="6731958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81" name="Rechteck 80">
            <a:extLst>
              <a:ext uri="{FF2B5EF4-FFF2-40B4-BE49-F238E27FC236}">
                <a16:creationId xmlns:a16="http://schemas.microsoft.com/office/drawing/2014/main" id="{03EC3592-4B8C-732E-21C0-5FA6F2685287}"/>
              </a:ext>
            </a:extLst>
          </p:cNvPr>
          <p:cNvSpPr/>
          <p:nvPr/>
        </p:nvSpPr>
        <p:spPr>
          <a:xfrm>
            <a:off x="6192109" y="7657933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83" name="Rechteck 82">
            <a:extLst>
              <a:ext uri="{FF2B5EF4-FFF2-40B4-BE49-F238E27FC236}">
                <a16:creationId xmlns:a16="http://schemas.microsoft.com/office/drawing/2014/main" id="{22EB1474-4640-7B89-9E70-7FE83BF7E979}"/>
              </a:ext>
            </a:extLst>
          </p:cNvPr>
          <p:cNvSpPr/>
          <p:nvPr/>
        </p:nvSpPr>
        <p:spPr>
          <a:xfrm>
            <a:off x="6515110" y="7595970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85" name="Rechteck 84">
            <a:extLst>
              <a:ext uri="{FF2B5EF4-FFF2-40B4-BE49-F238E27FC236}">
                <a16:creationId xmlns:a16="http://schemas.microsoft.com/office/drawing/2014/main" id="{3CA521EA-B2DC-EDC9-C3F0-BA52C8347DF9}"/>
              </a:ext>
            </a:extLst>
          </p:cNvPr>
          <p:cNvSpPr/>
          <p:nvPr/>
        </p:nvSpPr>
        <p:spPr>
          <a:xfrm>
            <a:off x="6747585" y="7520766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87" name="Rechteck 86">
            <a:extLst>
              <a:ext uri="{FF2B5EF4-FFF2-40B4-BE49-F238E27FC236}">
                <a16:creationId xmlns:a16="http://schemas.microsoft.com/office/drawing/2014/main" id="{EB66A8EF-DC73-4ED9-4989-15CE49A2A2DF}"/>
              </a:ext>
            </a:extLst>
          </p:cNvPr>
          <p:cNvSpPr/>
          <p:nvPr/>
        </p:nvSpPr>
        <p:spPr>
          <a:xfrm>
            <a:off x="7168306" y="7473871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89" name="Rechteck 88">
            <a:extLst>
              <a:ext uri="{FF2B5EF4-FFF2-40B4-BE49-F238E27FC236}">
                <a16:creationId xmlns:a16="http://schemas.microsoft.com/office/drawing/2014/main" id="{E0BE8C61-5A67-3FFD-72BC-8736926B31B8}"/>
              </a:ext>
            </a:extLst>
          </p:cNvPr>
          <p:cNvSpPr/>
          <p:nvPr/>
        </p:nvSpPr>
        <p:spPr>
          <a:xfrm>
            <a:off x="7387253" y="7378371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68997C76-1568-F55C-B54B-2677EC77ACCC}"/>
              </a:ext>
            </a:extLst>
          </p:cNvPr>
          <p:cNvSpPr/>
          <p:nvPr/>
        </p:nvSpPr>
        <p:spPr>
          <a:xfrm>
            <a:off x="11660276" y="9198094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25" name="Grafik 24">
            <a:extLst>
              <a:ext uri="{FF2B5EF4-FFF2-40B4-BE49-F238E27FC236}">
                <a16:creationId xmlns:a16="http://schemas.microsoft.com/office/drawing/2014/main" id="{31082FEB-7976-1B31-7B00-FBAB23EC7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1403" y="9262517"/>
            <a:ext cx="166165" cy="174914"/>
          </a:xfrm>
          <a:prstGeom prst="rect">
            <a:avLst/>
          </a:prstGeom>
        </p:spPr>
      </p:pic>
      <p:sp>
        <p:nvSpPr>
          <p:cNvPr id="27" name="Rechteck 26">
            <a:extLst>
              <a:ext uri="{FF2B5EF4-FFF2-40B4-BE49-F238E27FC236}">
                <a16:creationId xmlns:a16="http://schemas.microsoft.com/office/drawing/2014/main" id="{EA2D8564-9429-570B-3277-85D11942C7B2}"/>
              </a:ext>
            </a:extLst>
          </p:cNvPr>
          <p:cNvSpPr/>
          <p:nvPr/>
        </p:nvSpPr>
        <p:spPr>
          <a:xfrm>
            <a:off x="3878782" y="6764449"/>
            <a:ext cx="3581400" cy="69182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>
                <a:solidFill>
                  <a:schemeClr val="tx1"/>
                </a:solidFill>
              </a:rPr>
              <a:t>ValidationOrchestrator needs list of </a:t>
            </a:r>
          </a:p>
          <a:p>
            <a:pPr algn="ctr"/>
            <a:r>
              <a:rPr lang="de-DE" sz="1200">
                <a:solidFill>
                  <a:schemeClr val="tx1"/>
                </a:solidFill>
              </a:rPr>
              <a:t>InterpretationFunction =&gt; ValidationFunction [*]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8F38DE0A-13CE-BE41-2030-9C8DBBED9F88}"/>
              </a:ext>
            </a:extLst>
          </p:cNvPr>
          <p:cNvSpPr/>
          <p:nvPr/>
        </p:nvSpPr>
        <p:spPr>
          <a:xfrm>
            <a:off x="9088579" y="9884446"/>
            <a:ext cx="3581400" cy="69182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>
                <a:solidFill>
                  <a:schemeClr val="tx1"/>
                </a:solidFill>
              </a:rPr>
              <a:t>ImplementationOrchestrator needs list of </a:t>
            </a:r>
          </a:p>
          <a:p>
            <a:pPr algn="ctr"/>
            <a:r>
              <a:rPr lang="de-DE" sz="1200">
                <a:solidFill>
                  <a:schemeClr val="tx1"/>
                </a:solidFill>
              </a:rPr>
              <a:t>ErrorCode =&gt; ImplementationFunction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5B5C0C9B-A6E9-0A3A-D646-0EA728CAC858}"/>
              </a:ext>
            </a:extLst>
          </p:cNvPr>
          <p:cNvSpPr/>
          <p:nvPr/>
        </p:nvSpPr>
        <p:spPr>
          <a:xfrm>
            <a:off x="12565277" y="6399671"/>
            <a:ext cx="2273458" cy="69182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>
                <a:solidFill>
                  <a:schemeClr val="tx1"/>
                </a:solidFill>
              </a:rPr>
              <a:t>MeasurementFunctions</a:t>
            </a:r>
          </a:p>
          <a:p>
            <a:pPr algn="ctr"/>
            <a:r>
              <a:rPr lang="de-DE" sz="1200">
                <a:solidFill>
                  <a:schemeClr val="tx1"/>
                </a:solidFill>
              </a:rPr>
              <a:t>need list of ErrorCodes</a:t>
            </a: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8D8851DA-5898-3874-E286-40857037068A}"/>
              </a:ext>
            </a:extLst>
          </p:cNvPr>
          <p:cNvSpPr/>
          <p:nvPr/>
        </p:nvSpPr>
        <p:spPr>
          <a:xfrm>
            <a:off x="9317812" y="4742089"/>
            <a:ext cx="3581400" cy="69182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>
                <a:solidFill>
                  <a:schemeClr val="tx1"/>
                </a:solidFill>
              </a:rPr>
              <a:t>Autonomous Functions (and other Functions)</a:t>
            </a:r>
            <a:br>
              <a:rPr lang="de-DE" sz="1200">
                <a:solidFill>
                  <a:schemeClr val="tx1"/>
                </a:solidFill>
              </a:rPr>
            </a:br>
            <a:r>
              <a:rPr lang="de-DE" sz="1200">
                <a:solidFill>
                  <a:schemeClr val="tx1"/>
                </a:solidFill>
              </a:rPr>
              <a:t>need Configuration</a:t>
            </a:r>
          </a:p>
        </p:txBody>
      </p:sp>
    </p:spTree>
    <p:extLst>
      <p:ext uri="{BB962C8B-B14F-4D97-AF65-F5344CB8AC3E}">
        <p14:creationId xmlns:p14="http://schemas.microsoft.com/office/powerpoint/2010/main" val="3292034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0E400-AEE1-672B-5916-2BB664D36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hteck 71">
            <a:extLst>
              <a:ext uri="{FF2B5EF4-FFF2-40B4-BE49-F238E27FC236}">
                <a16:creationId xmlns:a16="http://schemas.microsoft.com/office/drawing/2014/main" id="{E49EE346-9CFB-171A-AE31-75DB6A34FD99}"/>
              </a:ext>
            </a:extLst>
          </p:cNvPr>
          <p:cNvSpPr/>
          <p:nvPr/>
        </p:nvSpPr>
        <p:spPr>
          <a:xfrm>
            <a:off x="3460400" y="4320839"/>
            <a:ext cx="12491027" cy="64923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2000">
                <a:solidFill>
                  <a:schemeClr val="tx1"/>
                </a:solidFill>
              </a:rPr>
              <a:t>Automation Application</a:t>
            </a:r>
          </a:p>
        </p:txBody>
      </p:sp>
      <p:sp>
        <p:nvSpPr>
          <p:cNvPr id="74" name="Rechteck 73">
            <a:extLst>
              <a:ext uri="{FF2B5EF4-FFF2-40B4-BE49-F238E27FC236}">
                <a16:creationId xmlns:a16="http://schemas.microsoft.com/office/drawing/2014/main" id="{6251EA02-FABE-F9FD-906D-75282B559523}"/>
              </a:ext>
            </a:extLst>
          </p:cNvPr>
          <p:cNvSpPr/>
          <p:nvPr/>
        </p:nvSpPr>
        <p:spPr>
          <a:xfrm>
            <a:off x="5625507" y="6138482"/>
            <a:ext cx="2853775" cy="218185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E21E820B-9B03-4F08-9FBF-6992B2710FB0}"/>
              </a:ext>
            </a:extLst>
          </p:cNvPr>
          <p:cNvSpPr/>
          <p:nvPr/>
        </p:nvSpPr>
        <p:spPr>
          <a:xfrm>
            <a:off x="5999881" y="7563242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78" name="Rechteck 77">
            <a:extLst>
              <a:ext uri="{FF2B5EF4-FFF2-40B4-BE49-F238E27FC236}">
                <a16:creationId xmlns:a16="http://schemas.microsoft.com/office/drawing/2014/main" id="{3D795E1D-F821-7D6D-FDA3-9E12DAFF0DCC}"/>
              </a:ext>
            </a:extLst>
          </p:cNvPr>
          <p:cNvSpPr/>
          <p:nvPr/>
        </p:nvSpPr>
        <p:spPr>
          <a:xfrm>
            <a:off x="11413292" y="8172380"/>
            <a:ext cx="2691267" cy="24667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77" name="Rechteck 76">
            <a:extLst>
              <a:ext uri="{FF2B5EF4-FFF2-40B4-BE49-F238E27FC236}">
                <a16:creationId xmlns:a16="http://schemas.microsoft.com/office/drawing/2014/main" id="{E94E4D05-7C64-CCD9-AED1-D7358217239A}"/>
              </a:ext>
            </a:extLst>
          </p:cNvPr>
          <p:cNvSpPr/>
          <p:nvPr/>
        </p:nvSpPr>
        <p:spPr>
          <a:xfrm>
            <a:off x="11902303" y="6900006"/>
            <a:ext cx="2465406" cy="15301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76" name="Rechteck 75">
            <a:extLst>
              <a:ext uri="{FF2B5EF4-FFF2-40B4-BE49-F238E27FC236}">
                <a16:creationId xmlns:a16="http://schemas.microsoft.com/office/drawing/2014/main" id="{3FE967C4-49B2-660B-4C6F-F1E681389B23}"/>
              </a:ext>
            </a:extLst>
          </p:cNvPr>
          <p:cNvSpPr/>
          <p:nvPr/>
        </p:nvSpPr>
        <p:spPr>
          <a:xfrm>
            <a:off x="8622859" y="6823308"/>
            <a:ext cx="2691267" cy="17720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73" name="Rechteck 72">
            <a:extLst>
              <a:ext uri="{FF2B5EF4-FFF2-40B4-BE49-F238E27FC236}">
                <a16:creationId xmlns:a16="http://schemas.microsoft.com/office/drawing/2014/main" id="{24068F19-F482-C050-A982-2475CCD6072D}"/>
              </a:ext>
            </a:extLst>
          </p:cNvPr>
          <p:cNvSpPr/>
          <p:nvPr/>
        </p:nvSpPr>
        <p:spPr>
          <a:xfrm>
            <a:off x="5016054" y="4772877"/>
            <a:ext cx="2426154" cy="2070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E53B82F2-298F-6426-9E9E-6B76CEFD110C}"/>
              </a:ext>
            </a:extLst>
          </p:cNvPr>
          <p:cNvSpPr/>
          <p:nvPr/>
        </p:nvSpPr>
        <p:spPr>
          <a:xfrm>
            <a:off x="5405627" y="6077802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17F0EA05-6703-CBD4-8E7A-B645552D1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1930" y="6156771"/>
            <a:ext cx="166165" cy="174914"/>
          </a:xfrm>
          <a:prstGeom prst="rect">
            <a:avLst/>
          </a:prstGeom>
        </p:spPr>
      </p:pic>
      <p:sp>
        <p:nvSpPr>
          <p:cNvPr id="2" name="Zylinder 1">
            <a:extLst>
              <a:ext uri="{FF2B5EF4-FFF2-40B4-BE49-F238E27FC236}">
                <a16:creationId xmlns:a16="http://schemas.microsoft.com/office/drawing/2014/main" id="{A210E7D7-48BA-C3D3-8AF5-4342A16EC7CC}"/>
              </a:ext>
            </a:extLst>
          </p:cNvPr>
          <p:cNvSpPr/>
          <p:nvPr/>
        </p:nvSpPr>
        <p:spPr>
          <a:xfrm>
            <a:off x="7246888" y="5825304"/>
            <a:ext cx="1534230" cy="570807"/>
          </a:xfrm>
          <a:prstGeom prst="can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200"/>
              <a:t>CandidateDS</a:t>
            </a:r>
            <a:endParaRPr lang="de-DE" sz="1200">
              <a:solidFill>
                <a:schemeClr val="tx1"/>
              </a:solidFill>
            </a:endParaRPr>
          </a:p>
        </p:txBody>
      </p:sp>
      <p:sp>
        <p:nvSpPr>
          <p:cNvPr id="3" name="Zylinder 2">
            <a:extLst>
              <a:ext uri="{FF2B5EF4-FFF2-40B4-BE49-F238E27FC236}">
                <a16:creationId xmlns:a16="http://schemas.microsoft.com/office/drawing/2014/main" id="{0E4F2461-F918-848D-0AF8-D6C304DCD618}"/>
              </a:ext>
            </a:extLst>
          </p:cNvPr>
          <p:cNvSpPr/>
          <p:nvPr/>
        </p:nvSpPr>
        <p:spPr>
          <a:xfrm>
            <a:off x="11064056" y="7926934"/>
            <a:ext cx="1534230" cy="570807"/>
          </a:xfrm>
          <a:prstGeom prst="can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200">
                <a:solidFill>
                  <a:schemeClr val="tx1"/>
                </a:solidFill>
              </a:rPr>
              <a:t>OperationalDS</a:t>
            </a:r>
          </a:p>
        </p:txBody>
      </p:sp>
      <p:sp>
        <p:nvSpPr>
          <p:cNvPr id="6" name="Scrollen: vertikal 5">
            <a:extLst>
              <a:ext uri="{FF2B5EF4-FFF2-40B4-BE49-F238E27FC236}">
                <a16:creationId xmlns:a16="http://schemas.microsoft.com/office/drawing/2014/main" id="{D2CA30D5-C9D3-7A00-61B9-1821347AE37C}"/>
              </a:ext>
            </a:extLst>
          </p:cNvPr>
          <p:cNvSpPr/>
          <p:nvPr/>
        </p:nvSpPr>
        <p:spPr>
          <a:xfrm>
            <a:off x="9637852" y="8992374"/>
            <a:ext cx="1470660" cy="1303020"/>
          </a:xfrm>
          <a:prstGeom prst="verticalScroll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200">
                <a:solidFill>
                  <a:schemeClr val="tx1"/>
                </a:solidFill>
              </a:rPr>
              <a:t>AlarmList</a:t>
            </a:r>
          </a:p>
          <a:p>
            <a:pPr algn="ctr"/>
            <a:r>
              <a:rPr lang="de-DE" sz="1200">
                <a:solidFill>
                  <a:schemeClr val="tx1"/>
                </a:solidFill>
              </a:rPr>
              <a:t>(ToDo-List)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E638173D-48DD-BD82-B1C9-894254238C69}"/>
              </a:ext>
            </a:extLst>
          </p:cNvPr>
          <p:cNvSpPr/>
          <p:nvPr/>
        </p:nvSpPr>
        <p:spPr>
          <a:xfrm>
            <a:off x="5248516" y="5171022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9E78B505-1EE0-76A9-6358-C4848522DD34}"/>
              </a:ext>
            </a:extLst>
          </p:cNvPr>
          <p:cNvSpPr/>
          <p:nvPr/>
        </p:nvSpPr>
        <p:spPr>
          <a:xfrm>
            <a:off x="5367796" y="5433912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07324F88-D021-0611-F5D9-9112AAE9D5D5}"/>
              </a:ext>
            </a:extLst>
          </p:cNvPr>
          <p:cNvSpPr/>
          <p:nvPr/>
        </p:nvSpPr>
        <p:spPr>
          <a:xfrm>
            <a:off x="5596385" y="6331685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D9D998F5-DA54-47DE-8DCE-09086B64D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512" y="6396108"/>
            <a:ext cx="166165" cy="174914"/>
          </a:xfrm>
          <a:prstGeom prst="rect">
            <a:avLst/>
          </a:prstGeom>
        </p:spPr>
      </p:pic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8A41ECCB-EFEB-7389-17AA-3A562B9FA648}"/>
              </a:ext>
            </a:extLst>
          </p:cNvPr>
          <p:cNvCxnSpPr/>
          <p:nvPr/>
        </p:nvCxnSpPr>
        <p:spPr>
          <a:xfrm>
            <a:off x="3608424" y="5380572"/>
            <a:ext cx="16400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3A1AE4BC-888C-9080-20BE-4B51C2701192}"/>
              </a:ext>
            </a:extLst>
          </p:cNvPr>
          <p:cNvCxnSpPr>
            <a:cxnSpLocks/>
          </p:cNvCxnSpPr>
          <p:nvPr/>
        </p:nvCxnSpPr>
        <p:spPr>
          <a:xfrm flipH="1" flipV="1">
            <a:off x="3608424" y="5489892"/>
            <a:ext cx="1640092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feld 18">
            <a:extLst>
              <a:ext uri="{FF2B5EF4-FFF2-40B4-BE49-F238E27FC236}">
                <a16:creationId xmlns:a16="http://schemas.microsoft.com/office/drawing/2014/main" id="{A9A9DF82-6896-7D74-9A50-C4C24157AF74}"/>
              </a:ext>
            </a:extLst>
          </p:cNvPr>
          <p:cNvSpPr txBox="1"/>
          <p:nvPr/>
        </p:nvSpPr>
        <p:spPr>
          <a:xfrm>
            <a:off x="5142737" y="4921336"/>
            <a:ext cx="2172787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DE" sz="1200"/>
              <a:t>Interpretation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7319F282-19F8-0495-4661-1AB3B1C81ED8}"/>
              </a:ext>
            </a:extLst>
          </p:cNvPr>
          <p:cNvSpPr/>
          <p:nvPr/>
        </p:nvSpPr>
        <p:spPr>
          <a:xfrm>
            <a:off x="13232416" y="7918496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B7DD75CB-1735-55C6-3C38-73BE4D109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8719" y="7997465"/>
            <a:ext cx="166165" cy="174914"/>
          </a:xfrm>
          <a:prstGeom prst="rect">
            <a:avLst/>
          </a:prstGeom>
        </p:spPr>
      </p:pic>
      <p:sp>
        <p:nvSpPr>
          <p:cNvPr id="30" name="Textfeld 29">
            <a:extLst>
              <a:ext uri="{FF2B5EF4-FFF2-40B4-BE49-F238E27FC236}">
                <a16:creationId xmlns:a16="http://schemas.microsoft.com/office/drawing/2014/main" id="{D169251C-A21A-C69D-EF10-CFCEAD3C9289}"/>
              </a:ext>
            </a:extLst>
          </p:cNvPr>
          <p:cNvSpPr txBox="1"/>
          <p:nvPr/>
        </p:nvSpPr>
        <p:spPr>
          <a:xfrm>
            <a:off x="12071304" y="7077811"/>
            <a:ext cx="242216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200"/>
              <a:t>Measurement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9C2570D9-CB00-E242-D2F2-A75862995FE0}"/>
              </a:ext>
            </a:extLst>
          </p:cNvPr>
          <p:cNvSpPr/>
          <p:nvPr/>
        </p:nvSpPr>
        <p:spPr>
          <a:xfrm>
            <a:off x="13275088" y="7289846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32" name="Grafik 31">
            <a:extLst>
              <a:ext uri="{FF2B5EF4-FFF2-40B4-BE49-F238E27FC236}">
                <a16:creationId xmlns:a16="http://schemas.microsoft.com/office/drawing/2014/main" id="{E04774CC-DBC5-6425-E8A2-0EE68E31E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1391" y="7368815"/>
            <a:ext cx="166165" cy="174914"/>
          </a:xfrm>
          <a:prstGeom prst="rect">
            <a:avLst/>
          </a:prstGeom>
        </p:spPr>
      </p:pic>
      <p:sp>
        <p:nvSpPr>
          <p:cNvPr id="33" name="Rechteck 32">
            <a:extLst>
              <a:ext uri="{FF2B5EF4-FFF2-40B4-BE49-F238E27FC236}">
                <a16:creationId xmlns:a16="http://schemas.microsoft.com/office/drawing/2014/main" id="{336426AE-6070-0FAC-F212-CCCF02EF79DE}"/>
              </a:ext>
            </a:extLst>
          </p:cNvPr>
          <p:cNvSpPr/>
          <p:nvPr/>
        </p:nvSpPr>
        <p:spPr>
          <a:xfrm>
            <a:off x="13465846" y="7543729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34" name="Grafik 33">
            <a:extLst>
              <a:ext uri="{FF2B5EF4-FFF2-40B4-BE49-F238E27FC236}">
                <a16:creationId xmlns:a16="http://schemas.microsoft.com/office/drawing/2014/main" id="{CBCB0C5B-B2F9-66F1-F902-704D1B56A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973" y="7608152"/>
            <a:ext cx="166165" cy="174914"/>
          </a:xfrm>
          <a:prstGeom prst="rect">
            <a:avLst/>
          </a:prstGeom>
        </p:spPr>
      </p:pic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5467F29F-A17B-628A-06D6-5FA8207CD542}"/>
              </a:ext>
            </a:extLst>
          </p:cNvPr>
          <p:cNvCxnSpPr/>
          <p:nvPr/>
        </p:nvCxnSpPr>
        <p:spPr>
          <a:xfrm>
            <a:off x="13913798" y="7367912"/>
            <a:ext cx="16400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BAFCEB28-DAAE-F0D1-DAB2-FBD8E99CE143}"/>
              </a:ext>
            </a:extLst>
          </p:cNvPr>
          <p:cNvCxnSpPr>
            <a:cxnSpLocks/>
          </p:cNvCxnSpPr>
          <p:nvPr/>
        </p:nvCxnSpPr>
        <p:spPr>
          <a:xfrm flipH="1" flipV="1">
            <a:off x="13913798" y="7477232"/>
            <a:ext cx="1640092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feld 36">
            <a:extLst>
              <a:ext uri="{FF2B5EF4-FFF2-40B4-BE49-F238E27FC236}">
                <a16:creationId xmlns:a16="http://schemas.microsoft.com/office/drawing/2014/main" id="{47E905E1-5B5E-CBDE-25B9-276FF7587E79}"/>
              </a:ext>
            </a:extLst>
          </p:cNvPr>
          <p:cNvSpPr txBox="1"/>
          <p:nvPr/>
        </p:nvSpPr>
        <p:spPr>
          <a:xfrm>
            <a:off x="8792967" y="7077811"/>
            <a:ext cx="223744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200"/>
              <a:t>Monitoring</a:t>
            </a:r>
          </a:p>
        </p:txBody>
      </p:sp>
      <p:sp>
        <p:nvSpPr>
          <p:cNvPr id="38" name="Pfeil: nach unten 37">
            <a:extLst>
              <a:ext uri="{FF2B5EF4-FFF2-40B4-BE49-F238E27FC236}">
                <a16:creationId xmlns:a16="http://schemas.microsoft.com/office/drawing/2014/main" id="{766C1CAB-52E1-5BB2-2538-8FB34BFC37A0}"/>
              </a:ext>
            </a:extLst>
          </p:cNvPr>
          <p:cNvSpPr/>
          <p:nvPr/>
        </p:nvSpPr>
        <p:spPr>
          <a:xfrm>
            <a:off x="9950981" y="8522366"/>
            <a:ext cx="220975" cy="417022"/>
          </a:xfrm>
          <a:prstGeom prst="downArrow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42ED7E6B-8A80-1220-7E01-E78623D7FF46}"/>
              </a:ext>
            </a:extLst>
          </p:cNvPr>
          <p:cNvSpPr/>
          <p:nvPr/>
        </p:nvSpPr>
        <p:spPr>
          <a:xfrm>
            <a:off x="12798576" y="9681662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EF910815-6220-B6BC-0C71-2284AF5A030B}"/>
              </a:ext>
            </a:extLst>
          </p:cNvPr>
          <p:cNvSpPr/>
          <p:nvPr/>
        </p:nvSpPr>
        <p:spPr>
          <a:xfrm>
            <a:off x="12989334" y="9935545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1234D7D5-17F5-8C12-4C40-783B67AC77B6}"/>
              </a:ext>
            </a:extLst>
          </p:cNvPr>
          <p:cNvSpPr/>
          <p:nvPr/>
        </p:nvSpPr>
        <p:spPr>
          <a:xfrm>
            <a:off x="12841248" y="9053012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350B07AE-0535-98BD-F4D6-4D7FF19A84BE}"/>
              </a:ext>
            </a:extLst>
          </p:cNvPr>
          <p:cNvSpPr/>
          <p:nvPr/>
        </p:nvSpPr>
        <p:spPr>
          <a:xfrm>
            <a:off x="13032006" y="9306895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1DA2655F-E220-F3EF-7FCC-54A704F7CC39}"/>
              </a:ext>
            </a:extLst>
          </p:cNvPr>
          <p:cNvSpPr txBox="1"/>
          <p:nvPr/>
        </p:nvSpPr>
        <p:spPr>
          <a:xfrm>
            <a:off x="11478870" y="8715816"/>
            <a:ext cx="246540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DE" sz="1200"/>
              <a:t>Implementation  </a:t>
            </a:r>
          </a:p>
        </p:txBody>
      </p: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862E14AB-3B1E-0590-979B-6FD2D4FA806B}"/>
              </a:ext>
            </a:extLst>
          </p:cNvPr>
          <p:cNvCxnSpPr>
            <a:cxnSpLocks/>
          </p:cNvCxnSpPr>
          <p:nvPr/>
        </p:nvCxnSpPr>
        <p:spPr>
          <a:xfrm>
            <a:off x="13702006" y="9408059"/>
            <a:ext cx="2016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02A6A39D-7FD3-FC4F-2B88-6732FE46A130}"/>
              </a:ext>
            </a:extLst>
          </p:cNvPr>
          <p:cNvCxnSpPr>
            <a:cxnSpLocks/>
          </p:cNvCxnSpPr>
          <p:nvPr/>
        </p:nvCxnSpPr>
        <p:spPr>
          <a:xfrm flipH="1" flipV="1">
            <a:off x="13702006" y="9517379"/>
            <a:ext cx="2016000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853D4603-37D3-231F-8BC0-460D7DC7DE6F}"/>
              </a:ext>
            </a:extLst>
          </p:cNvPr>
          <p:cNvCxnSpPr/>
          <p:nvPr/>
        </p:nvCxnSpPr>
        <p:spPr>
          <a:xfrm>
            <a:off x="3727704" y="5687212"/>
            <a:ext cx="16400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164ACDB8-87BA-853A-CB29-0D64865474C6}"/>
              </a:ext>
            </a:extLst>
          </p:cNvPr>
          <p:cNvCxnSpPr>
            <a:cxnSpLocks/>
          </p:cNvCxnSpPr>
          <p:nvPr/>
        </p:nvCxnSpPr>
        <p:spPr>
          <a:xfrm flipH="1" flipV="1">
            <a:off x="3727704" y="5796532"/>
            <a:ext cx="1640092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99DC6179-6282-F0FE-7E5D-4CBA89A03DD0}"/>
              </a:ext>
            </a:extLst>
          </p:cNvPr>
          <p:cNvCxnSpPr/>
          <p:nvPr/>
        </p:nvCxnSpPr>
        <p:spPr>
          <a:xfrm>
            <a:off x="14104556" y="7722344"/>
            <a:ext cx="16400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0DFC8927-A74B-5445-B17D-0E5D7E77A840}"/>
              </a:ext>
            </a:extLst>
          </p:cNvPr>
          <p:cNvCxnSpPr>
            <a:cxnSpLocks/>
          </p:cNvCxnSpPr>
          <p:nvPr/>
        </p:nvCxnSpPr>
        <p:spPr>
          <a:xfrm flipH="1" flipV="1">
            <a:off x="14104556" y="7831664"/>
            <a:ext cx="1640092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52520FDD-8C03-7D9C-EC11-5A64A8BD7CCA}"/>
              </a:ext>
            </a:extLst>
          </p:cNvPr>
          <p:cNvCxnSpPr/>
          <p:nvPr/>
        </p:nvCxnSpPr>
        <p:spPr>
          <a:xfrm>
            <a:off x="13862564" y="8063062"/>
            <a:ext cx="16400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7E52D4EB-5582-550D-D4A2-10ADEA7E807B}"/>
              </a:ext>
            </a:extLst>
          </p:cNvPr>
          <p:cNvCxnSpPr>
            <a:cxnSpLocks/>
          </p:cNvCxnSpPr>
          <p:nvPr/>
        </p:nvCxnSpPr>
        <p:spPr>
          <a:xfrm flipH="1" flipV="1">
            <a:off x="13862564" y="8172382"/>
            <a:ext cx="1640092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hteck 28">
            <a:extLst>
              <a:ext uri="{FF2B5EF4-FFF2-40B4-BE49-F238E27FC236}">
                <a16:creationId xmlns:a16="http://schemas.microsoft.com/office/drawing/2014/main" id="{5A3FD9D7-06EB-9035-E36F-A42972183082}"/>
              </a:ext>
            </a:extLst>
          </p:cNvPr>
          <p:cNvSpPr/>
          <p:nvPr/>
        </p:nvSpPr>
        <p:spPr>
          <a:xfrm>
            <a:off x="9373181" y="7741732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40" name="Grafik 39">
            <a:extLst>
              <a:ext uri="{FF2B5EF4-FFF2-40B4-BE49-F238E27FC236}">
                <a16:creationId xmlns:a16="http://schemas.microsoft.com/office/drawing/2014/main" id="{C9D6E415-60BC-E20F-9808-260F562F3F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9484" y="7820701"/>
            <a:ext cx="166165" cy="174914"/>
          </a:xfrm>
          <a:prstGeom prst="rect">
            <a:avLst/>
          </a:prstGeom>
        </p:spPr>
      </p:pic>
      <p:sp>
        <p:nvSpPr>
          <p:cNvPr id="41" name="Rechteck 40">
            <a:extLst>
              <a:ext uri="{FF2B5EF4-FFF2-40B4-BE49-F238E27FC236}">
                <a16:creationId xmlns:a16="http://schemas.microsoft.com/office/drawing/2014/main" id="{CEBCDB06-E1B8-0688-9C95-F9399539E8C9}"/>
              </a:ext>
            </a:extLst>
          </p:cNvPr>
          <p:cNvSpPr/>
          <p:nvPr/>
        </p:nvSpPr>
        <p:spPr>
          <a:xfrm>
            <a:off x="9563939" y="7995615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53" name="Grafik 52">
            <a:extLst>
              <a:ext uri="{FF2B5EF4-FFF2-40B4-BE49-F238E27FC236}">
                <a16:creationId xmlns:a16="http://schemas.microsoft.com/office/drawing/2014/main" id="{4E522E9E-D32C-94D5-4042-94908784A0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5066" y="8060038"/>
            <a:ext cx="166165" cy="174914"/>
          </a:xfrm>
          <a:prstGeom prst="rect">
            <a:avLst/>
          </a:prstGeom>
        </p:spPr>
      </p:pic>
      <p:sp>
        <p:nvSpPr>
          <p:cNvPr id="54" name="Rechteck 53">
            <a:extLst>
              <a:ext uri="{FF2B5EF4-FFF2-40B4-BE49-F238E27FC236}">
                <a16:creationId xmlns:a16="http://schemas.microsoft.com/office/drawing/2014/main" id="{ED48962C-F8A9-4CCE-1EA1-8CEC91D63391}"/>
              </a:ext>
            </a:extLst>
          </p:cNvPr>
          <p:cNvSpPr/>
          <p:nvPr/>
        </p:nvSpPr>
        <p:spPr>
          <a:xfrm>
            <a:off x="9978501" y="7827118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60" name="Grafik 59">
            <a:extLst>
              <a:ext uri="{FF2B5EF4-FFF2-40B4-BE49-F238E27FC236}">
                <a16:creationId xmlns:a16="http://schemas.microsoft.com/office/drawing/2014/main" id="{1C086D12-604F-3C2B-B89D-E6976AF815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4804" y="7906087"/>
            <a:ext cx="166165" cy="174914"/>
          </a:xfrm>
          <a:prstGeom prst="rect">
            <a:avLst/>
          </a:prstGeom>
        </p:spPr>
      </p:pic>
      <p:sp>
        <p:nvSpPr>
          <p:cNvPr id="61" name="Rechteck 60">
            <a:extLst>
              <a:ext uri="{FF2B5EF4-FFF2-40B4-BE49-F238E27FC236}">
                <a16:creationId xmlns:a16="http://schemas.microsoft.com/office/drawing/2014/main" id="{9DC8A3C6-AAB7-4A13-93EA-06E7CDA1E36F}"/>
              </a:ext>
            </a:extLst>
          </p:cNvPr>
          <p:cNvSpPr/>
          <p:nvPr/>
        </p:nvSpPr>
        <p:spPr>
          <a:xfrm>
            <a:off x="10169259" y="8081001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62" name="Grafik 61">
            <a:extLst>
              <a:ext uri="{FF2B5EF4-FFF2-40B4-BE49-F238E27FC236}">
                <a16:creationId xmlns:a16="http://schemas.microsoft.com/office/drawing/2014/main" id="{81023B25-4EF4-991B-D0C5-CB4714F78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0386" y="8145424"/>
            <a:ext cx="166165" cy="174914"/>
          </a:xfrm>
          <a:prstGeom prst="rect">
            <a:avLst/>
          </a:prstGeom>
        </p:spPr>
      </p:pic>
      <p:cxnSp>
        <p:nvCxnSpPr>
          <p:cNvPr id="63" name="Gerade Verbindung mit Pfeil 62">
            <a:extLst>
              <a:ext uri="{FF2B5EF4-FFF2-40B4-BE49-F238E27FC236}">
                <a16:creationId xmlns:a16="http://schemas.microsoft.com/office/drawing/2014/main" id="{6A5F7547-2BD3-A8AB-939A-8C8BAA4571A1}"/>
              </a:ext>
            </a:extLst>
          </p:cNvPr>
          <p:cNvCxnSpPr>
            <a:cxnSpLocks/>
          </p:cNvCxnSpPr>
          <p:nvPr/>
        </p:nvCxnSpPr>
        <p:spPr>
          <a:xfrm>
            <a:off x="13477976" y="9155792"/>
            <a:ext cx="2016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Gerade Verbindung mit Pfeil 63">
            <a:extLst>
              <a:ext uri="{FF2B5EF4-FFF2-40B4-BE49-F238E27FC236}">
                <a16:creationId xmlns:a16="http://schemas.microsoft.com/office/drawing/2014/main" id="{712DE035-51C8-3302-CD11-28624A913AC4}"/>
              </a:ext>
            </a:extLst>
          </p:cNvPr>
          <p:cNvCxnSpPr>
            <a:cxnSpLocks/>
          </p:cNvCxnSpPr>
          <p:nvPr/>
        </p:nvCxnSpPr>
        <p:spPr>
          <a:xfrm flipH="1" flipV="1">
            <a:off x="13477976" y="9265112"/>
            <a:ext cx="2016000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Gerade Verbindung mit Pfeil 64">
            <a:extLst>
              <a:ext uri="{FF2B5EF4-FFF2-40B4-BE49-F238E27FC236}">
                <a16:creationId xmlns:a16="http://schemas.microsoft.com/office/drawing/2014/main" id="{65C7AB4F-06F5-9BF9-BACC-2B9D869DF9ED}"/>
              </a:ext>
            </a:extLst>
          </p:cNvPr>
          <p:cNvCxnSpPr>
            <a:cxnSpLocks/>
          </p:cNvCxnSpPr>
          <p:nvPr/>
        </p:nvCxnSpPr>
        <p:spPr>
          <a:xfrm>
            <a:off x="13437286" y="9802443"/>
            <a:ext cx="2016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Gerade Verbindung mit Pfeil 65">
            <a:extLst>
              <a:ext uri="{FF2B5EF4-FFF2-40B4-BE49-F238E27FC236}">
                <a16:creationId xmlns:a16="http://schemas.microsoft.com/office/drawing/2014/main" id="{58F15CF8-42E4-6EC4-121D-B75591712439}"/>
              </a:ext>
            </a:extLst>
          </p:cNvPr>
          <p:cNvCxnSpPr>
            <a:cxnSpLocks/>
          </p:cNvCxnSpPr>
          <p:nvPr/>
        </p:nvCxnSpPr>
        <p:spPr>
          <a:xfrm flipH="1" flipV="1">
            <a:off x="13437286" y="9911763"/>
            <a:ext cx="2016000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Gerade Verbindung mit Pfeil 66">
            <a:extLst>
              <a:ext uri="{FF2B5EF4-FFF2-40B4-BE49-F238E27FC236}">
                <a16:creationId xmlns:a16="http://schemas.microsoft.com/office/drawing/2014/main" id="{33F628D9-B38A-341C-F231-FA74A28E5051}"/>
              </a:ext>
            </a:extLst>
          </p:cNvPr>
          <p:cNvCxnSpPr>
            <a:cxnSpLocks/>
          </p:cNvCxnSpPr>
          <p:nvPr/>
        </p:nvCxnSpPr>
        <p:spPr>
          <a:xfrm>
            <a:off x="13628044" y="10089267"/>
            <a:ext cx="2016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Gerade Verbindung mit Pfeil 67">
            <a:extLst>
              <a:ext uri="{FF2B5EF4-FFF2-40B4-BE49-F238E27FC236}">
                <a16:creationId xmlns:a16="http://schemas.microsoft.com/office/drawing/2014/main" id="{BF2A697D-BFE1-47C6-140F-C9AAB494B7AA}"/>
              </a:ext>
            </a:extLst>
          </p:cNvPr>
          <p:cNvCxnSpPr>
            <a:cxnSpLocks/>
          </p:cNvCxnSpPr>
          <p:nvPr/>
        </p:nvCxnSpPr>
        <p:spPr>
          <a:xfrm flipH="1" flipV="1">
            <a:off x="13628044" y="10198587"/>
            <a:ext cx="2016000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Pfeil: nach unten 70">
            <a:extLst>
              <a:ext uri="{FF2B5EF4-FFF2-40B4-BE49-F238E27FC236}">
                <a16:creationId xmlns:a16="http://schemas.microsoft.com/office/drawing/2014/main" id="{1625388A-7CEF-8EDA-E07D-6919E2809F17}"/>
              </a:ext>
            </a:extLst>
          </p:cNvPr>
          <p:cNvSpPr/>
          <p:nvPr/>
        </p:nvSpPr>
        <p:spPr>
          <a:xfrm rot="16200000">
            <a:off x="11210245" y="9182210"/>
            <a:ext cx="220975" cy="417022"/>
          </a:xfrm>
          <a:prstGeom prst="downArrow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4" name="Zylinder 3">
            <a:extLst>
              <a:ext uri="{FF2B5EF4-FFF2-40B4-BE49-F238E27FC236}">
                <a16:creationId xmlns:a16="http://schemas.microsoft.com/office/drawing/2014/main" id="{213645D2-7F1D-EA73-F530-AA9FB2E4D0B2}"/>
              </a:ext>
            </a:extLst>
          </p:cNvPr>
          <p:cNvSpPr/>
          <p:nvPr/>
        </p:nvSpPr>
        <p:spPr>
          <a:xfrm>
            <a:off x="7246655" y="7961908"/>
            <a:ext cx="1534230" cy="570807"/>
          </a:xfrm>
          <a:prstGeom prst="can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200"/>
              <a:t>RunningDS</a:t>
            </a:r>
            <a:endParaRPr lang="de-DE" sz="1200">
              <a:solidFill>
                <a:schemeClr val="tx1"/>
              </a:solidFill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691BD516-072E-1118-BF0F-4E3C35010AC6}"/>
              </a:ext>
            </a:extLst>
          </p:cNvPr>
          <p:cNvSpPr txBox="1"/>
          <p:nvPr/>
        </p:nvSpPr>
        <p:spPr>
          <a:xfrm>
            <a:off x="5867603" y="7153884"/>
            <a:ext cx="225693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200"/>
              <a:t>Validation</a:t>
            </a:r>
          </a:p>
        </p:txBody>
      </p:sp>
      <p:sp>
        <p:nvSpPr>
          <p:cNvPr id="70" name="Rechteck 69">
            <a:extLst>
              <a:ext uri="{FF2B5EF4-FFF2-40B4-BE49-F238E27FC236}">
                <a16:creationId xmlns:a16="http://schemas.microsoft.com/office/drawing/2014/main" id="{C78930ED-2572-D957-D7AE-CAC64FAEE06E}"/>
              </a:ext>
            </a:extLst>
          </p:cNvPr>
          <p:cNvSpPr/>
          <p:nvPr/>
        </p:nvSpPr>
        <p:spPr>
          <a:xfrm>
            <a:off x="7595357" y="6731958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81" name="Rechteck 80">
            <a:extLst>
              <a:ext uri="{FF2B5EF4-FFF2-40B4-BE49-F238E27FC236}">
                <a16:creationId xmlns:a16="http://schemas.microsoft.com/office/drawing/2014/main" id="{03EC3592-4B8C-732E-21C0-5FA6F2685287}"/>
              </a:ext>
            </a:extLst>
          </p:cNvPr>
          <p:cNvSpPr/>
          <p:nvPr/>
        </p:nvSpPr>
        <p:spPr>
          <a:xfrm>
            <a:off x="6192109" y="7657933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83" name="Rechteck 82">
            <a:extLst>
              <a:ext uri="{FF2B5EF4-FFF2-40B4-BE49-F238E27FC236}">
                <a16:creationId xmlns:a16="http://schemas.microsoft.com/office/drawing/2014/main" id="{22EB1474-4640-7B89-9E70-7FE83BF7E979}"/>
              </a:ext>
            </a:extLst>
          </p:cNvPr>
          <p:cNvSpPr/>
          <p:nvPr/>
        </p:nvSpPr>
        <p:spPr>
          <a:xfrm>
            <a:off x="6515110" y="7595970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85" name="Rechteck 84">
            <a:extLst>
              <a:ext uri="{FF2B5EF4-FFF2-40B4-BE49-F238E27FC236}">
                <a16:creationId xmlns:a16="http://schemas.microsoft.com/office/drawing/2014/main" id="{3CA521EA-B2DC-EDC9-C3F0-BA52C8347DF9}"/>
              </a:ext>
            </a:extLst>
          </p:cNvPr>
          <p:cNvSpPr/>
          <p:nvPr/>
        </p:nvSpPr>
        <p:spPr>
          <a:xfrm>
            <a:off x="6747585" y="7520766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87" name="Rechteck 86">
            <a:extLst>
              <a:ext uri="{FF2B5EF4-FFF2-40B4-BE49-F238E27FC236}">
                <a16:creationId xmlns:a16="http://schemas.microsoft.com/office/drawing/2014/main" id="{EB66A8EF-DC73-4ED9-4989-15CE49A2A2DF}"/>
              </a:ext>
            </a:extLst>
          </p:cNvPr>
          <p:cNvSpPr/>
          <p:nvPr/>
        </p:nvSpPr>
        <p:spPr>
          <a:xfrm>
            <a:off x="7168306" y="7473871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89" name="Rechteck 88">
            <a:extLst>
              <a:ext uri="{FF2B5EF4-FFF2-40B4-BE49-F238E27FC236}">
                <a16:creationId xmlns:a16="http://schemas.microsoft.com/office/drawing/2014/main" id="{E0BE8C61-5A67-3FFD-72BC-8736926B31B8}"/>
              </a:ext>
            </a:extLst>
          </p:cNvPr>
          <p:cNvSpPr/>
          <p:nvPr/>
        </p:nvSpPr>
        <p:spPr>
          <a:xfrm>
            <a:off x="7387253" y="7378371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68997C76-1568-F55C-B54B-2677EC77ACCC}"/>
              </a:ext>
            </a:extLst>
          </p:cNvPr>
          <p:cNvSpPr/>
          <p:nvPr/>
        </p:nvSpPr>
        <p:spPr>
          <a:xfrm>
            <a:off x="11660276" y="9198094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25" name="Grafik 24">
            <a:extLst>
              <a:ext uri="{FF2B5EF4-FFF2-40B4-BE49-F238E27FC236}">
                <a16:creationId xmlns:a16="http://schemas.microsoft.com/office/drawing/2014/main" id="{31082FEB-7976-1B31-7B00-FBAB23EC7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1403" y="9262517"/>
            <a:ext cx="166165" cy="174914"/>
          </a:xfrm>
          <a:prstGeom prst="rect">
            <a:avLst/>
          </a:prstGeom>
        </p:spPr>
      </p:pic>
      <p:sp>
        <p:nvSpPr>
          <p:cNvPr id="27" name="Rechteck 26">
            <a:extLst>
              <a:ext uri="{FF2B5EF4-FFF2-40B4-BE49-F238E27FC236}">
                <a16:creationId xmlns:a16="http://schemas.microsoft.com/office/drawing/2014/main" id="{EA2D8564-9429-570B-3277-85D11942C7B2}"/>
              </a:ext>
            </a:extLst>
          </p:cNvPr>
          <p:cNvSpPr/>
          <p:nvPr/>
        </p:nvSpPr>
        <p:spPr>
          <a:xfrm>
            <a:off x="3878782" y="6764449"/>
            <a:ext cx="3581400" cy="69182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>
                <a:solidFill>
                  <a:schemeClr val="tx1"/>
                </a:solidFill>
              </a:rPr>
              <a:t>ValidationOrchestrator needs list of </a:t>
            </a:r>
          </a:p>
          <a:p>
            <a:pPr algn="ctr"/>
            <a:r>
              <a:rPr lang="de-DE" sz="1200">
                <a:solidFill>
                  <a:schemeClr val="tx1"/>
                </a:solidFill>
              </a:rPr>
              <a:t>InterpretationFunction =&gt; ValidationFunction [*]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8F38DE0A-13CE-BE41-2030-9C8DBBED9F88}"/>
              </a:ext>
            </a:extLst>
          </p:cNvPr>
          <p:cNvSpPr/>
          <p:nvPr/>
        </p:nvSpPr>
        <p:spPr>
          <a:xfrm>
            <a:off x="9088579" y="9884446"/>
            <a:ext cx="3581400" cy="69182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>
                <a:solidFill>
                  <a:schemeClr val="tx1"/>
                </a:solidFill>
              </a:rPr>
              <a:t>ImplementationOrchestrator needs list of </a:t>
            </a:r>
          </a:p>
          <a:p>
            <a:pPr algn="ctr"/>
            <a:r>
              <a:rPr lang="de-DE" sz="1200">
                <a:solidFill>
                  <a:schemeClr val="tx1"/>
                </a:solidFill>
              </a:rPr>
              <a:t>ErrorCode =&gt; ImplementationFunction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5B5C0C9B-A6E9-0A3A-D646-0EA728CAC858}"/>
              </a:ext>
            </a:extLst>
          </p:cNvPr>
          <p:cNvSpPr/>
          <p:nvPr/>
        </p:nvSpPr>
        <p:spPr>
          <a:xfrm>
            <a:off x="12565277" y="6399671"/>
            <a:ext cx="2273458" cy="69182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>
                <a:solidFill>
                  <a:schemeClr val="tx1"/>
                </a:solidFill>
              </a:rPr>
              <a:t>MeasurementFunctions</a:t>
            </a:r>
          </a:p>
          <a:p>
            <a:pPr algn="ctr"/>
            <a:r>
              <a:rPr lang="de-DE" sz="1200">
                <a:solidFill>
                  <a:schemeClr val="tx1"/>
                </a:solidFill>
              </a:rPr>
              <a:t>need list of ErrorCodes</a:t>
            </a: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8D8851DA-5898-3874-E286-40857037068A}"/>
              </a:ext>
            </a:extLst>
          </p:cNvPr>
          <p:cNvSpPr/>
          <p:nvPr/>
        </p:nvSpPr>
        <p:spPr>
          <a:xfrm>
            <a:off x="9317812" y="4742089"/>
            <a:ext cx="3581400" cy="69182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>
                <a:solidFill>
                  <a:schemeClr val="tx1"/>
                </a:solidFill>
              </a:rPr>
              <a:t>Autonomous Functions (and other Functions)</a:t>
            </a:r>
            <a:br>
              <a:rPr lang="de-DE" sz="1200">
                <a:solidFill>
                  <a:schemeClr val="tx1"/>
                </a:solidFill>
              </a:rPr>
            </a:br>
            <a:r>
              <a:rPr lang="de-DE" sz="1200">
                <a:solidFill>
                  <a:schemeClr val="tx1"/>
                </a:solidFill>
              </a:rPr>
              <a:t>need Configuration</a:t>
            </a: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BDE2DBEC-4DDC-A927-BA50-B153AF2B50D8}"/>
              </a:ext>
            </a:extLst>
          </p:cNvPr>
          <p:cNvSpPr txBox="1"/>
          <p:nvPr/>
        </p:nvSpPr>
        <p:spPr>
          <a:xfrm>
            <a:off x="16096343" y="3338286"/>
            <a:ext cx="699588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/>
              <a:t>What do we need to implement?</a:t>
            </a:r>
          </a:p>
          <a:p>
            <a:r>
              <a:rPr lang="de-DE"/>
              <a:t>(short steps from stable to stable identified by needed ErrorCode)</a:t>
            </a:r>
          </a:p>
          <a:p>
            <a:endParaRPr lang="de-DE"/>
          </a:p>
          <a:p>
            <a:r>
              <a:rPr lang="de-DE"/>
              <a:t>What can we measure?</a:t>
            </a:r>
          </a:p>
          <a:p>
            <a:r>
              <a:rPr lang="de-DE"/>
              <a:t>(Findings identified by provided ErrorCode)</a:t>
            </a:r>
          </a:p>
          <a:p>
            <a:endParaRPr lang="de-DE"/>
          </a:p>
          <a:p>
            <a:r>
              <a:rPr lang="de-DE"/>
              <a:t>Is every needed ErrorCode covered by a provided ErrorCode?</a:t>
            </a:r>
          </a:p>
          <a:p>
            <a:endParaRPr lang="de-DE"/>
          </a:p>
          <a:p>
            <a:endParaRPr lang="de-DE"/>
          </a:p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786918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298A7998-A218-5A29-8FE8-D3FACE19CF61}"/>
              </a:ext>
            </a:extLst>
          </p:cNvPr>
          <p:cNvSpPr txBox="1"/>
          <p:nvPr/>
        </p:nvSpPr>
        <p:spPr>
          <a:xfrm>
            <a:off x="7248698" y="5037512"/>
            <a:ext cx="21933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/>
              <a:t>outdated</a:t>
            </a:r>
          </a:p>
        </p:txBody>
      </p:sp>
    </p:spTree>
    <p:extLst>
      <p:ext uri="{BB962C8B-B14F-4D97-AF65-F5344CB8AC3E}">
        <p14:creationId xmlns:p14="http://schemas.microsoft.com/office/powerpoint/2010/main" val="27229352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Rechteck 289">
            <a:extLst>
              <a:ext uri="{FF2B5EF4-FFF2-40B4-BE49-F238E27FC236}">
                <a16:creationId xmlns:a16="http://schemas.microsoft.com/office/drawing/2014/main" id="{AD55E515-56A7-41AB-80D9-5F2EEBA06909}"/>
              </a:ext>
            </a:extLst>
          </p:cNvPr>
          <p:cNvSpPr/>
          <p:nvPr/>
        </p:nvSpPr>
        <p:spPr>
          <a:xfrm>
            <a:off x="2547947" y="11872349"/>
            <a:ext cx="6311488" cy="1952970"/>
          </a:xfrm>
          <a:prstGeom prst="rect">
            <a:avLst/>
          </a:prstGeom>
          <a:solidFill>
            <a:schemeClr val="accent5">
              <a:lumMod val="40000"/>
              <a:lumOff val="6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1400">
                <a:solidFill>
                  <a:schemeClr val="tx1"/>
                </a:solidFill>
              </a:rPr>
              <a:t>Link</a:t>
            </a:r>
          </a:p>
        </p:txBody>
      </p:sp>
      <p:sp>
        <p:nvSpPr>
          <p:cNvPr id="289" name="Rechteck 288">
            <a:extLst>
              <a:ext uri="{FF2B5EF4-FFF2-40B4-BE49-F238E27FC236}">
                <a16:creationId xmlns:a16="http://schemas.microsoft.com/office/drawing/2014/main" id="{F7F77AA1-771F-42F7-8FB9-D67AE4A16483}"/>
              </a:ext>
            </a:extLst>
          </p:cNvPr>
          <p:cNvSpPr/>
          <p:nvPr/>
        </p:nvSpPr>
        <p:spPr>
          <a:xfrm>
            <a:off x="12156294" y="11872349"/>
            <a:ext cx="6311488" cy="1952970"/>
          </a:xfrm>
          <a:prstGeom prst="rect">
            <a:avLst/>
          </a:prstGeom>
          <a:solidFill>
            <a:schemeClr val="accent5">
              <a:lumMod val="40000"/>
              <a:lumOff val="6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1400">
                <a:solidFill>
                  <a:schemeClr val="tx1"/>
                </a:solidFill>
              </a:rPr>
              <a:t>Link</a:t>
            </a:r>
          </a:p>
        </p:txBody>
      </p:sp>
      <p:sp>
        <p:nvSpPr>
          <p:cNvPr id="288" name="Rechteck 287">
            <a:extLst>
              <a:ext uri="{FF2B5EF4-FFF2-40B4-BE49-F238E27FC236}">
                <a16:creationId xmlns:a16="http://schemas.microsoft.com/office/drawing/2014/main" id="{3A9B4262-A48D-FB94-6E29-10CE9577508C}"/>
              </a:ext>
            </a:extLst>
          </p:cNvPr>
          <p:cNvSpPr/>
          <p:nvPr/>
        </p:nvSpPr>
        <p:spPr>
          <a:xfrm>
            <a:off x="15695840" y="7526337"/>
            <a:ext cx="6629959" cy="4343400"/>
          </a:xfrm>
          <a:prstGeom prst="rect">
            <a:avLst/>
          </a:prstGeom>
          <a:solidFill>
            <a:srgbClr val="00B0F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1400">
                <a:solidFill>
                  <a:schemeClr val="tx1"/>
                </a:solidFill>
              </a:rPr>
              <a:t>Device</a:t>
            </a:r>
          </a:p>
        </p:txBody>
      </p:sp>
      <p:grpSp>
        <p:nvGrpSpPr>
          <p:cNvPr id="287" name="Gruppieren 286">
            <a:extLst>
              <a:ext uri="{FF2B5EF4-FFF2-40B4-BE49-F238E27FC236}">
                <a16:creationId xmlns:a16="http://schemas.microsoft.com/office/drawing/2014/main" id="{F10524AF-7993-403E-9151-7990C002DAC3}"/>
              </a:ext>
            </a:extLst>
          </p:cNvPr>
          <p:cNvGrpSpPr/>
          <p:nvPr/>
        </p:nvGrpSpPr>
        <p:grpSpPr>
          <a:xfrm>
            <a:off x="6133073" y="3563937"/>
            <a:ext cx="11204167" cy="8305800"/>
            <a:chOff x="5066703" y="863600"/>
            <a:chExt cx="11204167" cy="8305800"/>
          </a:xfrm>
        </p:grpSpPr>
        <p:sp>
          <p:nvSpPr>
            <p:cNvPr id="281" name="Rechteck 280">
              <a:extLst>
                <a:ext uri="{FF2B5EF4-FFF2-40B4-BE49-F238E27FC236}">
                  <a16:creationId xmlns:a16="http://schemas.microsoft.com/office/drawing/2014/main" id="{2D320F09-9AA6-A469-D6F0-BE4E94481CB3}"/>
                </a:ext>
              </a:extLst>
            </p:cNvPr>
            <p:cNvSpPr/>
            <p:nvPr/>
          </p:nvSpPr>
          <p:spPr>
            <a:xfrm>
              <a:off x="5066703" y="863600"/>
              <a:ext cx="8738197" cy="8305800"/>
            </a:xfrm>
            <a:prstGeom prst="rect">
              <a:avLst/>
            </a:prstGeom>
            <a:solidFill>
              <a:srgbClr val="92D050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de-DE" sz="1400">
                  <a:solidFill>
                    <a:schemeClr val="tx1"/>
                  </a:solidFill>
                </a:rPr>
                <a:t>MediatorVM</a:t>
              </a:r>
            </a:p>
          </p:txBody>
        </p:sp>
        <p:sp>
          <p:nvSpPr>
            <p:cNvPr id="282" name="Rechteck 281">
              <a:extLst>
                <a:ext uri="{FF2B5EF4-FFF2-40B4-BE49-F238E27FC236}">
                  <a16:creationId xmlns:a16="http://schemas.microsoft.com/office/drawing/2014/main" id="{C9453577-A74B-CA25-645C-51DCBD053ABB}"/>
                </a:ext>
              </a:extLst>
            </p:cNvPr>
            <p:cNvSpPr/>
            <p:nvPr/>
          </p:nvSpPr>
          <p:spPr>
            <a:xfrm>
              <a:off x="13804900" y="863600"/>
              <a:ext cx="2465970" cy="2986805"/>
            </a:xfrm>
            <a:prstGeom prst="rect">
              <a:avLst/>
            </a:prstGeom>
            <a:solidFill>
              <a:srgbClr val="92D050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r"/>
              <a:endParaRPr lang="de-DE" sz="1400">
                <a:solidFill>
                  <a:schemeClr val="tx1"/>
                </a:solidFill>
              </a:endParaRPr>
            </a:p>
          </p:txBody>
        </p:sp>
      </p:grpSp>
      <p:sp>
        <p:nvSpPr>
          <p:cNvPr id="286" name="Rechteck 285">
            <a:extLst>
              <a:ext uri="{FF2B5EF4-FFF2-40B4-BE49-F238E27FC236}">
                <a16:creationId xmlns:a16="http://schemas.microsoft.com/office/drawing/2014/main" id="{D8AE4052-8F1E-F4E2-B431-FFA8193EC50D}"/>
              </a:ext>
            </a:extLst>
          </p:cNvPr>
          <p:cNvSpPr/>
          <p:nvPr/>
        </p:nvSpPr>
        <p:spPr>
          <a:xfrm>
            <a:off x="6272858" y="8132719"/>
            <a:ext cx="8496789" cy="363833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1400">
                <a:solidFill>
                  <a:schemeClr val="tx1"/>
                </a:solidFill>
              </a:rPr>
              <a:t>MediatorProcess [*]</a:t>
            </a:r>
          </a:p>
        </p:txBody>
      </p:sp>
      <p:sp>
        <p:nvSpPr>
          <p:cNvPr id="279" name="Rechteck 278">
            <a:extLst>
              <a:ext uri="{FF2B5EF4-FFF2-40B4-BE49-F238E27FC236}">
                <a16:creationId xmlns:a16="http://schemas.microsoft.com/office/drawing/2014/main" id="{C83F54BE-E7F0-D9AE-A1D5-FC225483FC63}"/>
              </a:ext>
            </a:extLst>
          </p:cNvPr>
          <p:cNvSpPr/>
          <p:nvPr/>
        </p:nvSpPr>
        <p:spPr>
          <a:xfrm>
            <a:off x="1066369" y="3563937"/>
            <a:ext cx="4283165" cy="8305800"/>
          </a:xfrm>
          <a:prstGeom prst="rect">
            <a:avLst/>
          </a:prstGeom>
          <a:solidFill>
            <a:srgbClr val="FFC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1400">
                <a:solidFill>
                  <a:schemeClr val="tx1"/>
                </a:solidFill>
              </a:rPr>
              <a:t>Controller</a:t>
            </a:r>
          </a:p>
        </p:txBody>
      </p:sp>
      <p:sp>
        <p:nvSpPr>
          <p:cNvPr id="280" name="Rechteck 279">
            <a:extLst>
              <a:ext uri="{FF2B5EF4-FFF2-40B4-BE49-F238E27FC236}">
                <a16:creationId xmlns:a16="http://schemas.microsoft.com/office/drawing/2014/main" id="{92D55D44-2758-C888-E7D3-17F8487BBFAA}"/>
              </a:ext>
            </a:extLst>
          </p:cNvPr>
          <p:cNvSpPr/>
          <p:nvPr/>
        </p:nvSpPr>
        <p:spPr>
          <a:xfrm>
            <a:off x="1147738" y="8923180"/>
            <a:ext cx="4084142" cy="285294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1400">
                <a:solidFill>
                  <a:schemeClr val="tx1"/>
                </a:solidFill>
              </a:rPr>
              <a:t>MountPoint [*]</a:t>
            </a:r>
          </a:p>
        </p:txBody>
      </p:sp>
      <p:sp>
        <p:nvSpPr>
          <p:cNvPr id="56" name="Abgerundetes Rechteck 1">
            <a:extLst>
              <a:ext uri="{FF2B5EF4-FFF2-40B4-BE49-F238E27FC236}">
                <a16:creationId xmlns:a16="http://schemas.microsoft.com/office/drawing/2014/main" id="{5403E44F-74C3-C3A1-D91F-775BF540BEEE}"/>
              </a:ext>
            </a:extLst>
          </p:cNvPr>
          <p:cNvSpPr/>
          <p:nvPr/>
        </p:nvSpPr>
        <p:spPr>
          <a:xfrm>
            <a:off x="1255322" y="3946237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 dirty="0">
                <a:solidFill>
                  <a:prstClr val="white"/>
                </a:solidFill>
                <a:latin typeface="Calibri" panose="020F0502020204030204"/>
              </a:rPr>
              <a:t>CC</a:t>
            </a:r>
          </a:p>
        </p:txBody>
      </p:sp>
      <p:sp>
        <p:nvSpPr>
          <p:cNvPr id="57" name="Abgerundetes Rechteck 2">
            <a:extLst>
              <a:ext uri="{FF2B5EF4-FFF2-40B4-BE49-F238E27FC236}">
                <a16:creationId xmlns:a16="http://schemas.microsoft.com/office/drawing/2014/main" id="{D8ECBA16-38C1-6E5C-4344-15952AA848A3}"/>
              </a:ext>
            </a:extLst>
          </p:cNvPr>
          <p:cNvSpPr/>
          <p:nvPr/>
        </p:nvSpPr>
        <p:spPr>
          <a:xfrm>
            <a:off x="1255322" y="9159432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LTP</a:t>
            </a:r>
          </a:p>
        </p:txBody>
      </p:sp>
      <p:sp>
        <p:nvSpPr>
          <p:cNvPr id="58" name="Abgerundetes Rechteck 3">
            <a:extLst>
              <a:ext uri="{FF2B5EF4-FFF2-40B4-BE49-F238E27FC236}">
                <a16:creationId xmlns:a16="http://schemas.microsoft.com/office/drawing/2014/main" id="{42B12C50-5935-2305-7271-A9353E3F5DF4}"/>
              </a:ext>
            </a:extLst>
          </p:cNvPr>
          <p:cNvSpPr/>
          <p:nvPr/>
        </p:nvSpPr>
        <p:spPr>
          <a:xfrm>
            <a:off x="1255322" y="10413691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LP</a:t>
            </a:r>
          </a:p>
        </p:txBody>
      </p:sp>
      <p:cxnSp>
        <p:nvCxnSpPr>
          <p:cNvPr id="59" name="Gerade Verbindung mit Pfeil 58">
            <a:extLst>
              <a:ext uri="{FF2B5EF4-FFF2-40B4-BE49-F238E27FC236}">
                <a16:creationId xmlns:a16="http://schemas.microsoft.com/office/drawing/2014/main" id="{F05705B2-207A-7473-B0D3-D0E210757D90}"/>
              </a:ext>
            </a:extLst>
          </p:cNvPr>
          <p:cNvCxnSpPr>
            <a:stCxn id="56" idx="2"/>
            <a:endCxn id="57" idx="0"/>
          </p:cNvCxnSpPr>
          <p:nvPr/>
        </p:nvCxnSpPr>
        <p:spPr>
          <a:xfrm>
            <a:off x="1523969" y="4391812"/>
            <a:ext cx="0" cy="4767623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0" name="Gerade Verbindung mit Pfeil 59">
            <a:extLst>
              <a:ext uri="{FF2B5EF4-FFF2-40B4-BE49-F238E27FC236}">
                <a16:creationId xmlns:a16="http://schemas.microsoft.com/office/drawing/2014/main" id="{31F39F20-E4F1-A8E9-AE0E-229810F32A73}"/>
              </a:ext>
            </a:extLst>
          </p:cNvPr>
          <p:cNvCxnSpPr>
            <a:stCxn id="57" idx="2"/>
            <a:endCxn id="58" idx="0"/>
          </p:cNvCxnSpPr>
          <p:nvPr/>
        </p:nvCxnSpPr>
        <p:spPr>
          <a:xfrm>
            <a:off x="1523969" y="9605007"/>
            <a:ext cx="0" cy="808687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62" name="Abgerundetes Rechteck 8">
            <a:extLst>
              <a:ext uri="{FF2B5EF4-FFF2-40B4-BE49-F238E27FC236}">
                <a16:creationId xmlns:a16="http://schemas.microsoft.com/office/drawing/2014/main" id="{D931E7C7-2676-B390-3748-944ED677BBE8}"/>
              </a:ext>
            </a:extLst>
          </p:cNvPr>
          <p:cNvSpPr/>
          <p:nvPr/>
        </p:nvSpPr>
        <p:spPr>
          <a:xfrm>
            <a:off x="2344788" y="10414469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NetconfClient [1]</a:t>
            </a:r>
          </a:p>
        </p:txBody>
      </p:sp>
      <p:sp>
        <p:nvSpPr>
          <p:cNvPr id="63" name="Abgerundetes Rechteck 9">
            <a:extLst>
              <a:ext uri="{FF2B5EF4-FFF2-40B4-BE49-F238E27FC236}">
                <a16:creationId xmlns:a16="http://schemas.microsoft.com/office/drawing/2014/main" id="{CD324EEE-7E30-AD7C-F620-BB3FA6A55BF3}"/>
              </a:ext>
            </a:extLst>
          </p:cNvPr>
          <p:cNvSpPr/>
          <p:nvPr/>
        </p:nvSpPr>
        <p:spPr>
          <a:xfrm>
            <a:off x="2344788" y="11134708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TcpClient [1]</a:t>
            </a:r>
          </a:p>
        </p:txBody>
      </p:sp>
      <p:cxnSp>
        <p:nvCxnSpPr>
          <p:cNvPr id="65" name="Gerade Verbindung mit Pfeil 64">
            <a:extLst>
              <a:ext uri="{FF2B5EF4-FFF2-40B4-BE49-F238E27FC236}">
                <a16:creationId xmlns:a16="http://schemas.microsoft.com/office/drawing/2014/main" id="{6CAB819F-3E7C-B92D-18BD-47685B07CF72}"/>
              </a:ext>
            </a:extLst>
          </p:cNvPr>
          <p:cNvCxnSpPr>
            <a:stCxn id="62" idx="1"/>
            <a:endCxn id="58" idx="3"/>
          </p:cNvCxnSpPr>
          <p:nvPr/>
        </p:nvCxnSpPr>
        <p:spPr>
          <a:xfrm flipH="1" flipV="1">
            <a:off x="1792618" y="10636477"/>
            <a:ext cx="552168" cy="778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66" name="Gerade Verbindung mit Pfeil 65">
            <a:extLst>
              <a:ext uri="{FF2B5EF4-FFF2-40B4-BE49-F238E27FC236}">
                <a16:creationId xmlns:a16="http://schemas.microsoft.com/office/drawing/2014/main" id="{EBC282F3-5516-9CD9-4A58-3B1D951F6FD4}"/>
              </a:ext>
            </a:extLst>
          </p:cNvPr>
          <p:cNvCxnSpPr>
            <a:stCxn id="63" idx="1"/>
            <a:endCxn id="58" idx="3"/>
          </p:cNvCxnSpPr>
          <p:nvPr/>
        </p:nvCxnSpPr>
        <p:spPr>
          <a:xfrm flipH="1" flipV="1">
            <a:off x="1792618" y="10636480"/>
            <a:ext cx="552168" cy="721017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sp>
        <p:nvSpPr>
          <p:cNvPr id="67" name="Rechteck 66">
            <a:extLst>
              <a:ext uri="{FF2B5EF4-FFF2-40B4-BE49-F238E27FC236}">
                <a16:creationId xmlns:a16="http://schemas.microsoft.com/office/drawing/2014/main" id="{0E6B0DC9-48D2-9B58-0F1D-1EA4D398F1D3}"/>
              </a:ext>
            </a:extLst>
          </p:cNvPr>
          <p:cNvSpPr/>
          <p:nvPr/>
        </p:nvSpPr>
        <p:spPr>
          <a:xfrm>
            <a:off x="2344785" y="4053743"/>
            <a:ext cx="1471132" cy="33607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u="sng" kern="0">
                <a:solidFill>
                  <a:prstClr val="black"/>
                </a:solidFill>
                <a:latin typeface="Calibri" panose="020F0502020204030204"/>
              </a:rPr>
              <a:t>ControlConstructPac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externalLabel=controllerName</a:t>
            </a:r>
          </a:p>
        </p:txBody>
      </p:sp>
      <p:cxnSp>
        <p:nvCxnSpPr>
          <p:cNvPr id="69" name="Gerade Verbindung mit Pfeil 68">
            <a:extLst>
              <a:ext uri="{FF2B5EF4-FFF2-40B4-BE49-F238E27FC236}">
                <a16:creationId xmlns:a16="http://schemas.microsoft.com/office/drawing/2014/main" id="{61405C5D-4998-3705-F84F-AA9A6D7300F6}"/>
              </a:ext>
            </a:extLst>
          </p:cNvPr>
          <p:cNvCxnSpPr>
            <a:cxnSpLocks/>
            <a:stCxn id="63" idx="3"/>
            <a:endCxn id="73" idx="1"/>
          </p:cNvCxnSpPr>
          <p:nvPr/>
        </p:nvCxnSpPr>
        <p:spPr>
          <a:xfrm>
            <a:off x="3506238" y="11357494"/>
            <a:ext cx="571738" cy="3864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71" name="Gerade Verbindung mit Pfeil 70">
            <a:extLst>
              <a:ext uri="{FF2B5EF4-FFF2-40B4-BE49-F238E27FC236}">
                <a16:creationId xmlns:a16="http://schemas.microsoft.com/office/drawing/2014/main" id="{25DCB85E-D87D-CC40-1FF0-DD6FDC0AF410}"/>
              </a:ext>
            </a:extLst>
          </p:cNvPr>
          <p:cNvCxnSpPr>
            <a:cxnSpLocks/>
            <a:stCxn id="56" idx="3"/>
            <a:endCxn id="67" idx="1"/>
          </p:cNvCxnSpPr>
          <p:nvPr/>
        </p:nvCxnSpPr>
        <p:spPr>
          <a:xfrm>
            <a:off x="1792621" y="4169026"/>
            <a:ext cx="552167" cy="52757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73" name="Rechteck 72">
            <a:extLst>
              <a:ext uri="{FF2B5EF4-FFF2-40B4-BE49-F238E27FC236}">
                <a16:creationId xmlns:a16="http://schemas.microsoft.com/office/drawing/2014/main" id="{D4C53D9F-5A49-C19A-5474-E3DC89FF2AB8}"/>
              </a:ext>
            </a:extLst>
          </p:cNvPr>
          <p:cNvSpPr/>
          <p:nvPr/>
        </p:nvSpPr>
        <p:spPr>
          <a:xfrm>
            <a:off x="4077979" y="11140728"/>
            <a:ext cx="893641" cy="44126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u="sng" kern="0" dirty="0" err="1">
                <a:solidFill>
                  <a:prstClr val="black"/>
                </a:solidFill>
                <a:latin typeface="Calibri" panose="020F0502020204030204"/>
              </a:rPr>
              <a:t>Configuration</a:t>
            </a:r>
            <a:endParaRPr lang="de-DE" sz="800" u="sng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remoteAddress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remotePort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0" name="Rechteck 89">
            <a:extLst>
              <a:ext uri="{FF2B5EF4-FFF2-40B4-BE49-F238E27FC236}">
                <a16:creationId xmlns:a16="http://schemas.microsoft.com/office/drawing/2014/main" id="{8E303147-0B25-3184-7D85-94E7D636036D}"/>
              </a:ext>
            </a:extLst>
          </p:cNvPr>
          <p:cNvSpPr/>
          <p:nvPr/>
        </p:nvSpPr>
        <p:spPr>
          <a:xfrm>
            <a:off x="4077979" y="10413854"/>
            <a:ext cx="893641" cy="312109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u="sng" kern="0" dirty="0" err="1">
                <a:solidFill>
                  <a:prstClr val="black"/>
                </a:solidFill>
                <a:latin typeface="Calibri" panose="020F0502020204030204"/>
              </a:rPr>
              <a:t>Capability</a:t>
            </a:r>
            <a:endParaRPr lang="de-DE" sz="800" u="sng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deviceName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91" name="Gerade Verbindung mit Pfeil 90">
            <a:extLst>
              <a:ext uri="{FF2B5EF4-FFF2-40B4-BE49-F238E27FC236}">
                <a16:creationId xmlns:a16="http://schemas.microsoft.com/office/drawing/2014/main" id="{3065BECA-C0D8-DABC-4838-03A9DADBC8E4}"/>
              </a:ext>
            </a:extLst>
          </p:cNvPr>
          <p:cNvCxnSpPr>
            <a:cxnSpLocks/>
            <a:stCxn id="62" idx="3"/>
            <a:endCxn id="90" idx="1"/>
          </p:cNvCxnSpPr>
          <p:nvPr/>
        </p:nvCxnSpPr>
        <p:spPr>
          <a:xfrm flipV="1">
            <a:off x="3506238" y="10569909"/>
            <a:ext cx="571738" cy="67349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6" name="Abgerundetes Rechteck 8">
            <a:extLst>
              <a:ext uri="{FF2B5EF4-FFF2-40B4-BE49-F238E27FC236}">
                <a16:creationId xmlns:a16="http://schemas.microsoft.com/office/drawing/2014/main" id="{FA04FE7A-8C91-5969-0B4C-381A07F25EF4}"/>
              </a:ext>
            </a:extLst>
          </p:cNvPr>
          <p:cNvSpPr/>
          <p:nvPr/>
        </p:nvSpPr>
        <p:spPr>
          <a:xfrm>
            <a:off x="11313512" y="10416787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SnmpClient [1]</a:t>
            </a:r>
          </a:p>
        </p:txBody>
      </p:sp>
      <p:sp>
        <p:nvSpPr>
          <p:cNvPr id="17" name="Abgerundetes Rechteck 9">
            <a:extLst>
              <a:ext uri="{FF2B5EF4-FFF2-40B4-BE49-F238E27FC236}">
                <a16:creationId xmlns:a16="http://schemas.microsoft.com/office/drawing/2014/main" id="{DB15B1A3-8090-1C0B-973D-BF8F69FAEBA4}"/>
              </a:ext>
            </a:extLst>
          </p:cNvPr>
          <p:cNvSpPr/>
          <p:nvPr/>
        </p:nvSpPr>
        <p:spPr>
          <a:xfrm>
            <a:off x="11313512" y="11137026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TcpClient [1]</a:t>
            </a:r>
          </a:p>
        </p:txBody>
      </p: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BF281436-8991-1735-21B9-A5BE2EAAC435}"/>
              </a:ext>
            </a:extLst>
          </p:cNvPr>
          <p:cNvCxnSpPr>
            <a:cxnSpLocks/>
            <a:stCxn id="16" idx="1"/>
            <a:endCxn id="131" idx="3"/>
          </p:cNvCxnSpPr>
          <p:nvPr/>
        </p:nvCxnSpPr>
        <p:spPr>
          <a:xfrm flipH="1" flipV="1">
            <a:off x="10761341" y="10636291"/>
            <a:ext cx="552168" cy="328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AE011974-68D0-2B66-DFDD-EA1837A3A003}"/>
              </a:ext>
            </a:extLst>
          </p:cNvPr>
          <p:cNvCxnSpPr>
            <a:cxnSpLocks/>
            <a:stCxn id="17" idx="1"/>
            <a:endCxn id="131" idx="3"/>
          </p:cNvCxnSpPr>
          <p:nvPr/>
        </p:nvCxnSpPr>
        <p:spPr>
          <a:xfrm flipH="1" flipV="1">
            <a:off x="10761341" y="10636288"/>
            <a:ext cx="552168" cy="723524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70F4C1EE-BA58-27B6-3CEB-D51FD6F237BD}"/>
              </a:ext>
            </a:extLst>
          </p:cNvPr>
          <p:cNvCxnSpPr>
            <a:stCxn id="17" idx="3"/>
            <a:endCxn id="27" idx="1"/>
          </p:cNvCxnSpPr>
          <p:nvPr/>
        </p:nvCxnSpPr>
        <p:spPr>
          <a:xfrm>
            <a:off x="12474962" y="11359812"/>
            <a:ext cx="571738" cy="6464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7" name="Rechteck 26">
            <a:extLst>
              <a:ext uri="{FF2B5EF4-FFF2-40B4-BE49-F238E27FC236}">
                <a16:creationId xmlns:a16="http://schemas.microsoft.com/office/drawing/2014/main" id="{141A7E87-1BDC-31FA-FF1D-F3854B2C1EF8}"/>
              </a:ext>
            </a:extLst>
          </p:cNvPr>
          <p:cNvSpPr/>
          <p:nvPr/>
        </p:nvSpPr>
        <p:spPr>
          <a:xfrm>
            <a:off x="13046700" y="11145646"/>
            <a:ext cx="1425832" cy="44126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u="sng" kern="0" dirty="0" err="1">
                <a:solidFill>
                  <a:prstClr val="black"/>
                </a:solidFill>
                <a:latin typeface="Calibri" panose="020F0502020204030204"/>
              </a:rPr>
              <a:t>Configuration</a:t>
            </a:r>
            <a:endParaRPr lang="de-DE" sz="800" u="sng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remoteAddress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remotePort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Abgerundetes Rechteck 88">
            <a:extLst>
              <a:ext uri="{FF2B5EF4-FFF2-40B4-BE49-F238E27FC236}">
                <a16:creationId xmlns:a16="http://schemas.microsoft.com/office/drawing/2014/main" id="{E0866C50-0FC1-8A65-C2E4-AFEDC9C879A3}"/>
              </a:ext>
            </a:extLst>
          </p:cNvPr>
          <p:cNvSpPr/>
          <p:nvPr/>
        </p:nvSpPr>
        <p:spPr>
          <a:xfrm>
            <a:off x="8510426" y="11137026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TcpServer [1]</a:t>
            </a:r>
          </a:p>
        </p:txBody>
      </p:sp>
      <p:sp>
        <p:nvSpPr>
          <p:cNvPr id="29" name="Abgerundetes Rechteck 89">
            <a:extLst>
              <a:ext uri="{FF2B5EF4-FFF2-40B4-BE49-F238E27FC236}">
                <a16:creationId xmlns:a16="http://schemas.microsoft.com/office/drawing/2014/main" id="{0CCFFAAB-77ED-5692-76E1-51970536581E}"/>
              </a:ext>
            </a:extLst>
          </p:cNvPr>
          <p:cNvSpPr/>
          <p:nvPr/>
        </p:nvSpPr>
        <p:spPr>
          <a:xfrm>
            <a:off x="8510426" y="10416009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NetconfServer[1]</a:t>
            </a:r>
          </a:p>
        </p:txBody>
      </p: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54AFCF35-5CC9-CCE5-6728-1FEC39A555FE}"/>
              </a:ext>
            </a:extLst>
          </p:cNvPr>
          <p:cNvCxnSpPr>
            <a:cxnSpLocks/>
            <a:stCxn id="29" idx="3"/>
            <a:endCxn id="131" idx="1"/>
          </p:cNvCxnSpPr>
          <p:nvPr/>
        </p:nvCxnSpPr>
        <p:spPr>
          <a:xfrm flipV="1">
            <a:off x="9671876" y="10636291"/>
            <a:ext cx="552166" cy="2507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C69A5856-7D4F-2BF7-2F35-56BB361F0DE2}"/>
              </a:ext>
            </a:extLst>
          </p:cNvPr>
          <p:cNvCxnSpPr>
            <a:cxnSpLocks/>
            <a:stCxn id="28" idx="3"/>
            <a:endCxn id="131" idx="1"/>
          </p:cNvCxnSpPr>
          <p:nvPr/>
        </p:nvCxnSpPr>
        <p:spPr>
          <a:xfrm flipV="1">
            <a:off x="9671876" y="10636288"/>
            <a:ext cx="552166" cy="723524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sp>
        <p:nvSpPr>
          <p:cNvPr id="36" name="Rechteck 35">
            <a:extLst>
              <a:ext uri="{FF2B5EF4-FFF2-40B4-BE49-F238E27FC236}">
                <a16:creationId xmlns:a16="http://schemas.microsoft.com/office/drawing/2014/main" id="{7839F9AB-0E9E-3CD3-0688-75C82B3622F5}"/>
              </a:ext>
            </a:extLst>
          </p:cNvPr>
          <p:cNvSpPr/>
          <p:nvPr/>
        </p:nvSpPr>
        <p:spPr>
          <a:xfrm>
            <a:off x="6510989" y="11133704"/>
            <a:ext cx="1425832" cy="432491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u="sng" kern="0" dirty="0" err="1">
                <a:solidFill>
                  <a:prstClr val="black"/>
                </a:solidFill>
                <a:latin typeface="Calibri" panose="020F0502020204030204"/>
              </a:rPr>
              <a:t>Configuration</a:t>
            </a:r>
            <a:endParaRPr lang="de-DE" sz="800" u="sng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localAddress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localPort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6893C73A-48A8-6D1F-40D2-0A9F5851FE5C}"/>
              </a:ext>
            </a:extLst>
          </p:cNvPr>
          <p:cNvCxnSpPr>
            <a:cxnSpLocks/>
            <a:stCxn id="28" idx="1"/>
            <a:endCxn id="36" idx="3"/>
          </p:cNvCxnSpPr>
          <p:nvPr/>
        </p:nvCxnSpPr>
        <p:spPr>
          <a:xfrm flipH="1" flipV="1">
            <a:off x="7936821" y="11349950"/>
            <a:ext cx="573602" cy="986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8" name="Rechteck 37">
            <a:extLst>
              <a:ext uri="{FF2B5EF4-FFF2-40B4-BE49-F238E27FC236}">
                <a16:creationId xmlns:a16="http://schemas.microsoft.com/office/drawing/2014/main" id="{D6180C09-80DE-B8FB-D98B-2D79204A965B}"/>
              </a:ext>
            </a:extLst>
          </p:cNvPr>
          <p:cNvSpPr/>
          <p:nvPr/>
        </p:nvSpPr>
        <p:spPr>
          <a:xfrm>
            <a:off x="6510989" y="10127098"/>
            <a:ext cx="1425832" cy="367656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u="sng" kern="0" dirty="0" err="1">
                <a:solidFill>
                  <a:prstClr val="black"/>
                </a:solidFill>
                <a:latin typeface="Calibri" panose="020F0502020204030204"/>
              </a:rPr>
              <a:t>Capability</a:t>
            </a:r>
            <a:endParaRPr lang="de-DE" sz="800" u="sng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deviceName</a:t>
            </a:r>
          </a:p>
        </p:txBody>
      </p: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12D49DF6-85AB-4875-3211-DF09274DF36A}"/>
              </a:ext>
            </a:extLst>
          </p:cNvPr>
          <p:cNvCxnSpPr>
            <a:cxnSpLocks/>
            <a:stCxn id="29" idx="1"/>
            <a:endCxn id="38" idx="3"/>
          </p:cNvCxnSpPr>
          <p:nvPr/>
        </p:nvCxnSpPr>
        <p:spPr>
          <a:xfrm flipH="1" flipV="1">
            <a:off x="7936821" y="10310929"/>
            <a:ext cx="573602" cy="327869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4" name="Rechteck 43">
            <a:extLst>
              <a:ext uri="{FF2B5EF4-FFF2-40B4-BE49-F238E27FC236}">
                <a16:creationId xmlns:a16="http://schemas.microsoft.com/office/drawing/2014/main" id="{DDD580D5-0B17-FEDA-A7D7-84BCAB8DD12F}"/>
              </a:ext>
            </a:extLst>
          </p:cNvPr>
          <p:cNvSpPr/>
          <p:nvPr/>
        </p:nvSpPr>
        <p:spPr>
          <a:xfrm>
            <a:off x="13046700" y="10416170"/>
            <a:ext cx="1425832" cy="33607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u="sng" kern="0" dirty="0" err="1">
                <a:solidFill>
                  <a:prstClr val="black"/>
                </a:solidFill>
                <a:latin typeface="Calibri" panose="020F0502020204030204"/>
              </a:rPr>
              <a:t>Capability</a:t>
            </a:r>
            <a:endParaRPr lang="de-DE" sz="800" u="sng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deviceName</a:t>
            </a:r>
          </a:p>
        </p:txBody>
      </p: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BA13D890-B8BA-7E5D-B4EB-3559460FEA0B}"/>
              </a:ext>
            </a:extLst>
          </p:cNvPr>
          <p:cNvCxnSpPr>
            <a:cxnSpLocks/>
            <a:stCxn id="16" idx="3"/>
            <a:endCxn id="44" idx="1"/>
          </p:cNvCxnSpPr>
          <p:nvPr/>
        </p:nvCxnSpPr>
        <p:spPr>
          <a:xfrm flipV="1">
            <a:off x="12474962" y="10584207"/>
            <a:ext cx="571738" cy="55366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29" name="Abgerundetes Rechteck 1">
            <a:extLst>
              <a:ext uri="{FF2B5EF4-FFF2-40B4-BE49-F238E27FC236}">
                <a16:creationId xmlns:a16="http://schemas.microsoft.com/office/drawing/2014/main" id="{0B3696B8-459B-81BC-F007-25C4FCAE7AF6}"/>
              </a:ext>
            </a:extLst>
          </p:cNvPr>
          <p:cNvSpPr/>
          <p:nvPr/>
        </p:nvSpPr>
        <p:spPr>
          <a:xfrm>
            <a:off x="10224045" y="3948120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 dirty="0">
                <a:solidFill>
                  <a:prstClr val="white"/>
                </a:solidFill>
                <a:latin typeface="Calibri" panose="020F0502020204030204"/>
              </a:rPr>
              <a:t>CC</a:t>
            </a:r>
          </a:p>
        </p:txBody>
      </p:sp>
      <p:sp>
        <p:nvSpPr>
          <p:cNvPr id="130" name="Abgerundetes Rechteck 2">
            <a:extLst>
              <a:ext uri="{FF2B5EF4-FFF2-40B4-BE49-F238E27FC236}">
                <a16:creationId xmlns:a16="http://schemas.microsoft.com/office/drawing/2014/main" id="{44E9B2AD-2D82-4A80-07DA-1326EE5556DF}"/>
              </a:ext>
            </a:extLst>
          </p:cNvPr>
          <p:cNvSpPr/>
          <p:nvPr/>
        </p:nvSpPr>
        <p:spPr>
          <a:xfrm>
            <a:off x="10224045" y="9161315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LTP</a:t>
            </a:r>
          </a:p>
        </p:txBody>
      </p:sp>
      <p:sp>
        <p:nvSpPr>
          <p:cNvPr id="131" name="Abgerundetes Rechteck 3">
            <a:extLst>
              <a:ext uri="{FF2B5EF4-FFF2-40B4-BE49-F238E27FC236}">
                <a16:creationId xmlns:a16="http://schemas.microsoft.com/office/drawing/2014/main" id="{38AABEEE-D5A9-7960-91DE-A0715B1E1097}"/>
              </a:ext>
            </a:extLst>
          </p:cNvPr>
          <p:cNvSpPr/>
          <p:nvPr/>
        </p:nvSpPr>
        <p:spPr>
          <a:xfrm>
            <a:off x="10224045" y="10413502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LP</a:t>
            </a:r>
          </a:p>
        </p:txBody>
      </p:sp>
      <p:cxnSp>
        <p:nvCxnSpPr>
          <p:cNvPr id="132" name="Gerade Verbindung mit Pfeil 131">
            <a:extLst>
              <a:ext uri="{FF2B5EF4-FFF2-40B4-BE49-F238E27FC236}">
                <a16:creationId xmlns:a16="http://schemas.microsoft.com/office/drawing/2014/main" id="{24B8BA13-AD4E-5D96-4439-B969CB4D0F1B}"/>
              </a:ext>
            </a:extLst>
          </p:cNvPr>
          <p:cNvCxnSpPr>
            <a:stCxn id="129" idx="2"/>
            <a:endCxn id="130" idx="0"/>
          </p:cNvCxnSpPr>
          <p:nvPr/>
        </p:nvCxnSpPr>
        <p:spPr>
          <a:xfrm>
            <a:off x="10492692" y="4393695"/>
            <a:ext cx="0" cy="4767623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33" name="Gerade Verbindung mit Pfeil 132">
            <a:extLst>
              <a:ext uri="{FF2B5EF4-FFF2-40B4-BE49-F238E27FC236}">
                <a16:creationId xmlns:a16="http://schemas.microsoft.com/office/drawing/2014/main" id="{F9346835-875D-6801-F071-4CB2B804900B}"/>
              </a:ext>
            </a:extLst>
          </p:cNvPr>
          <p:cNvCxnSpPr>
            <a:stCxn id="130" idx="2"/>
            <a:endCxn id="131" idx="0"/>
          </p:cNvCxnSpPr>
          <p:nvPr/>
        </p:nvCxnSpPr>
        <p:spPr>
          <a:xfrm>
            <a:off x="10492692" y="9606890"/>
            <a:ext cx="0" cy="80661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45" name="Abgerundetes Rechteck 74">
            <a:extLst>
              <a:ext uri="{FF2B5EF4-FFF2-40B4-BE49-F238E27FC236}">
                <a16:creationId xmlns:a16="http://schemas.microsoft.com/office/drawing/2014/main" id="{9F76D0E1-4E66-342A-E3B2-52119B669652}"/>
              </a:ext>
            </a:extLst>
          </p:cNvPr>
          <p:cNvSpPr/>
          <p:nvPr/>
        </p:nvSpPr>
        <p:spPr>
          <a:xfrm>
            <a:off x="8510425" y="5735621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 err="1">
                <a:solidFill>
                  <a:prstClr val="white"/>
                </a:solidFill>
                <a:latin typeface="Calibri" panose="020F0502020204030204"/>
              </a:rPr>
              <a:t>OperationServer</a:t>
            </a:r>
            <a:endParaRPr lang="de-DE" sz="1050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7" name="Abgerundetes Rechteck 88">
            <a:extLst>
              <a:ext uri="{FF2B5EF4-FFF2-40B4-BE49-F238E27FC236}">
                <a16:creationId xmlns:a16="http://schemas.microsoft.com/office/drawing/2014/main" id="{8BC9E276-53B6-5995-622D-0AC9EB9DE1B3}"/>
              </a:ext>
            </a:extLst>
          </p:cNvPr>
          <p:cNvSpPr/>
          <p:nvPr/>
        </p:nvSpPr>
        <p:spPr>
          <a:xfrm>
            <a:off x="8510425" y="7177655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 err="1">
                <a:solidFill>
                  <a:prstClr val="white"/>
                </a:solidFill>
                <a:latin typeface="Calibri" panose="020F0502020204030204"/>
              </a:rPr>
              <a:t>TcpServer</a:t>
            </a:r>
            <a:endParaRPr lang="de-DE" sz="1050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8" name="Abgerundetes Rechteck 89">
            <a:extLst>
              <a:ext uri="{FF2B5EF4-FFF2-40B4-BE49-F238E27FC236}">
                <a16:creationId xmlns:a16="http://schemas.microsoft.com/office/drawing/2014/main" id="{14E901DD-3FD2-DD78-E2D1-8BE2B4D09279}"/>
              </a:ext>
            </a:extLst>
          </p:cNvPr>
          <p:cNvSpPr/>
          <p:nvPr/>
        </p:nvSpPr>
        <p:spPr>
          <a:xfrm>
            <a:off x="8510425" y="6456638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 err="1">
                <a:solidFill>
                  <a:prstClr val="white"/>
                </a:solidFill>
                <a:latin typeface="Calibri" panose="020F0502020204030204"/>
              </a:rPr>
              <a:t>HttpServer</a:t>
            </a:r>
            <a:endParaRPr lang="de-DE" sz="1050" kern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149" name="Gerade Verbindung mit Pfeil 148">
            <a:extLst>
              <a:ext uri="{FF2B5EF4-FFF2-40B4-BE49-F238E27FC236}">
                <a16:creationId xmlns:a16="http://schemas.microsoft.com/office/drawing/2014/main" id="{77D0C046-112B-F61C-51ED-422966C3B7D4}"/>
              </a:ext>
            </a:extLst>
          </p:cNvPr>
          <p:cNvCxnSpPr>
            <a:stCxn id="148" idx="3"/>
            <a:endCxn id="131" idx="1"/>
          </p:cNvCxnSpPr>
          <p:nvPr/>
        </p:nvCxnSpPr>
        <p:spPr>
          <a:xfrm>
            <a:off x="9671878" y="6679424"/>
            <a:ext cx="552167" cy="3956864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150" name="Gerade Verbindung mit Pfeil 149">
            <a:extLst>
              <a:ext uri="{FF2B5EF4-FFF2-40B4-BE49-F238E27FC236}">
                <a16:creationId xmlns:a16="http://schemas.microsoft.com/office/drawing/2014/main" id="{89E76792-F816-11E2-7AD6-F99179AC2EAF}"/>
              </a:ext>
            </a:extLst>
          </p:cNvPr>
          <p:cNvCxnSpPr>
            <a:stCxn id="147" idx="3"/>
            <a:endCxn id="131" idx="1"/>
          </p:cNvCxnSpPr>
          <p:nvPr/>
        </p:nvCxnSpPr>
        <p:spPr>
          <a:xfrm>
            <a:off x="9671878" y="7400444"/>
            <a:ext cx="552167" cy="3235847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151" name="Gerade Verbindung mit Pfeil 150">
            <a:extLst>
              <a:ext uri="{FF2B5EF4-FFF2-40B4-BE49-F238E27FC236}">
                <a16:creationId xmlns:a16="http://schemas.microsoft.com/office/drawing/2014/main" id="{FB99CDA0-2D2C-C26F-89EE-72E2DAEA2188}"/>
              </a:ext>
            </a:extLst>
          </p:cNvPr>
          <p:cNvCxnSpPr>
            <a:stCxn id="145" idx="3"/>
            <a:endCxn id="131" idx="1"/>
          </p:cNvCxnSpPr>
          <p:nvPr/>
        </p:nvCxnSpPr>
        <p:spPr>
          <a:xfrm>
            <a:off x="9671878" y="5958410"/>
            <a:ext cx="552167" cy="4677881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sp>
        <p:nvSpPr>
          <p:cNvPr id="152" name="Rechteck 151">
            <a:extLst>
              <a:ext uri="{FF2B5EF4-FFF2-40B4-BE49-F238E27FC236}">
                <a16:creationId xmlns:a16="http://schemas.microsoft.com/office/drawing/2014/main" id="{E3E04050-9C25-B09E-3C76-37E1DD41737D}"/>
              </a:ext>
            </a:extLst>
          </p:cNvPr>
          <p:cNvSpPr/>
          <p:nvPr/>
        </p:nvSpPr>
        <p:spPr>
          <a:xfrm>
            <a:off x="6510988" y="4503195"/>
            <a:ext cx="1425832" cy="327678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u="sng" kern="0" err="1">
                <a:solidFill>
                  <a:prstClr val="black"/>
                </a:solidFill>
                <a:latin typeface="Calibri" panose="020F0502020204030204"/>
              </a:rPr>
              <a:t>Capability</a:t>
            </a:r>
            <a:endParaRPr lang="de-DE" sz="800" u="sng" kern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r>
              <a:rPr lang="de-DE" sz="800" kern="0" err="1">
                <a:solidFill>
                  <a:prstClr val="black"/>
                </a:solidFill>
                <a:latin typeface="Calibri" panose="020F0502020204030204"/>
              </a:rPr>
              <a:t>operationName</a:t>
            </a:r>
            <a:endParaRPr lang="de-DE" sz="800" kern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3" name="Rechteck 152">
            <a:extLst>
              <a:ext uri="{FF2B5EF4-FFF2-40B4-BE49-F238E27FC236}">
                <a16:creationId xmlns:a16="http://schemas.microsoft.com/office/drawing/2014/main" id="{4DFA1D3E-C6E5-809E-760C-5C9B254E07A8}"/>
              </a:ext>
            </a:extLst>
          </p:cNvPr>
          <p:cNvSpPr/>
          <p:nvPr/>
        </p:nvSpPr>
        <p:spPr>
          <a:xfrm>
            <a:off x="6510988" y="4858710"/>
            <a:ext cx="1425832" cy="70465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u="sng" kern="0" dirty="0" err="1">
                <a:solidFill>
                  <a:prstClr val="black"/>
                </a:solidFill>
                <a:latin typeface="Calibri" panose="020F0502020204030204"/>
              </a:rPr>
              <a:t>Configuration</a:t>
            </a:r>
            <a:endParaRPr lang="de-DE" sz="800" u="sng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lifeCycleState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operation-key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4" name="Rechteck 153">
            <a:extLst>
              <a:ext uri="{FF2B5EF4-FFF2-40B4-BE49-F238E27FC236}">
                <a16:creationId xmlns:a16="http://schemas.microsoft.com/office/drawing/2014/main" id="{603038BB-B38F-04CB-CE97-EB1D3BC5A2ED}"/>
              </a:ext>
            </a:extLst>
          </p:cNvPr>
          <p:cNvSpPr/>
          <p:nvPr/>
        </p:nvSpPr>
        <p:spPr>
          <a:xfrm>
            <a:off x="6510988" y="6688555"/>
            <a:ext cx="1425832" cy="68387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u="sng" kern="0" dirty="0" err="1">
                <a:solidFill>
                  <a:prstClr val="black"/>
                </a:solidFill>
                <a:latin typeface="Calibri" panose="020F0502020204030204"/>
              </a:rPr>
              <a:t>Configuration</a:t>
            </a:r>
            <a:endParaRPr lang="de-DE" sz="800" u="sng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description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localProtocol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localAddress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localPort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55" name="Gerade Verbindung mit Pfeil 154">
            <a:extLst>
              <a:ext uri="{FF2B5EF4-FFF2-40B4-BE49-F238E27FC236}">
                <a16:creationId xmlns:a16="http://schemas.microsoft.com/office/drawing/2014/main" id="{AE72E1DE-8F09-CAEE-F70B-BD74C656E315}"/>
              </a:ext>
            </a:extLst>
          </p:cNvPr>
          <p:cNvCxnSpPr>
            <a:cxnSpLocks/>
            <a:stCxn id="147" idx="1"/>
            <a:endCxn id="154" idx="3"/>
          </p:cNvCxnSpPr>
          <p:nvPr/>
        </p:nvCxnSpPr>
        <p:spPr>
          <a:xfrm flipH="1" flipV="1">
            <a:off x="7936820" y="7030495"/>
            <a:ext cx="573602" cy="369949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56" name="Rechteck 155">
            <a:extLst>
              <a:ext uri="{FF2B5EF4-FFF2-40B4-BE49-F238E27FC236}">
                <a16:creationId xmlns:a16="http://schemas.microsoft.com/office/drawing/2014/main" id="{A2DD233B-D011-6931-E9B5-093D279C83E7}"/>
              </a:ext>
            </a:extLst>
          </p:cNvPr>
          <p:cNvSpPr/>
          <p:nvPr/>
        </p:nvSpPr>
        <p:spPr>
          <a:xfrm>
            <a:off x="6510988" y="5604036"/>
            <a:ext cx="1425832" cy="105148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u="sng" kern="0" dirty="0" err="1">
                <a:solidFill>
                  <a:prstClr val="black"/>
                </a:solidFill>
                <a:latin typeface="Calibri" panose="020F0502020204030204"/>
              </a:rPr>
              <a:t>Capability</a:t>
            </a:r>
            <a:endParaRPr lang="de-DE" sz="800" u="sng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applicationName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releaseNumber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applicationPurpose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dataUpdatePeriod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ownerName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ownerEmailAddress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releaseList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57" name="Gerade Verbindung mit Pfeil 156">
            <a:extLst>
              <a:ext uri="{FF2B5EF4-FFF2-40B4-BE49-F238E27FC236}">
                <a16:creationId xmlns:a16="http://schemas.microsoft.com/office/drawing/2014/main" id="{016EC4D1-F635-FB0B-C4C9-8B3006B16E87}"/>
              </a:ext>
            </a:extLst>
          </p:cNvPr>
          <p:cNvCxnSpPr>
            <a:stCxn id="145" idx="1"/>
            <a:endCxn id="153" idx="3"/>
          </p:cNvCxnSpPr>
          <p:nvPr/>
        </p:nvCxnSpPr>
        <p:spPr>
          <a:xfrm flipH="1" flipV="1">
            <a:off x="7936820" y="5211035"/>
            <a:ext cx="573602" cy="747372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58" name="Gerade Verbindung mit Pfeil 157">
            <a:extLst>
              <a:ext uri="{FF2B5EF4-FFF2-40B4-BE49-F238E27FC236}">
                <a16:creationId xmlns:a16="http://schemas.microsoft.com/office/drawing/2014/main" id="{7F8AF69D-63A6-BB6A-B020-F4C20183069E}"/>
              </a:ext>
            </a:extLst>
          </p:cNvPr>
          <p:cNvCxnSpPr>
            <a:cxnSpLocks/>
            <a:stCxn id="145" idx="1"/>
            <a:endCxn id="152" idx="3"/>
          </p:cNvCxnSpPr>
          <p:nvPr/>
        </p:nvCxnSpPr>
        <p:spPr>
          <a:xfrm flipH="1" flipV="1">
            <a:off x="7936820" y="4667037"/>
            <a:ext cx="573602" cy="1291373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59" name="Gerade Verbindung mit Pfeil 158">
            <a:extLst>
              <a:ext uri="{FF2B5EF4-FFF2-40B4-BE49-F238E27FC236}">
                <a16:creationId xmlns:a16="http://schemas.microsoft.com/office/drawing/2014/main" id="{E0072063-E071-5BFA-07F7-75E642B28E77}"/>
              </a:ext>
            </a:extLst>
          </p:cNvPr>
          <p:cNvCxnSpPr>
            <a:cxnSpLocks/>
            <a:stCxn id="148" idx="1"/>
            <a:endCxn id="156" idx="3"/>
          </p:cNvCxnSpPr>
          <p:nvPr/>
        </p:nvCxnSpPr>
        <p:spPr>
          <a:xfrm flipH="1" flipV="1">
            <a:off x="7936820" y="6129778"/>
            <a:ext cx="573602" cy="549646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64" name="Abgerundetes Rechteck 45">
            <a:extLst>
              <a:ext uri="{FF2B5EF4-FFF2-40B4-BE49-F238E27FC236}">
                <a16:creationId xmlns:a16="http://schemas.microsoft.com/office/drawing/2014/main" id="{6EC8F9F0-0814-58A0-1A03-1B7B7F229B7A}"/>
              </a:ext>
            </a:extLst>
          </p:cNvPr>
          <p:cNvSpPr/>
          <p:nvPr/>
        </p:nvSpPr>
        <p:spPr>
          <a:xfrm>
            <a:off x="11570031" y="3948120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 dirty="0">
                <a:solidFill>
                  <a:prstClr val="white"/>
                </a:solidFill>
                <a:latin typeface="Calibri" panose="020F0502020204030204"/>
              </a:rPr>
              <a:t>PC</a:t>
            </a:r>
          </a:p>
        </p:txBody>
      </p:sp>
      <p:sp>
        <p:nvSpPr>
          <p:cNvPr id="165" name="Abgerundetes Rechteck 46">
            <a:extLst>
              <a:ext uri="{FF2B5EF4-FFF2-40B4-BE49-F238E27FC236}">
                <a16:creationId xmlns:a16="http://schemas.microsoft.com/office/drawing/2014/main" id="{3A261E11-A8FF-8461-9D6C-DB4253244219}"/>
              </a:ext>
            </a:extLst>
          </p:cNvPr>
          <p:cNvSpPr/>
          <p:nvPr/>
        </p:nvSpPr>
        <p:spPr>
          <a:xfrm>
            <a:off x="12916017" y="3952557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 dirty="0">
                <a:solidFill>
                  <a:prstClr val="white"/>
                </a:solidFill>
                <a:latin typeface="Calibri" panose="020F0502020204030204"/>
              </a:rPr>
              <a:t>P</a:t>
            </a:r>
          </a:p>
        </p:txBody>
      </p:sp>
      <p:cxnSp>
        <p:nvCxnSpPr>
          <p:cNvPr id="166" name="Gerade Verbindung mit Pfeil 165">
            <a:extLst>
              <a:ext uri="{FF2B5EF4-FFF2-40B4-BE49-F238E27FC236}">
                <a16:creationId xmlns:a16="http://schemas.microsoft.com/office/drawing/2014/main" id="{1D0C2E28-ECAC-7C41-C57C-93E87A3CDD27}"/>
              </a:ext>
            </a:extLst>
          </p:cNvPr>
          <p:cNvCxnSpPr>
            <a:stCxn id="129" idx="3"/>
            <a:endCxn id="164" idx="1"/>
          </p:cNvCxnSpPr>
          <p:nvPr/>
        </p:nvCxnSpPr>
        <p:spPr>
          <a:xfrm>
            <a:off x="10761344" y="4170906"/>
            <a:ext cx="808687" cy="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67" name="Gerade Verbindung mit Pfeil 166">
            <a:extLst>
              <a:ext uri="{FF2B5EF4-FFF2-40B4-BE49-F238E27FC236}">
                <a16:creationId xmlns:a16="http://schemas.microsoft.com/office/drawing/2014/main" id="{F54F4961-4CD8-1757-6D3E-4ED507AC3D06}"/>
              </a:ext>
            </a:extLst>
          </p:cNvPr>
          <p:cNvCxnSpPr>
            <a:stCxn id="164" idx="3"/>
            <a:endCxn id="165" idx="1"/>
          </p:cNvCxnSpPr>
          <p:nvPr/>
        </p:nvCxnSpPr>
        <p:spPr>
          <a:xfrm>
            <a:off x="12107330" y="4170909"/>
            <a:ext cx="808687" cy="4437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68" name="Rechteck 167">
            <a:extLst>
              <a:ext uri="{FF2B5EF4-FFF2-40B4-BE49-F238E27FC236}">
                <a16:creationId xmlns:a16="http://schemas.microsoft.com/office/drawing/2014/main" id="{CF8AC0D9-3EBA-3573-B442-A8577BA331CA}"/>
              </a:ext>
            </a:extLst>
          </p:cNvPr>
          <p:cNvSpPr/>
          <p:nvPr/>
        </p:nvSpPr>
        <p:spPr>
          <a:xfrm>
            <a:off x="8123848" y="3967698"/>
            <a:ext cx="1425832" cy="327678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operationalState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lifecycleState</a:t>
            </a:r>
          </a:p>
        </p:txBody>
      </p:sp>
      <p:cxnSp>
        <p:nvCxnSpPr>
          <p:cNvPr id="169" name="Gerade Verbindung mit Pfeil 168">
            <a:extLst>
              <a:ext uri="{FF2B5EF4-FFF2-40B4-BE49-F238E27FC236}">
                <a16:creationId xmlns:a16="http://schemas.microsoft.com/office/drawing/2014/main" id="{BA0DE7E0-3E00-4D1E-00E4-096475C7D555}"/>
              </a:ext>
            </a:extLst>
          </p:cNvPr>
          <p:cNvCxnSpPr>
            <a:cxnSpLocks/>
            <a:stCxn id="168" idx="3"/>
            <a:endCxn id="129" idx="1"/>
          </p:cNvCxnSpPr>
          <p:nvPr/>
        </p:nvCxnSpPr>
        <p:spPr>
          <a:xfrm>
            <a:off x="9549680" y="4131540"/>
            <a:ext cx="674362" cy="39369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70" name="Abgerundetes Rechteck 66">
            <a:extLst>
              <a:ext uri="{FF2B5EF4-FFF2-40B4-BE49-F238E27FC236}">
                <a16:creationId xmlns:a16="http://schemas.microsoft.com/office/drawing/2014/main" id="{E923FF91-857D-1980-0058-CEC6AE11A650}"/>
              </a:ext>
            </a:extLst>
          </p:cNvPr>
          <p:cNvSpPr/>
          <p:nvPr/>
        </p:nvSpPr>
        <p:spPr>
          <a:xfrm>
            <a:off x="14007234" y="3963816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 dirty="0" err="1">
                <a:solidFill>
                  <a:prstClr val="white"/>
                </a:solidFill>
                <a:latin typeface="Calibri" panose="020F0502020204030204"/>
              </a:rPr>
              <a:t>StringProfile</a:t>
            </a:r>
            <a:endParaRPr lang="de-DE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171" name="Gerade Verbindung mit Pfeil 170">
            <a:extLst>
              <a:ext uri="{FF2B5EF4-FFF2-40B4-BE49-F238E27FC236}">
                <a16:creationId xmlns:a16="http://schemas.microsoft.com/office/drawing/2014/main" id="{57E5131C-F4A7-B1C2-99E2-BDAAC61E1664}"/>
              </a:ext>
            </a:extLst>
          </p:cNvPr>
          <p:cNvCxnSpPr>
            <a:cxnSpLocks/>
            <a:stCxn id="170" idx="1"/>
            <a:endCxn id="165" idx="3"/>
          </p:cNvCxnSpPr>
          <p:nvPr/>
        </p:nvCxnSpPr>
        <p:spPr>
          <a:xfrm flipH="1" flipV="1">
            <a:off x="13453313" y="4175346"/>
            <a:ext cx="553918" cy="11259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sp>
        <p:nvSpPr>
          <p:cNvPr id="172" name="Rechteck 171">
            <a:extLst>
              <a:ext uri="{FF2B5EF4-FFF2-40B4-BE49-F238E27FC236}">
                <a16:creationId xmlns:a16="http://schemas.microsoft.com/office/drawing/2014/main" id="{EB4B0C19-05A4-9F67-7DF1-843375E09128}"/>
              </a:ext>
            </a:extLst>
          </p:cNvPr>
          <p:cNvSpPr/>
          <p:nvPr/>
        </p:nvSpPr>
        <p:spPr>
          <a:xfrm>
            <a:off x="15743635" y="3988189"/>
            <a:ext cx="1425832" cy="678846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u="sng" kern="0" dirty="0" err="1">
                <a:solidFill>
                  <a:prstClr val="black"/>
                </a:solidFill>
                <a:latin typeface="Calibri" panose="020F0502020204030204"/>
              </a:rPr>
              <a:t>Capability</a:t>
            </a:r>
            <a:endParaRPr lang="de-DE" sz="800" u="sng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stringName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- mediatorVmTemplateName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- mediatorUserName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- mediatorUserPassword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3" name="Rechteck 172">
            <a:extLst>
              <a:ext uri="{FF2B5EF4-FFF2-40B4-BE49-F238E27FC236}">
                <a16:creationId xmlns:a16="http://schemas.microsoft.com/office/drawing/2014/main" id="{4CBD0BBA-3755-9310-47FE-8B5EF03DB68E}"/>
              </a:ext>
            </a:extLst>
          </p:cNvPr>
          <p:cNvSpPr/>
          <p:nvPr/>
        </p:nvSpPr>
        <p:spPr>
          <a:xfrm>
            <a:off x="15743635" y="4716070"/>
            <a:ext cx="1425832" cy="33607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u="sng" kern="0" dirty="0" err="1">
                <a:solidFill>
                  <a:prstClr val="black"/>
                </a:solidFill>
                <a:latin typeface="Calibri" panose="020F0502020204030204"/>
              </a:rPr>
              <a:t>Configuration</a:t>
            </a:r>
            <a:endParaRPr lang="de-DE" sz="800" u="sng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stringValue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74" name="Gerade Verbindung mit Pfeil 173">
            <a:extLst>
              <a:ext uri="{FF2B5EF4-FFF2-40B4-BE49-F238E27FC236}">
                <a16:creationId xmlns:a16="http://schemas.microsoft.com/office/drawing/2014/main" id="{3E00DD38-E312-FDAE-E0CF-019349FE88A3}"/>
              </a:ext>
            </a:extLst>
          </p:cNvPr>
          <p:cNvCxnSpPr>
            <a:cxnSpLocks/>
            <a:stCxn id="170" idx="3"/>
            <a:endCxn id="172" idx="1"/>
          </p:cNvCxnSpPr>
          <p:nvPr/>
        </p:nvCxnSpPr>
        <p:spPr>
          <a:xfrm>
            <a:off x="15168687" y="4186602"/>
            <a:ext cx="574951" cy="14101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5" name="Gerade Verbindung mit Pfeil 174">
            <a:extLst>
              <a:ext uri="{FF2B5EF4-FFF2-40B4-BE49-F238E27FC236}">
                <a16:creationId xmlns:a16="http://schemas.microsoft.com/office/drawing/2014/main" id="{134A9A26-D904-FED7-A00D-A8B5BACBD1F1}"/>
              </a:ext>
            </a:extLst>
          </p:cNvPr>
          <p:cNvCxnSpPr>
            <a:stCxn id="170" idx="3"/>
            <a:endCxn id="173" idx="1"/>
          </p:cNvCxnSpPr>
          <p:nvPr/>
        </p:nvCxnSpPr>
        <p:spPr>
          <a:xfrm>
            <a:off x="15168687" y="4186605"/>
            <a:ext cx="574951" cy="69750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78" name="Abgerundetes Rechteck 2">
            <a:extLst>
              <a:ext uri="{FF2B5EF4-FFF2-40B4-BE49-F238E27FC236}">
                <a16:creationId xmlns:a16="http://schemas.microsoft.com/office/drawing/2014/main" id="{5D271881-6F30-DFD6-72F1-3F674E68933F}"/>
              </a:ext>
            </a:extLst>
          </p:cNvPr>
          <p:cNvSpPr/>
          <p:nvPr/>
        </p:nvSpPr>
        <p:spPr>
          <a:xfrm>
            <a:off x="11570030" y="5202378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FD</a:t>
            </a:r>
          </a:p>
        </p:txBody>
      </p:sp>
      <p:cxnSp>
        <p:nvCxnSpPr>
          <p:cNvPr id="179" name="Gerade Verbindung mit Pfeil 178">
            <a:extLst>
              <a:ext uri="{FF2B5EF4-FFF2-40B4-BE49-F238E27FC236}">
                <a16:creationId xmlns:a16="http://schemas.microsoft.com/office/drawing/2014/main" id="{140A27B0-12E3-6EFB-FFEB-53372328F579}"/>
              </a:ext>
            </a:extLst>
          </p:cNvPr>
          <p:cNvCxnSpPr>
            <a:cxnSpLocks/>
            <a:stCxn id="129" idx="2"/>
            <a:endCxn id="178" idx="0"/>
          </p:cNvCxnSpPr>
          <p:nvPr/>
        </p:nvCxnSpPr>
        <p:spPr>
          <a:xfrm>
            <a:off x="10492695" y="4393692"/>
            <a:ext cx="1345985" cy="808686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83" name="Abgerundetes Rechteck 2">
            <a:extLst>
              <a:ext uri="{FF2B5EF4-FFF2-40B4-BE49-F238E27FC236}">
                <a16:creationId xmlns:a16="http://schemas.microsoft.com/office/drawing/2014/main" id="{081EC501-C2CA-9E15-39FF-56B5A787FDD0}"/>
              </a:ext>
            </a:extLst>
          </p:cNvPr>
          <p:cNvSpPr/>
          <p:nvPr/>
        </p:nvSpPr>
        <p:spPr>
          <a:xfrm>
            <a:off x="11570030" y="8477606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FC</a:t>
            </a:r>
          </a:p>
        </p:txBody>
      </p:sp>
      <p:cxnSp>
        <p:nvCxnSpPr>
          <p:cNvPr id="190" name="Gerade Verbindung mit Pfeil 189">
            <a:extLst>
              <a:ext uri="{FF2B5EF4-FFF2-40B4-BE49-F238E27FC236}">
                <a16:creationId xmlns:a16="http://schemas.microsoft.com/office/drawing/2014/main" id="{296A82BB-6F95-7547-C6E1-A06AE5A97651}"/>
              </a:ext>
            </a:extLst>
          </p:cNvPr>
          <p:cNvCxnSpPr>
            <a:cxnSpLocks/>
            <a:stCxn id="178" idx="2"/>
            <a:endCxn id="183" idx="0"/>
          </p:cNvCxnSpPr>
          <p:nvPr/>
        </p:nvCxnSpPr>
        <p:spPr>
          <a:xfrm>
            <a:off x="11838677" y="5647950"/>
            <a:ext cx="0" cy="2829656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93" name="Rechteck 192">
            <a:extLst>
              <a:ext uri="{FF2B5EF4-FFF2-40B4-BE49-F238E27FC236}">
                <a16:creationId xmlns:a16="http://schemas.microsoft.com/office/drawing/2014/main" id="{0EBFB0DE-9E6A-84BE-0CC5-FB4877E6209C}"/>
              </a:ext>
            </a:extLst>
          </p:cNvPr>
          <p:cNvSpPr/>
          <p:nvPr/>
        </p:nvSpPr>
        <p:spPr>
          <a:xfrm>
            <a:off x="13046700" y="8536254"/>
            <a:ext cx="1425832" cy="33607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name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- deviceName</a:t>
            </a:r>
          </a:p>
        </p:txBody>
      </p:sp>
      <p:cxnSp>
        <p:nvCxnSpPr>
          <p:cNvPr id="194" name="Gerade Verbindung mit Pfeil 193">
            <a:extLst>
              <a:ext uri="{FF2B5EF4-FFF2-40B4-BE49-F238E27FC236}">
                <a16:creationId xmlns:a16="http://schemas.microsoft.com/office/drawing/2014/main" id="{30D22D7A-9AC9-DD60-5253-1BC73B206C29}"/>
              </a:ext>
            </a:extLst>
          </p:cNvPr>
          <p:cNvCxnSpPr>
            <a:cxnSpLocks/>
            <a:stCxn id="183" idx="3"/>
            <a:endCxn id="193" idx="1"/>
          </p:cNvCxnSpPr>
          <p:nvPr/>
        </p:nvCxnSpPr>
        <p:spPr>
          <a:xfrm>
            <a:off x="12107326" y="8700395"/>
            <a:ext cx="939374" cy="3899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99" name="Abgerundetes Rechteck 2">
            <a:extLst>
              <a:ext uri="{FF2B5EF4-FFF2-40B4-BE49-F238E27FC236}">
                <a16:creationId xmlns:a16="http://schemas.microsoft.com/office/drawing/2014/main" id="{B08CDC80-9681-7C36-4CBD-B2099103EA1A}"/>
              </a:ext>
            </a:extLst>
          </p:cNvPr>
          <p:cNvSpPr/>
          <p:nvPr/>
        </p:nvSpPr>
        <p:spPr>
          <a:xfrm>
            <a:off x="11570030" y="9592103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FCP</a:t>
            </a:r>
          </a:p>
        </p:txBody>
      </p:sp>
      <p:cxnSp>
        <p:nvCxnSpPr>
          <p:cNvPr id="202" name="Gerade Verbindung mit Pfeil 201">
            <a:extLst>
              <a:ext uri="{FF2B5EF4-FFF2-40B4-BE49-F238E27FC236}">
                <a16:creationId xmlns:a16="http://schemas.microsoft.com/office/drawing/2014/main" id="{71E46005-C51C-4CCB-EF13-C0C55DA3B420}"/>
              </a:ext>
            </a:extLst>
          </p:cNvPr>
          <p:cNvCxnSpPr>
            <a:cxnSpLocks/>
            <a:stCxn id="183" idx="2"/>
            <a:endCxn id="199" idx="0"/>
          </p:cNvCxnSpPr>
          <p:nvPr/>
        </p:nvCxnSpPr>
        <p:spPr>
          <a:xfrm>
            <a:off x="11838677" y="8923181"/>
            <a:ext cx="0" cy="66892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05" name="Gerade Verbindung mit Pfeil 204">
            <a:extLst>
              <a:ext uri="{FF2B5EF4-FFF2-40B4-BE49-F238E27FC236}">
                <a16:creationId xmlns:a16="http://schemas.microsoft.com/office/drawing/2014/main" id="{6788FE90-8D70-D6A1-9340-2FB938146C10}"/>
              </a:ext>
            </a:extLst>
          </p:cNvPr>
          <p:cNvCxnSpPr>
            <a:cxnSpLocks/>
            <a:stCxn id="199" idx="1"/>
            <a:endCxn id="131" idx="3"/>
          </p:cNvCxnSpPr>
          <p:nvPr/>
        </p:nvCxnSpPr>
        <p:spPr>
          <a:xfrm flipH="1">
            <a:off x="10761341" y="9814892"/>
            <a:ext cx="808686" cy="821399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ysDash"/>
            <a:miter lim="800000"/>
            <a:tailEnd type="arrow"/>
          </a:ln>
          <a:effectLst/>
        </p:spPr>
      </p:cxnSp>
      <p:sp>
        <p:nvSpPr>
          <p:cNvPr id="210" name="Rechteck 209">
            <a:extLst>
              <a:ext uri="{FF2B5EF4-FFF2-40B4-BE49-F238E27FC236}">
                <a16:creationId xmlns:a16="http://schemas.microsoft.com/office/drawing/2014/main" id="{9BC48371-0AF2-465F-826E-D379F9BB6507}"/>
              </a:ext>
            </a:extLst>
          </p:cNvPr>
          <p:cNvSpPr/>
          <p:nvPr/>
        </p:nvSpPr>
        <p:spPr>
          <a:xfrm>
            <a:off x="6510988" y="10538335"/>
            <a:ext cx="1425832" cy="307488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u="sng" kern="0" dirty="0">
                <a:solidFill>
                  <a:prstClr val="black"/>
                </a:solidFill>
                <a:latin typeface="Calibri" panose="020F0502020204030204"/>
              </a:rPr>
              <a:t>Status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interfaceStatus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11" name="Gerade Verbindung mit Pfeil 210">
            <a:extLst>
              <a:ext uri="{FF2B5EF4-FFF2-40B4-BE49-F238E27FC236}">
                <a16:creationId xmlns:a16="http://schemas.microsoft.com/office/drawing/2014/main" id="{FD15BF2E-431D-FF86-B0A9-F508E3870F53}"/>
              </a:ext>
            </a:extLst>
          </p:cNvPr>
          <p:cNvCxnSpPr>
            <a:cxnSpLocks/>
            <a:stCxn id="29" idx="1"/>
            <a:endCxn id="210" idx="3"/>
          </p:cNvCxnSpPr>
          <p:nvPr/>
        </p:nvCxnSpPr>
        <p:spPr>
          <a:xfrm flipH="1">
            <a:off x="7936823" y="10638795"/>
            <a:ext cx="573603" cy="53284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16" name="Abgerundetes Rechteck 1">
            <a:extLst>
              <a:ext uri="{FF2B5EF4-FFF2-40B4-BE49-F238E27FC236}">
                <a16:creationId xmlns:a16="http://schemas.microsoft.com/office/drawing/2014/main" id="{E4A62BC8-924C-84E9-9ED3-A6A081AB7FE4}"/>
              </a:ext>
            </a:extLst>
          </p:cNvPr>
          <p:cNvSpPr/>
          <p:nvPr/>
        </p:nvSpPr>
        <p:spPr>
          <a:xfrm>
            <a:off x="19582208" y="7903820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 dirty="0">
                <a:solidFill>
                  <a:prstClr val="white"/>
                </a:solidFill>
                <a:latin typeface="Calibri" panose="020F0502020204030204"/>
              </a:rPr>
              <a:t>CC</a:t>
            </a:r>
          </a:p>
        </p:txBody>
      </p:sp>
      <p:sp>
        <p:nvSpPr>
          <p:cNvPr id="217" name="Abgerundetes Rechteck 2">
            <a:extLst>
              <a:ext uri="{FF2B5EF4-FFF2-40B4-BE49-F238E27FC236}">
                <a16:creationId xmlns:a16="http://schemas.microsoft.com/office/drawing/2014/main" id="{99DFCE16-D31D-A2C4-AF66-C2D2E0DD8F69}"/>
              </a:ext>
            </a:extLst>
          </p:cNvPr>
          <p:cNvSpPr/>
          <p:nvPr/>
        </p:nvSpPr>
        <p:spPr>
          <a:xfrm>
            <a:off x="19582208" y="9158079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LTP</a:t>
            </a:r>
          </a:p>
        </p:txBody>
      </p:sp>
      <p:sp>
        <p:nvSpPr>
          <p:cNvPr id="218" name="Abgerundetes Rechteck 3">
            <a:extLst>
              <a:ext uri="{FF2B5EF4-FFF2-40B4-BE49-F238E27FC236}">
                <a16:creationId xmlns:a16="http://schemas.microsoft.com/office/drawing/2014/main" id="{D91288CE-E056-17B7-03D1-9F4B70721B71}"/>
              </a:ext>
            </a:extLst>
          </p:cNvPr>
          <p:cNvSpPr/>
          <p:nvPr/>
        </p:nvSpPr>
        <p:spPr>
          <a:xfrm>
            <a:off x="19582208" y="10412338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LP</a:t>
            </a:r>
          </a:p>
        </p:txBody>
      </p:sp>
      <p:cxnSp>
        <p:nvCxnSpPr>
          <p:cNvPr id="219" name="Gerade Verbindung mit Pfeil 218">
            <a:extLst>
              <a:ext uri="{FF2B5EF4-FFF2-40B4-BE49-F238E27FC236}">
                <a16:creationId xmlns:a16="http://schemas.microsoft.com/office/drawing/2014/main" id="{F3812ADC-C552-3888-AD96-B6C6C4A66D2D}"/>
              </a:ext>
            </a:extLst>
          </p:cNvPr>
          <p:cNvCxnSpPr>
            <a:stCxn id="216" idx="2"/>
            <a:endCxn id="217" idx="0"/>
          </p:cNvCxnSpPr>
          <p:nvPr/>
        </p:nvCxnSpPr>
        <p:spPr>
          <a:xfrm>
            <a:off x="19850854" y="8349392"/>
            <a:ext cx="0" cy="808686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0" name="Gerade Verbindung mit Pfeil 219">
            <a:extLst>
              <a:ext uri="{FF2B5EF4-FFF2-40B4-BE49-F238E27FC236}">
                <a16:creationId xmlns:a16="http://schemas.microsoft.com/office/drawing/2014/main" id="{58DA10C6-91F7-D5E5-C61D-C688A420AA08}"/>
              </a:ext>
            </a:extLst>
          </p:cNvPr>
          <p:cNvCxnSpPr>
            <a:stCxn id="217" idx="2"/>
            <a:endCxn id="218" idx="0"/>
          </p:cNvCxnSpPr>
          <p:nvPr/>
        </p:nvCxnSpPr>
        <p:spPr>
          <a:xfrm>
            <a:off x="19850854" y="9603654"/>
            <a:ext cx="0" cy="808687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22" name="Abgerundetes Rechteck 88">
            <a:extLst>
              <a:ext uri="{FF2B5EF4-FFF2-40B4-BE49-F238E27FC236}">
                <a16:creationId xmlns:a16="http://schemas.microsoft.com/office/drawing/2014/main" id="{CA0AEA30-500F-B7AD-AACA-E7D8EDE7AACC}"/>
              </a:ext>
            </a:extLst>
          </p:cNvPr>
          <p:cNvSpPr/>
          <p:nvPr/>
        </p:nvSpPr>
        <p:spPr>
          <a:xfrm>
            <a:off x="17868588" y="11133355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TcpServer [1]</a:t>
            </a:r>
          </a:p>
        </p:txBody>
      </p:sp>
      <p:sp>
        <p:nvSpPr>
          <p:cNvPr id="223" name="Abgerundetes Rechteck 89">
            <a:extLst>
              <a:ext uri="{FF2B5EF4-FFF2-40B4-BE49-F238E27FC236}">
                <a16:creationId xmlns:a16="http://schemas.microsoft.com/office/drawing/2014/main" id="{044D5B40-A091-29AF-E39A-C4A69555BAD1}"/>
              </a:ext>
            </a:extLst>
          </p:cNvPr>
          <p:cNvSpPr/>
          <p:nvPr/>
        </p:nvSpPr>
        <p:spPr>
          <a:xfrm>
            <a:off x="17868588" y="10412338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SnmpServer [*]</a:t>
            </a:r>
          </a:p>
        </p:txBody>
      </p:sp>
      <p:cxnSp>
        <p:nvCxnSpPr>
          <p:cNvPr id="224" name="Gerade Verbindung mit Pfeil 223">
            <a:extLst>
              <a:ext uri="{FF2B5EF4-FFF2-40B4-BE49-F238E27FC236}">
                <a16:creationId xmlns:a16="http://schemas.microsoft.com/office/drawing/2014/main" id="{C4923F46-6E35-ECDC-0AF1-6BAC283218B2}"/>
              </a:ext>
            </a:extLst>
          </p:cNvPr>
          <p:cNvCxnSpPr>
            <a:stCxn id="223" idx="3"/>
            <a:endCxn id="218" idx="1"/>
          </p:cNvCxnSpPr>
          <p:nvPr/>
        </p:nvCxnSpPr>
        <p:spPr>
          <a:xfrm>
            <a:off x="19030037" y="10635124"/>
            <a:ext cx="552168" cy="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225" name="Gerade Verbindung mit Pfeil 224">
            <a:extLst>
              <a:ext uri="{FF2B5EF4-FFF2-40B4-BE49-F238E27FC236}">
                <a16:creationId xmlns:a16="http://schemas.microsoft.com/office/drawing/2014/main" id="{C9D65C52-F7D7-4E03-4D70-221077F95329}"/>
              </a:ext>
            </a:extLst>
          </p:cNvPr>
          <p:cNvCxnSpPr>
            <a:stCxn id="222" idx="3"/>
            <a:endCxn id="218" idx="1"/>
          </p:cNvCxnSpPr>
          <p:nvPr/>
        </p:nvCxnSpPr>
        <p:spPr>
          <a:xfrm flipV="1">
            <a:off x="19030037" y="10635127"/>
            <a:ext cx="552168" cy="721017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sp>
        <p:nvSpPr>
          <p:cNvPr id="230" name="Rechteck 229">
            <a:extLst>
              <a:ext uri="{FF2B5EF4-FFF2-40B4-BE49-F238E27FC236}">
                <a16:creationId xmlns:a16="http://schemas.microsoft.com/office/drawing/2014/main" id="{3A0F905E-26BB-EADC-40B0-7140549F1DE4}"/>
              </a:ext>
            </a:extLst>
          </p:cNvPr>
          <p:cNvSpPr/>
          <p:nvPr/>
        </p:nvSpPr>
        <p:spPr>
          <a:xfrm>
            <a:off x="15869151" y="11130033"/>
            <a:ext cx="1425832" cy="4329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u="sng" kern="0" dirty="0" err="1">
                <a:solidFill>
                  <a:prstClr val="black"/>
                </a:solidFill>
                <a:latin typeface="Calibri" panose="020F0502020204030204"/>
              </a:rPr>
              <a:t>Configuration</a:t>
            </a:r>
            <a:endParaRPr lang="de-DE" sz="800" u="sng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localAddress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localPort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31" name="Gerade Verbindung mit Pfeil 230">
            <a:extLst>
              <a:ext uri="{FF2B5EF4-FFF2-40B4-BE49-F238E27FC236}">
                <a16:creationId xmlns:a16="http://schemas.microsoft.com/office/drawing/2014/main" id="{E2AA1378-2624-C82E-46F5-DAE3598C92F9}"/>
              </a:ext>
            </a:extLst>
          </p:cNvPr>
          <p:cNvCxnSpPr>
            <a:stCxn id="222" idx="1"/>
            <a:endCxn id="230" idx="3"/>
          </p:cNvCxnSpPr>
          <p:nvPr/>
        </p:nvCxnSpPr>
        <p:spPr>
          <a:xfrm flipH="1" flipV="1">
            <a:off x="17294983" y="11346513"/>
            <a:ext cx="573602" cy="9628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32" name="Rechteck 231">
            <a:extLst>
              <a:ext uri="{FF2B5EF4-FFF2-40B4-BE49-F238E27FC236}">
                <a16:creationId xmlns:a16="http://schemas.microsoft.com/office/drawing/2014/main" id="{D24AFCEE-3415-2633-C02F-42F690432881}"/>
              </a:ext>
            </a:extLst>
          </p:cNvPr>
          <p:cNvSpPr/>
          <p:nvPr/>
        </p:nvSpPr>
        <p:spPr>
          <a:xfrm>
            <a:off x="15869151" y="10399835"/>
            <a:ext cx="1425832" cy="474769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u="sng" kern="0" dirty="0" err="1">
                <a:solidFill>
                  <a:prstClr val="black"/>
                </a:solidFill>
                <a:latin typeface="Calibri" panose="020F0502020204030204"/>
              </a:rPr>
              <a:t>Capability</a:t>
            </a:r>
            <a:endParaRPr lang="de-DE" sz="800" u="sng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mediatorUserName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mediatorUserPassword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35" name="Gerade Verbindung mit Pfeil 234">
            <a:extLst>
              <a:ext uri="{FF2B5EF4-FFF2-40B4-BE49-F238E27FC236}">
                <a16:creationId xmlns:a16="http://schemas.microsoft.com/office/drawing/2014/main" id="{4A5D1682-99D1-7876-EEFC-EA1180222379}"/>
              </a:ext>
            </a:extLst>
          </p:cNvPr>
          <p:cNvCxnSpPr>
            <a:cxnSpLocks/>
            <a:stCxn id="223" idx="1"/>
            <a:endCxn id="232" idx="3"/>
          </p:cNvCxnSpPr>
          <p:nvPr/>
        </p:nvCxnSpPr>
        <p:spPr>
          <a:xfrm flipH="1">
            <a:off x="17294983" y="10635127"/>
            <a:ext cx="573602" cy="2093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41" name="Rechteck 240">
            <a:extLst>
              <a:ext uri="{FF2B5EF4-FFF2-40B4-BE49-F238E27FC236}">
                <a16:creationId xmlns:a16="http://schemas.microsoft.com/office/drawing/2014/main" id="{8AE67609-FF85-AA36-4EAC-A2C055DD14DD}"/>
              </a:ext>
            </a:extLst>
          </p:cNvPr>
          <p:cNvSpPr/>
          <p:nvPr/>
        </p:nvSpPr>
        <p:spPr>
          <a:xfrm>
            <a:off x="20671671" y="7903181"/>
            <a:ext cx="1471132" cy="445572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u="sng" kern="0">
                <a:solidFill>
                  <a:prstClr val="black"/>
                </a:solidFill>
                <a:latin typeface="Calibri" panose="020F0502020204030204"/>
              </a:rPr>
              <a:t>ControlConstructPac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externalLabel=deviceName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deviceModelName</a:t>
            </a:r>
          </a:p>
        </p:txBody>
      </p:sp>
      <p:cxnSp>
        <p:nvCxnSpPr>
          <p:cNvPr id="242" name="Gerade Verbindung mit Pfeil 241">
            <a:extLst>
              <a:ext uri="{FF2B5EF4-FFF2-40B4-BE49-F238E27FC236}">
                <a16:creationId xmlns:a16="http://schemas.microsoft.com/office/drawing/2014/main" id="{D02907C9-C5BE-29CD-04AE-14DC78D81D7F}"/>
              </a:ext>
            </a:extLst>
          </p:cNvPr>
          <p:cNvCxnSpPr>
            <a:cxnSpLocks/>
            <a:stCxn id="216" idx="3"/>
            <a:endCxn id="241" idx="1"/>
          </p:cNvCxnSpPr>
          <p:nvPr/>
        </p:nvCxnSpPr>
        <p:spPr>
          <a:xfrm flipV="1">
            <a:off x="20119507" y="8125970"/>
            <a:ext cx="552167" cy="639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55" name="Abgerundetes Rechteck 1">
            <a:extLst>
              <a:ext uri="{FF2B5EF4-FFF2-40B4-BE49-F238E27FC236}">
                <a16:creationId xmlns:a16="http://schemas.microsoft.com/office/drawing/2014/main" id="{0624A5C3-D3B9-BB7E-0BD0-0012F0BB8FBE}"/>
              </a:ext>
            </a:extLst>
          </p:cNvPr>
          <p:cNvSpPr/>
          <p:nvPr/>
        </p:nvSpPr>
        <p:spPr>
          <a:xfrm>
            <a:off x="15034850" y="11982055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</a:t>
            </a:r>
            <a:endParaRPr lang="de-DE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6" name="Abgerundetes Rechteck 2">
            <a:extLst>
              <a:ext uri="{FF2B5EF4-FFF2-40B4-BE49-F238E27FC236}">
                <a16:creationId xmlns:a16="http://schemas.microsoft.com/office/drawing/2014/main" id="{5FD1B592-B627-5A5A-AA41-A7B91547AE68}"/>
              </a:ext>
            </a:extLst>
          </p:cNvPr>
          <p:cNvSpPr/>
          <p:nvPr/>
        </p:nvSpPr>
        <p:spPr>
          <a:xfrm>
            <a:off x="15034850" y="13236314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EPL</a:t>
            </a:r>
          </a:p>
        </p:txBody>
      </p:sp>
      <p:cxnSp>
        <p:nvCxnSpPr>
          <p:cNvPr id="257" name="Gerade Verbindung mit Pfeil 256">
            <a:extLst>
              <a:ext uri="{FF2B5EF4-FFF2-40B4-BE49-F238E27FC236}">
                <a16:creationId xmlns:a16="http://schemas.microsoft.com/office/drawing/2014/main" id="{B48E44D1-8330-80C7-3E84-A5EF43DBA4E1}"/>
              </a:ext>
            </a:extLst>
          </p:cNvPr>
          <p:cNvCxnSpPr>
            <a:stCxn id="255" idx="2"/>
            <a:endCxn id="256" idx="0"/>
          </p:cNvCxnSpPr>
          <p:nvPr/>
        </p:nvCxnSpPr>
        <p:spPr>
          <a:xfrm>
            <a:off x="15303496" y="12427627"/>
            <a:ext cx="0" cy="808686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58" name="Abgerundetes Rechteck 8">
            <a:extLst>
              <a:ext uri="{FF2B5EF4-FFF2-40B4-BE49-F238E27FC236}">
                <a16:creationId xmlns:a16="http://schemas.microsoft.com/office/drawing/2014/main" id="{1DB5ECCE-0529-9E73-AE92-2C49B712E8E7}"/>
              </a:ext>
            </a:extLst>
          </p:cNvPr>
          <p:cNvSpPr/>
          <p:nvPr/>
        </p:nvSpPr>
        <p:spPr>
          <a:xfrm>
            <a:off x="16124315" y="13220920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/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SnmpServer [1]</a:t>
            </a:r>
          </a:p>
        </p:txBody>
      </p:sp>
      <p:cxnSp>
        <p:nvCxnSpPr>
          <p:cNvPr id="259" name="Gerade Verbindung mit Pfeil 258">
            <a:extLst>
              <a:ext uri="{FF2B5EF4-FFF2-40B4-BE49-F238E27FC236}">
                <a16:creationId xmlns:a16="http://schemas.microsoft.com/office/drawing/2014/main" id="{48192E11-C1F9-7526-1DD7-BDA73B10C866}"/>
              </a:ext>
            </a:extLst>
          </p:cNvPr>
          <p:cNvCxnSpPr>
            <a:cxnSpLocks/>
            <a:stCxn id="258" idx="1"/>
            <a:endCxn id="256" idx="3"/>
          </p:cNvCxnSpPr>
          <p:nvPr/>
        </p:nvCxnSpPr>
        <p:spPr>
          <a:xfrm flipH="1">
            <a:off x="15572146" y="13443706"/>
            <a:ext cx="552166" cy="15394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sp>
        <p:nvSpPr>
          <p:cNvPr id="260" name="Abgerundetes Rechteck 89">
            <a:extLst>
              <a:ext uri="{FF2B5EF4-FFF2-40B4-BE49-F238E27FC236}">
                <a16:creationId xmlns:a16="http://schemas.microsoft.com/office/drawing/2014/main" id="{B422358F-0F33-890D-60EB-ADF8DB6F886F}"/>
              </a:ext>
            </a:extLst>
          </p:cNvPr>
          <p:cNvSpPr/>
          <p:nvPr/>
        </p:nvSpPr>
        <p:spPr>
          <a:xfrm>
            <a:off x="13322225" y="13223061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/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SnmpClient [1]</a:t>
            </a:r>
          </a:p>
        </p:txBody>
      </p:sp>
      <p:cxnSp>
        <p:nvCxnSpPr>
          <p:cNvPr id="261" name="Gerade Verbindung mit Pfeil 260">
            <a:extLst>
              <a:ext uri="{FF2B5EF4-FFF2-40B4-BE49-F238E27FC236}">
                <a16:creationId xmlns:a16="http://schemas.microsoft.com/office/drawing/2014/main" id="{135B6C77-E883-AABF-A35F-24D77B29B66F}"/>
              </a:ext>
            </a:extLst>
          </p:cNvPr>
          <p:cNvCxnSpPr>
            <a:cxnSpLocks/>
            <a:stCxn id="260" idx="3"/>
            <a:endCxn id="256" idx="1"/>
          </p:cNvCxnSpPr>
          <p:nvPr/>
        </p:nvCxnSpPr>
        <p:spPr>
          <a:xfrm>
            <a:off x="14483675" y="13445850"/>
            <a:ext cx="551172" cy="13253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sp>
        <p:nvSpPr>
          <p:cNvPr id="262" name="Rechteck 261">
            <a:extLst>
              <a:ext uri="{FF2B5EF4-FFF2-40B4-BE49-F238E27FC236}">
                <a16:creationId xmlns:a16="http://schemas.microsoft.com/office/drawing/2014/main" id="{87873D30-2BDD-9834-C7A7-EA52C14A631E}"/>
              </a:ext>
            </a:extLst>
          </p:cNvPr>
          <p:cNvSpPr/>
          <p:nvPr/>
        </p:nvSpPr>
        <p:spPr>
          <a:xfrm>
            <a:off x="17857502" y="13222132"/>
            <a:ext cx="432000" cy="432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_CC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_LTP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_LP</a:t>
            </a:r>
          </a:p>
          <a:p>
            <a:pPr defTabSz="914400">
              <a:defRPr/>
            </a:pP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63" name="Gerade Verbindung mit Pfeil 262">
            <a:extLst>
              <a:ext uri="{FF2B5EF4-FFF2-40B4-BE49-F238E27FC236}">
                <a16:creationId xmlns:a16="http://schemas.microsoft.com/office/drawing/2014/main" id="{94D7A550-857D-353A-FF4B-C684C85B73B7}"/>
              </a:ext>
            </a:extLst>
          </p:cNvPr>
          <p:cNvCxnSpPr>
            <a:cxnSpLocks/>
            <a:stCxn id="258" idx="3"/>
            <a:endCxn id="262" idx="1"/>
          </p:cNvCxnSpPr>
          <p:nvPr/>
        </p:nvCxnSpPr>
        <p:spPr>
          <a:xfrm flipV="1">
            <a:off x="17285768" y="13438132"/>
            <a:ext cx="571737" cy="5574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64" name="Rechteck 263">
            <a:extLst>
              <a:ext uri="{FF2B5EF4-FFF2-40B4-BE49-F238E27FC236}">
                <a16:creationId xmlns:a16="http://schemas.microsoft.com/office/drawing/2014/main" id="{EBFEF96A-5427-2197-E648-918795AE37B3}"/>
              </a:ext>
            </a:extLst>
          </p:cNvPr>
          <p:cNvSpPr/>
          <p:nvPr/>
        </p:nvSpPr>
        <p:spPr>
          <a:xfrm>
            <a:off x="12298883" y="13225909"/>
            <a:ext cx="432000" cy="4329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_CC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_LTP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_LP</a:t>
            </a:r>
          </a:p>
        </p:txBody>
      </p:sp>
      <p:cxnSp>
        <p:nvCxnSpPr>
          <p:cNvPr id="265" name="Gerade Verbindung mit Pfeil 264">
            <a:extLst>
              <a:ext uri="{FF2B5EF4-FFF2-40B4-BE49-F238E27FC236}">
                <a16:creationId xmlns:a16="http://schemas.microsoft.com/office/drawing/2014/main" id="{91102010-72C4-FF4E-77F7-A592036BAC6A}"/>
              </a:ext>
            </a:extLst>
          </p:cNvPr>
          <p:cNvCxnSpPr>
            <a:cxnSpLocks/>
            <a:stCxn id="260" idx="1"/>
            <a:endCxn id="264" idx="3"/>
          </p:cNvCxnSpPr>
          <p:nvPr/>
        </p:nvCxnSpPr>
        <p:spPr>
          <a:xfrm flipH="1" flipV="1">
            <a:off x="12730886" y="13442389"/>
            <a:ext cx="591339" cy="3458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66" name="Abgerundetes Rechteck 1">
            <a:extLst>
              <a:ext uri="{FF2B5EF4-FFF2-40B4-BE49-F238E27FC236}">
                <a16:creationId xmlns:a16="http://schemas.microsoft.com/office/drawing/2014/main" id="{B5F6C23A-180F-DEDC-F09E-C8DCBAB3658B}"/>
              </a:ext>
            </a:extLst>
          </p:cNvPr>
          <p:cNvSpPr/>
          <p:nvPr/>
        </p:nvSpPr>
        <p:spPr>
          <a:xfrm>
            <a:off x="5439973" y="11964127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</a:t>
            </a:r>
            <a:endParaRPr lang="de-DE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7" name="Abgerundetes Rechteck 2">
            <a:extLst>
              <a:ext uri="{FF2B5EF4-FFF2-40B4-BE49-F238E27FC236}">
                <a16:creationId xmlns:a16="http://schemas.microsoft.com/office/drawing/2014/main" id="{9985935D-8D52-01AF-312B-9F91D95BB509}"/>
              </a:ext>
            </a:extLst>
          </p:cNvPr>
          <p:cNvSpPr/>
          <p:nvPr/>
        </p:nvSpPr>
        <p:spPr>
          <a:xfrm>
            <a:off x="5439973" y="13218386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EPL</a:t>
            </a:r>
          </a:p>
        </p:txBody>
      </p:sp>
      <p:cxnSp>
        <p:nvCxnSpPr>
          <p:cNvPr id="268" name="Gerade Verbindung mit Pfeil 267">
            <a:extLst>
              <a:ext uri="{FF2B5EF4-FFF2-40B4-BE49-F238E27FC236}">
                <a16:creationId xmlns:a16="http://schemas.microsoft.com/office/drawing/2014/main" id="{A2807A54-9F60-B09B-A668-827575138DB5}"/>
              </a:ext>
            </a:extLst>
          </p:cNvPr>
          <p:cNvCxnSpPr>
            <a:stCxn id="266" idx="2"/>
            <a:endCxn id="267" idx="0"/>
          </p:cNvCxnSpPr>
          <p:nvPr/>
        </p:nvCxnSpPr>
        <p:spPr>
          <a:xfrm>
            <a:off x="5708619" y="12409699"/>
            <a:ext cx="0" cy="808686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69" name="Abgerundetes Rechteck 8">
            <a:extLst>
              <a:ext uri="{FF2B5EF4-FFF2-40B4-BE49-F238E27FC236}">
                <a16:creationId xmlns:a16="http://schemas.microsoft.com/office/drawing/2014/main" id="{AD2F12B9-6272-42FF-221E-C3C61690E8DD}"/>
              </a:ext>
            </a:extLst>
          </p:cNvPr>
          <p:cNvSpPr/>
          <p:nvPr/>
        </p:nvSpPr>
        <p:spPr>
          <a:xfrm>
            <a:off x="6529438" y="13202992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/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NetconfServer[1]</a:t>
            </a:r>
          </a:p>
        </p:txBody>
      </p:sp>
      <p:cxnSp>
        <p:nvCxnSpPr>
          <p:cNvPr id="270" name="Gerade Verbindung mit Pfeil 269">
            <a:extLst>
              <a:ext uri="{FF2B5EF4-FFF2-40B4-BE49-F238E27FC236}">
                <a16:creationId xmlns:a16="http://schemas.microsoft.com/office/drawing/2014/main" id="{93A98F19-9A41-C011-58EF-3E80CE45C755}"/>
              </a:ext>
            </a:extLst>
          </p:cNvPr>
          <p:cNvCxnSpPr>
            <a:cxnSpLocks/>
            <a:stCxn id="269" idx="1"/>
            <a:endCxn id="267" idx="3"/>
          </p:cNvCxnSpPr>
          <p:nvPr/>
        </p:nvCxnSpPr>
        <p:spPr>
          <a:xfrm flipH="1">
            <a:off x="5977269" y="13425778"/>
            <a:ext cx="552166" cy="15394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sp>
        <p:nvSpPr>
          <p:cNvPr id="271" name="Abgerundetes Rechteck 89">
            <a:extLst>
              <a:ext uri="{FF2B5EF4-FFF2-40B4-BE49-F238E27FC236}">
                <a16:creationId xmlns:a16="http://schemas.microsoft.com/office/drawing/2014/main" id="{D3682311-09F4-75FF-E492-B072762E8AE2}"/>
              </a:ext>
            </a:extLst>
          </p:cNvPr>
          <p:cNvSpPr/>
          <p:nvPr/>
        </p:nvSpPr>
        <p:spPr>
          <a:xfrm>
            <a:off x="3727348" y="13205133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/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NetconfClient [1]</a:t>
            </a:r>
          </a:p>
        </p:txBody>
      </p:sp>
      <p:cxnSp>
        <p:nvCxnSpPr>
          <p:cNvPr id="272" name="Gerade Verbindung mit Pfeil 271">
            <a:extLst>
              <a:ext uri="{FF2B5EF4-FFF2-40B4-BE49-F238E27FC236}">
                <a16:creationId xmlns:a16="http://schemas.microsoft.com/office/drawing/2014/main" id="{F968136D-DA1C-FDD9-C94E-320407CB7B47}"/>
              </a:ext>
            </a:extLst>
          </p:cNvPr>
          <p:cNvCxnSpPr>
            <a:cxnSpLocks/>
            <a:stCxn id="271" idx="3"/>
            <a:endCxn id="267" idx="1"/>
          </p:cNvCxnSpPr>
          <p:nvPr/>
        </p:nvCxnSpPr>
        <p:spPr>
          <a:xfrm>
            <a:off x="4888798" y="13427922"/>
            <a:ext cx="551172" cy="13253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sp>
        <p:nvSpPr>
          <p:cNvPr id="273" name="Rechteck 272">
            <a:extLst>
              <a:ext uri="{FF2B5EF4-FFF2-40B4-BE49-F238E27FC236}">
                <a16:creationId xmlns:a16="http://schemas.microsoft.com/office/drawing/2014/main" id="{771A5464-1E30-00C6-4AFD-A73D41A929FC}"/>
              </a:ext>
            </a:extLst>
          </p:cNvPr>
          <p:cNvSpPr/>
          <p:nvPr/>
        </p:nvSpPr>
        <p:spPr>
          <a:xfrm>
            <a:off x="8262625" y="13204204"/>
            <a:ext cx="432000" cy="432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_CC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_LTP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_LP</a:t>
            </a:r>
          </a:p>
          <a:p>
            <a:pPr defTabSz="914400">
              <a:defRPr/>
            </a:pP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74" name="Gerade Verbindung mit Pfeil 273">
            <a:extLst>
              <a:ext uri="{FF2B5EF4-FFF2-40B4-BE49-F238E27FC236}">
                <a16:creationId xmlns:a16="http://schemas.microsoft.com/office/drawing/2014/main" id="{EC7C8802-3E9D-E370-EA0D-2699CDEFB92A}"/>
              </a:ext>
            </a:extLst>
          </p:cNvPr>
          <p:cNvCxnSpPr>
            <a:cxnSpLocks/>
            <a:stCxn id="269" idx="3"/>
            <a:endCxn id="273" idx="1"/>
          </p:cNvCxnSpPr>
          <p:nvPr/>
        </p:nvCxnSpPr>
        <p:spPr>
          <a:xfrm flipV="1">
            <a:off x="7690891" y="13420204"/>
            <a:ext cx="571737" cy="5574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75" name="Rechteck 274">
            <a:extLst>
              <a:ext uri="{FF2B5EF4-FFF2-40B4-BE49-F238E27FC236}">
                <a16:creationId xmlns:a16="http://schemas.microsoft.com/office/drawing/2014/main" id="{FF45B9B1-440A-4FCD-45D5-59915C7C53C8}"/>
              </a:ext>
            </a:extLst>
          </p:cNvPr>
          <p:cNvSpPr/>
          <p:nvPr/>
        </p:nvSpPr>
        <p:spPr>
          <a:xfrm>
            <a:off x="2704006" y="13207981"/>
            <a:ext cx="432000" cy="4329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_CC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_LTP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_LP</a:t>
            </a:r>
          </a:p>
        </p:txBody>
      </p:sp>
      <p:cxnSp>
        <p:nvCxnSpPr>
          <p:cNvPr id="276" name="Gerade Verbindung mit Pfeil 275">
            <a:extLst>
              <a:ext uri="{FF2B5EF4-FFF2-40B4-BE49-F238E27FC236}">
                <a16:creationId xmlns:a16="http://schemas.microsoft.com/office/drawing/2014/main" id="{5ADE99BC-C10A-7918-9434-FFD8A652FF10}"/>
              </a:ext>
            </a:extLst>
          </p:cNvPr>
          <p:cNvCxnSpPr>
            <a:cxnSpLocks/>
            <a:stCxn id="271" idx="1"/>
            <a:endCxn id="275" idx="3"/>
          </p:cNvCxnSpPr>
          <p:nvPr/>
        </p:nvCxnSpPr>
        <p:spPr>
          <a:xfrm flipH="1" flipV="1">
            <a:off x="3136009" y="13424461"/>
            <a:ext cx="591339" cy="3458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" name="Rechteck 1">
            <a:extLst>
              <a:ext uri="{FF2B5EF4-FFF2-40B4-BE49-F238E27FC236}">
                <a16:creationId xmlns:a16="http://schemas.microsoft.com/office/drawing/2014/main" id="{646DBA9D-E880-728B-E6F0-CC597E215D41}"/>
              </a:ext>
            </a:extLst>
          </p:cNvPr>
          <p:cNvSpPr/>
          <p:nvPr/>
        </p:nvSpPr>
        <p:spPr>
          <a:xfrm>
            <a:off x="6918171" y="12013142"/>
            <a:ext cx="817085" cy="33607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name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- deviceName</a:t>
            </a: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90995353-8E96-46F2-FD06-4585E41DE660}"/>
              </a:ext>
            </a:extLst>
          </p:cNvPr>
          <p:cNvCxnSpPr>
            <a:cxnSpLocks/>
            <a:endCxn id="2" idx="1"/>
          </p:cNvCxnSpPr>
          <p:nvPr/>
        </p:nvCxnSpPr>
        <p:spPr>
          <a:xfrm flipV="1">
            <a:off x="5977272" y="12181179"/>
            <a:ext cx="940899" cy="5734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9" name="Rechteck 8">
            <a:extLst>
              <a:ext uri="{FF2B5EF4-FFF2-40B4-BE49-F238E27FC236}">
                <a16:creationId xmlns:a16="http://schemas.microsoft.com/office/drawing/2014/main" id="{AC07F7C7-09C5-CE6A-BB5C-15DF3424A6DB}"/>
              </a:ext>
            </a:extLst>
          </p:cNvPr>
          <p:cNvSpPr/>
          <p:nvPr/>
        </p:nvSpPr>
        <p:spPr>
          <a:xfrm>
            <a:off x="16499387" y="12040386"/>
            <a:ext cx="817085" cy="33607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name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- deviceName</a:t>
            </a:r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E0C4C5C4-5CF3-C93C-84DF-AFA8E24F54EA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15572146" y="12204841"/>
            <a:ext cx="927238" cy="3582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256160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Rechteck 365">
            <a:extLst>
              <a:ext uri="{FF2B5EF4-FFF2-40B4-BE49-F238E27FC236}">
                <a16:creationId xmlns:a16="http://schemas.microsoft.com/office/drawing/2014/main" id="{89126B1C-AB98-2536-5B7D-4CB226C62850}"/>
              </a:ext>
            </a:extLst>
          </p:cNvPr>
          <p:cNvSpPr/>
          <p:nvPr/>
        </p:nvSpPr>
        <p:spPr>
          <a:xfrm>
            <a:off x="361950" y="152400"/>
            <a:ext cx="22659975" cy="119348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1400">
                <a:solidFill>
                  <a:schemeClr val="tx1"/>
                </a:solidFill>
              </a:rPr>
              <a:t>DeviceDomain</a:t>
            </a:r>
          </a:p>
        </p:txBody>
      </p:sp>
      <p:sp>
        <p:nvSpPr>
          <p:cNvPr id="316" name="Rechteck 315">
            <a:extLst>
              <a:ext uri="{FF2B5EF4-FFF2-40B4-BE49-F238E27FC236}">
                <a16:creationId xmlns:a16="http://schemas.microsoft.com/office/drawing/2014/main" id="{D57623F4-8ABE-DD3B-C833-81B69C5863F1}"/>
              </a:ext>
            </a:extLst>
          </p:cNvPr>
          <p:cNvSpPr/>
          <p:nvPr/>
        </p:nvSpPr>
        <p:spPr>
          <a:xfrm>
            <a:off x="2759566" y="2059157"/>
            <a:ext cx="17091659" cy="6855221"/>
          </a:xfrm>
          <a:prstGeom prst="rect">
            <a:avLst/>
          </a:prstGeom>
          <a:solidFill>
            <a:schemeClr val="accent5">
              <a:lumMod val="40000"/>
              <a:lumOff val="6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1400">
                <a:solidFill>
                  <a:schemeClr val="tx1"/>
                </a:solidFill>
              </a:rPr>
              <a:t>ManagementPlaneTransport</a:t>
            </a:r>
          </a:p>
        </p:txBody>
      </p:sp>
      <p:sp>
        <p:nvSpPr>
          <p:cNvPr id="367" name="Rechteck 366">
            <a:extLst>
              <a:ext uri="{FF2B5EF4-FFF2-40B4-BE49-F238E27FC236}">
                <a16:creationId xmlns:a16="http://schemas.microsoft.com/office/drawing/2014/main" id="{D27FA544-7C02-8D40-50CA-21561FEBE7C1}"/>
              </a:ext>
            </a:extLst>
          </p:cNvPr>
          <p:cNvSpPr/>
          <p:nvPr/>
        </p:nvSpPr>
        <p:spPr>
          <a:xfrm>
            <a:off x="17392957" y="8911872"/>
            <a:ext cx="5507681" cy="303406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endParaRPr lang="de-DE" sz="1400">
              <a:solidFill>
                <a:schemeClr val="tx1"/>
              </a:solidFill>
            </a:endParaRPr>
          </a:p>
        </p:txBody>
      </p:sp>
      <p:sp>
        <p:nvSpPr>
          <p:cNvPr id="134" name="Rechteck 133">
            <a:extLst>
              <a:ext uri="{FF2B5EF4-FFF2-40B4-BE49-F238E27FC236}">
                <a16:creationId xmlns:a16="http://schemas.microsoft.com/office/drawing/2014/main" id="{AFFCDDF8-5262-FA25-5EC2-B581A809C4EE}"/>
              </a:ext>
            </a:extLst>
          </p:cNvPr>
          <p:cNvSpPr/>
          <p:nvPr/>
        </p:nvSpPr>
        <p:spPr>
          <a:xfrm>
            <a:off x="19739751" y="3640137"/>
            <a:ext cx="3160888" cy="3962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1400">
                <a:solidFill>
                  <a:schemeClr val="tx1"/>
                </a:solidFill>
              </a:rPr>
              <a:t>Device</a:t>
            </a:r>
          </a:p>
        </p:txBody>
      </p:sp>
      <p:sp>
        <p:nvSpPr>
          <p:cNvPr id="288" name="Rechteck 287">
            <a:extLst>
              <a:ext uri="{FF2B5EF4-FFF2-40B4-BE49-F238E27FC236}">
                <a16:creationId xmlns:a16="http://schemas.microsoft.com/office/drawing/2014/main" id="{3A9B4262-A48D-FB94-6E29-10CE9577508C}"/>
              </a:ext>
            </a:extLst>
          </p:cNvPr>
          <p:cNvSpPr/>
          <p:nvPr/>
        </p:nvSpPr>
        <p:spPr>
          <a:xfrm>
            <a:off x="17392958" y="7602537"/>
            <a:ext cx="5507681" cy="130933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endParaRPr lang="de-DE" sz="1400">
              <a:solidFill>
                <a:schemeClr val="tx1"/>
              </a:solidFill>
            </a:endParaRPr>
          </a:p>
        </p:txBody>
      </p:sp>
      <p:sp>
        <p:nvSpPr>
          <p:cNvPr id="281" name="Rechteck 280">
            <a:extLst>
              <a:ext uri="{FF2B5EF4-FFF2-40B4-BE49-F238E27FC236}">
                <a16:creationId xmlns:a16="http://schemas.microsoft.com/office/drawing/2014/main" id="{2D320F09-9AA6-A469-D6F0-BE4E94481CB3}"/>
              </a:ext>
            </a:extLst>
          </p:cNvPr>
          <p:cNvSpPr/>
          <p:nvPr/>
        </p:nvSpPr>
        <p:spPr>
          <a:xfrm>
            <a:off x="6725291" y="3640137"/>
            <a:ext cx="8738197" cy="83058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1400">
                <a:solidFill>
                  <a:schemeClr val="tx1"/>
                </a:solidFill>
              </a:rPr>
              <a:t>MediatorVM</a:t>
            </a:r>
          </a:p>
        </p:txBody>
      </p:sp>
      <p:sp>
        <p:nvSpPr>
          <p:cNvPr id="282" name="Rechteck 281">
            <a:extLst>
              <a:ext uri="{FF2B5EF4-FFF2-40B4-BE49-F238E27FC236}">
                <a16:creationId xmlns:a16="http://schemas.microsoft.com/office/drawing/2014/main" id="{C9453577-A74B-CA25-645C-51DCBD053ABB}"/>
              </a:ext>
            </a:extLst>
          </p:cNvPr>
          <p:cNvSpPr/>
          <p:nvPr/>
        </p:nvSpPr>
        <p:spPr>
          <a:xfrm>
            <a:off x="15463488" y="3640137"/>
            <a:ext cx="2465970" cy="298680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1400">
              <a:solidFill>
                <a:schemeClr val="tx1"/>
              </a:solidFill>
            </a:endParaRPr>
          </a:p>
        </p:txBody>
      </p:sp>
      <p:sp>
        <p:nvSpPr>
          <p:cNvPr id="286" name="Rechteck 285">
            <a:extLst>
              <a:ext uri="{FF2B5EF4-FFF2-40B4-BE49-F238E27FC236}">
                <a16:creationId xmlns:a16="http://schemas.microsoft.com/office/drawing/2014/main" id="{D8AE4052-8F1E-F4E2-B431-FFA8193EC50D}"/>
              </a:ext>
            </a:extLst>
          </p:cNvPr>
          <p:cNvSpPr/>
          <p:nvPr/>
        </p:nvSpPr>
        <p:spPr>
          <a:xfrm>
            <a:off x="6865076" y="8916885"/>
            <a:ext cx="8496789" cy="293036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1400">
                <a:solidFill>
                  <a:schemeClr val="tx1"/>
                </a:solidFill>
              </a:rPr>
              <a:t>MediatorProcess</a:t>
            </a:r>
          </a:p>
        </p:txBody>
      </p:sp>
      <p:sp>
        <p:nvSpPr>
          <p:cNvPr id="279" name="Rechteck 278">
            <a:extLst>
              <a:ext uri="{FF2B5EF4-FFF2-40B4-BE49-F238E27FC236}">
                <a16:creationId xmlns:a16="http://schemas.microsoft.com/office/drawing/2014/main" id="{C83F54BE-E7F0-D9AE-A1D5-FC225483FC63}"/>
              </a:ext>
            </a:extLst>
          </p:cNvPr>
          <p:cNvSpPr/>
          <p:nvPr/>
        </p:nvSpPr>
        <p:spPr>
          <a:xfrm>
            <a:off x="492983" y="3640137"/>
            <a:ext cx="4283165" cy="8305800"/>
          </a:xfrm>
          <a:prstGeom prst="rect">
            <a:avLst/>
          </a:prstGeom>
          <a:solidFill>
            <a:srgbClr val="FFDD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1400">
                <a:solidFill>
                  <a:schemeClr val="tx1"/>
                </a:solidFill>
              </a:rPr>
              <a:t>Controller</a:t>
            </a:r>
          </a:p>
        </p:txBody>
      </p:sp>
      <p:sp>
        <p:nvSpPr>
          <p:cNvPr id="280" name="Rechteck 279">
            <a:extLst>
              <a:ext uri="{FF2B5EF4-FFF2-40B4-BE49-F238E27FC236}">
                <a16:creationId xmlns:a16="http://schemas.microsoft.com/office/drawing/2014/main" id="{92D55D44-2758-C888-E7D3-17F8487BBFAA}"/>
              </a:ext>
            </a:extLst>
          </p:cNvPr>
          <p:cNvSpPr/>
          <p:nvPr/>
        </p:nvSpPr>
        <p:spPr>
          <a:xfrm>
            <a:off x="574352" y="8916885"/>
            <a:ext cx="4084142" cy="293544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1400">
                <a:solidFill>
                  <a:schemeClr val="tx1"/>
                </a:solidFill>
              </a:rPr>
              <a:t>MountPoint</a:t>
            </a:r>
          </a:p>
        </p:txBody>
      </p:sp>
      <p:sp>
        <p:nvSpPr>
          <p:cNvPr id="56" name="Abgerundetes Rechteck 1">
            <a:extLst>
              <a:ext uri="{FF2B5EF4-FFF2-40B4-BE49-F238E27FC236}">
                <a16:creationId xmlns:a16="http://schemas.microsoft.com/office/drawing/2014/main" id="{5403E44F-74C3-C3A1-D91F-775BF540BEEE}"/>
              </a:ext>
            </a:extLst>
          </p:cNvPr>
          <p:cNvSpPr/>
          <p:nvPr/>
        </p:nvSpPr>
        <p:spPr>
          <a:xfrm>
            <a:off x="681936" y="4022437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 dirty="0">
                <a:solidFill>
                  <a:prstClr val="white"/>
                </a:solidFill>
                <a:latin typeface="Calibri" panose="020F0502020204030204"/>
              </a:rPr>
              <a:t>CC</a:t>
            </a:r>
          </a:p>
        </p:txBody>
      </p:sp>
      <p:sp>
        <p:nvSpPr>
          <p:cNvPr id="57" name="Abgerundetes Rechteck 2">
            <a:extLst>
              <a:ext uri="{FF2B5EF4-FFF2-40B4-BE49-F238E27FC236}">
                <a16:creationId xmlns:a16="http://schemas.microsoft.com/office/drawing/2014/main" id="{D8ECBA16-38C1-6E5C-4344-15952AA848A3}"/>
              </a:ext>
            </a:extLst>
          </p:cNvPr>
          <p:cNvSpPr/>
          <p:nvPr/>
        </p:nvSpPr>
        <p:spPr>
          <a:xfrm>
            <a:off x="681936" y="9235632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LTP</a:t>
            </a:r>
          </a:p>
        </p:txBody>
      </p:sp>
      <p:sp>
        <p:nvSpPr>
          <p:cNvPr id="58" name="Abgerundetes Rechteck 3">
            <a:extLst>
              <a:ext uri="{FF2B5EF4-FFF2-40B4-BE49-F238E27FC236}">
                <a16:creationId xmlns:a16="http://schemas.microsoft.com/office/drawing/2014/main" id="{42B12C50-5935-2305-7271-A9353E3F5DF4}"/>
              </a:ext>
            </a:extLst>
          </p:cNvPr>
          <p:cNvSpPr/>
          <p:nvPr/>
        </p:nvSpPr>
        <p:spPr>
          <a:xfrm>
            <a:off x="681936" y="10489891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LP</a:t>
            </a:r>
          </a:p>
        </p:txBody>
      </p:sp>
      <p:cxnSp>
        <p:nvCxnSpPr>
          <p:cNvPr id="59" name="Gerade Verbindung mit Pfeil 58">
            <a:extLst>
              <a:ext uri="{FF2B5EF4-FFF2-40B4-BE49-F238E27FC236}">
                <a16:creationId xmlns:a16="http://schemas.microsoft.com/office/drawing/2014/main" id="{F05705B2-207A-7473-B0D3-D0E210757D90}"/>
              </a:ext>
            </a:extLst>
          </p:cNvPr>
          <p:cNvCxnSpPr>
            <a:stCxn id="56" idx="2"/>
            <a:endCxn id="57" idx="0"/>
          </p:cNvCxnSpPr>
          <p:nvPr/>
        </p:nvCxnSpPr>
        <p:spPr>
          <a:xfrm>
            <a:off x="950583" y="4468012"/>
            <a:ext cx="0" cy="4767623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0" name="Gerade Verbindung mit Pfeil 59">
            <a:extLst>
              <a:ext uri="{FF2B5EF4-FFF2-40B4-BE49-F238E27FC236}">
                <a16:creationId xmlns:a16="http://schemas.microsoft.com/office/drawing/2014/main" id="{31F39F20-E4F1-A8E9-AE0E-229810F32A73}"/>
              </a:ext>
            </a:extLst>
          </p:cNvPr>
          <p:cNvCxnSpPr>
            <a:stCxn id="57" idx="2"/>
            <a:endCxn id="58" idx="0"/>
          </p:cNvCxnSpPr>
          <p:nvPr/>
        </p:nvCxnSpPr>
        <p:spPr>
          <a:xfrm>
            <a:off x="950583" y="9681207"/>
            <a:ext cx="0" cy="808687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62" name="Abgerundetes Rechteck 8">
            <a:extLst>
              <a:ext uri="{FF2B5EF4-FFF2-40B4-BE49-F238E27FC236}">
                <a16:creationId xmlns:a16="http://schemas.microsoft.com/office/drawing/2014/main" id="{D931E7C7-2676-B390-3748-944ED677BBE8}"/>
              </a:ext>
            </a:extLst>
          </p:cNvPr>
          <p:cNvSpPr/>
          <p:nvPr/>
        </p:nvSpPr>
        <p:spPr>
          <a:xfrm>
            <a:off x="1771402" y="10490669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NetconfClient [1]</a:t>
            </a:r>
          </a:p>
        </p:txBody>
      </p:sp>
      <p:sp>
        <p:nvSpPr>
          <p:cNvPr id="63" name="Abgerundetes Rechteck 9">
            <a:extLst>
              <a:ext uri="{FF2B5EF4-FFF2-40B4-BE49-F238E27FC236}">
                <a16:creationId xmlns:a16="http://schemas.microsoft.com/office/drawing/2014/main" id="{CD324EEE-7E30-AD7C-F620-BB3FA6A55BF3}"/>
              </a:ext>
            </a:extLst>
          </p:cNvPr>
          <p:cNvSpPr/>
          <p:nvPr/>
        </p:nvSpPr>
        <p:spPr>
          <a:xfrm>
            <a:off x="1771401" y="11222604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TcpClient [1]</a:t>
            </a:r>
          </a:p>
        </p:txBody>
      </p:sp>
      <p:cxnSp>
        <p:nvCxnSpPr>
          <p:cNvPr id="65" name="Gerade Verbindung mit Pfeil 64">
            <a:extLst>
              <a:ext uri="{FF2B5EF4-FFF2-40B4-BE49-F238E27FC236}">
                <a16:creationId xmlns:a16="http://schemas.microsoft.com/office/drawing/2014/main" id="{6CAB819F-3E7C-B92D-18BD-47685B07CF72}"/>
              </a:ext>
            </a:extLst>
          </p:cNvPr>
          <p:cNvCxnSpPr>
            <a:stCxn id="62" idx="1"/>
            <a:endCxn id="58" idx="3"/>
          </p:cNvCxnSpPr>
          <p:nvPr/>
        </p:nvCxnSpPr>
        <p:spPr>
          <a:xfrm flipH="1" flipV="1">
            <a:off x="1219232" y="10712677"/>
            <a:ext cx="552168" cy="778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66" name="Gerade Verbindung mit Pfeil 65">
            <a:extLst>
              <a:ext uri="{FF2B5EF4-FFF2-40B4-BE49-F238E27FC236}">
                <a16:creationId xmlns:a16="http://schemas.microsoft.com/office/drawing/2014/main" id="{EBC282F3-5516-9CD9-4A58-3B1D951F6FD4}"/>
              </a:ext>
            </a:extLst>
          </p:cNvPr>
          <p:cNvCxnSpPr>
            <a:stCxn id="63" idx="1"/>
            <a:endCxn id="58" idx="3"/>
          </p:cNvCxnSpPr>
          <p:nvPr/>
        </p:nvCxnSpPr>
        <p:spPr>
          <a:xfrm flipH="1" flipV="1">
            <a:off x="1219235" y="10712677"/>
            <a:ext cx="552166" cy="732713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69" name="Gerade Verbindung mit Pfeil 68">
            <a:extLst>
              <a:ext uri="{FF2B5EF4-FFF2-40B4-BE49-F238E27FC236}">
                <a16:creationId xmlns:a16="http://schemas.microsoft.com/office/drawing/2014/main" id="{61405C5D-4998-3705-F84F-AA9A6D7300F6}"/>
              </a:ext>
            </a:extLst>
          </p:cNvPr>
          <p:cNvCxnSpPr>
            <a:cxnSpLocks/>
            <a:stCxn id="63" idx="3"/>
            <a:endCxn id="73" idx="1"/>
          </p:cNvCxnSpPr>
          <p:nvPr/>
        </p:nvCxnSpPr>
        <p:spPr>
          <a:xfrm flipV="1">
            <a:off x="2932854" y="11437558"/>
            <a:ext cx="571739" cy="7832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73" name="Rechteck 72">
            <a:extLst>
              <a:ext uri="{FF2B5EF4-FFF2-40B4-BE49-F238E27FC236}">
                <a16:creationId xmlns:a16="http://schemas.microsoft.com/office/drawing/2014/main" id="{D4C53D9F-5A49-C19A-5474-E3DC89FF2AB8}"/>
              </a:ext>
            </a:extLst>
          </p:cNvPr>
          <p:cNvSpPr/>
          <p:nvPr/>
        </p:nvSpPr>
        <p:spPr>
          <a:xfrm>
            <a:off x="3504593" y="11216928"/>
            <a:ext cx="893641" cy="44126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Ins="72000" rtlCol="0" anchor="t"/>
          <a:lstStyle/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remoteIpAddress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remotePort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0" name="Rechteck 89">
            <a:extLst>
              <a:ext uri="{FF2B5EF4-FFF2-40B4-BE49-F238E27FC236}">
                <a16:creationId xmlns:a16="http://schemas.microsoft.com/office/drawing/2014/main" id="{8E303147-0B25-3184-7D85-94E7D636036D}"/>
              </a:ext>
            </a:extLst>
          </p:cNvPr>
          <p:cNvSpPr/>
          <p:nvPr/>
        </p:nvSpPr>
        <p:spPr>
          <a:xfrm>
            <a:off x="3504593" y="10553552"/>
            <a:ext cx="893641" cy="312109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deviceName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91" name="Gerade Verbindung mit Pfeil 90">
            <a:extLst>
              <a:ext uri="{FF2B5EF4-FFF2-40B4-BE49-F238E27FC236}">
                <a16:creationId xmlns:a16="http://schemas.microsoft.com/office/drawing/2014/main" id="{3065BECA-C0D8-DABC-4838-03A9DADBC8E4}"/>
              </a:ext>
            </a:extLst>
          </p:cNvPr>
          <p:cNvCxnSpPr>
            <a:cxnSpLocks/>
            <a:stCxn id="62" idx="3"/>
            <a:endCxn id="90" idx="1"/>
          </p:cNvCxnSpPr>
          <p:nvPr/>
        </p:nvCxnSpPr>
        <p:spPr>
          <a:xfrm flipV="1">
            <a:off x="2932855" y="10709607"/>
            <a:ext cx="571738" cy="3848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6" name="Abgerundetes Rechteck 8">
            <a:extLst>
              <a:ext uri="{FF2B5EF4-FFF2-40B4-BE49-F238E27FC236}">
                <a16:creationId xmlns:a16="http://schemas.microsoft.com/office/drawing/2014/main" id="{FA04FE7A-8C91-5969-0B4C-381A07F25EF4}"/>
              </a:ext>
            </a:extLst>
          </p:cNvPr>
          <p:cNvSpPr/>
          <p:nvPr/>
        </p:nvSpPr>
        <p:spPr>
          <a:xfrm>
            <a:off x="11905730" y="10492987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SnmpClient [1]</a:t>
            </a:r>
          </a:p>
        </p:txBody>
      </p:sp>
      <p:sp>
        <p:nvSpPr>
          <p:cNvPr id="17" name="Abgerundetes Rechteck 9">
            <a:extLst>
              <a:ext uri="{FF2B5EF4-FFF2-40B4-BE49-F238E27FC236}">
                <a16:creationId xmlns:a16="http://schemas.microsoft.com/office/drawing/2014/main" id="{DB15B1A3-8090-1C0B-973D-BF8F69FAEBA4}"/>
              </a:ext>
            </a:extLst>
          </p:cNvPr>
          <p:cNvSpPr/>
          <p:nvPr/>
        </p:nvSpPr>
        <p:spPr>
          <a:xfrm>
            <a:off x="11905730" y="11213226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TcpClient [1]</a:t>
            </a:r>
          </a:p>
        </p:txBody>
      </p: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BF281436-8991-1735-21B9-A5BE2EAAC435}"/>
              </a:ext>
            </a:extLst>
          </p:cNvPr>
          <p:cNvCxnSpPr>
            <a:cxnSpLocks/>
            <a:stCxn id="16" idx="1"/>
            <a:endCxn id="131" idx="3"/>
          </p:cNvCxnSpPr>
          <p:nvPr/>
        </p:nvCxnSpPr>
        <p:spPr>
          <a:xfrm flipH="1" flipV="1">
            <a:off x="11353559" y="10712491"/>
            <a:ext cx="552168" cy="328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AE011974-68D0-2B66-DFDD-EA1837A3A003}"/>
              </a:ext>
            </a:extLst>
          </p:cNvPr>
          <p:cNvCxnSpPr>
            <a:cxnSpLocks/>
            <a:stCxn id="17" idx="1"/>
            <a:endCxn id="131" idx="3"/>
          </p:cNvCxnSpPr>
          <p:nvPr/>
        </p:nvCxnSpPr>
        <p:spPr>
          <a:xfrm flipH="1" flipV="1">
            <a:off x="11353559" y="10712488"/>
            <a:ext cx="552168" cy="723524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70F4C1EE-BA58-27B6-3CEB-D51FD6F237BD}"/>
              </a:ext>
            </a:extLst>
          </p:cNvPr>
          <p:cNvCxnSpPr>
            <a:cxnSpLocks/>
            <a:stCxn id="17" idx="3"/>
            <a:endCxn id="27" idx="1"/>
          </p:cNvCxnSpPr>
          <p:nvPr/>
        </p:nvCxnSpPr>
        <p:spPr>
          <a:xfrm>
            <a:off x="13067183" y="11436012"/>
            <a:ext cx="571735" cy="114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7" name="Rechteck 26">
            <a:extLst>
              <a:ext uri="{FF2B5EF4-FFF2-40B4-BE49-F238E27FC236}">
                <a16:creationId xmlns:a16="http://schemas.microsoft.com/office/drawing/2014/main" id="{141A7E87-1BDC-31FA-FF1D-F3854B2C1EF8}"/>
              </a:ext>
            </a:extLst>
          </p:cNvPr>
          <p:cNvSpPr/>
          <p:nvPr/>
        </p:nvSpPr>
        <p:spPr>
          <a:xfrm>
            <a:off x="13638918" y="11215496"/>
            <a:ext cx="1425832" cy="44126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u="sng" kern="0" dirty="0" err="1">
                <a:solidFill>
                  <a:prstClr val="black"/>
                </a:solidFill>
                <a:latin typeface="Calibri" panose="020F0502020204030204"/>
              </a:rPr>
              <a:t>Configuration</a:t>
            </a:r>
            <a:endParaRPr lang="de-DE" sz="800" u="sng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remoteAddress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remotePort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Abgerundetes Rechteck 88">
            <a:extLst>
              <a:ext uri="{FF2B5EF4-FFF2-40B4-BE49-F238E27FC236}">
                <a16:creationId xmlns:a16="http://schemas.microsoft.com/office/drawing/2014/main" id="{E0866C50-0FC1-8A65-C2E4-AFEDC9C879A3}"/>
              </a:ext>
            </a:extLst>
          </p:cNvPr>
          <p:cNvSpPr/>
          <p:nvPr/>
        </p:nvSpPr>
        <p:spPr>
          <a:xfrm>
            <a:off x="9102644" y="11213226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TcpServer [1]</a:t>
            </a:r>
          </a:p>
        </p:txBody>
      </p:sp>
      <p:sp>
        <p:nvSpPr>
          <p:cNvPr id="29" name="Abgerundetes Rechteck 89">
            <a:extLst>
              <a:ext uri="{FF2B5EF4-FFF2-40B4-BE49-F238E27FC236}">
                <a16:creationId xmlns:a16="http://schemas.microsoft.com/office/drawing/2014/main" id="{0CCFFAAB-77ED-5692-76E1-51970536581E}"/>
              </a:ext>
            </a:extLst>
          </p:cNvPr>
          <p:cNvSpPr/>
          <p:nvPr/>
        </p:nvSpPr>
        <p:spPr>
          <a:xfrm>
            <a:off x="9102644" y="10492209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NetconfServer[1]</a:t>
            </a:r>
          </a:p>
        </p:txBody>
      </p: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54AFCF35-5CC9-CCE5-6728-1FEC39A555FE}"/>
              </a:ext>
            </a:extLst>
          </p:cNvPr>
          <p:cNvCxnSpPr>
            <a:cxnSpLocks/>
            <a:stCxn id="29" idx="3"/>
            <a:endCxn id="131" idx="1"/>
          </p:cNvCxnSpPr>
          <p:nvPr/>
        </p:nvCxnSpPr>
        <p:spPr>
          <a:xfrm flipV="1">
            <a:off x="10264094" y="10712491"/>
            <a:ext cx="552166" cy="2507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C69A5856-7D4F-2BF7-2F35-56BB361F0DE2}"/>
              </a:ext>
            </a:extLst>
          </p:cNvPr>
          <p:cNvCxnSpPr>
            <a:cxnSpLocks/>
            <a:stCxn id="28" idx="3"/>
            <a:endCxn id="131" idx="1"/>
          </p:cNvCxnSpPr>
          <p:nvPr/>
        </p:nvCxnSpPr>
        <p:spPr>
          <a:xfrm flipV="1">
            <a:off x="10264094" y="10712488"/>
            <a:ext cx="552166" cy="723524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sp>
        <p:nvSpPr>
          <p:cNvPr id="36" name="Rechteck 35">
            <a:extLst>
              <a:ext uri="{FF2B5EF4-FFF2-40B4-BE49-F238E27FC236}">
                <a16:creationId xmlns:a16="http://schemas.microsoft.com/office/drawing/2014/main" id="{7839F9AB-0E9E-3CD3-0688-75C82B3622F5}"/>
              </a:ext>
            </a:extLst>
          </p:cNvPr>
          <p:cNvSpPr/>
          <p:nvPr/>
        </p:nvSpPr>
        <p:spPr>
          <a:xfrm>
            <a:off x="7103207" y="11222604"/>
            <a:ext cx="1425832" cy="432491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u="sng" kern="0" dirty="0" err="1">
                <a:solidFill>
                  <a:prstClr val="black"/>
                </a:solidFill>
                <a:latin typeface="Calibri" panose="020F0502020204030204"/>
              </a:rPr>
              <a:t>Configuration</a:t>
            </a:r>
            <a:endParaRPr lang="de-DE" sz="800" u="sng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localAddress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localPort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6893C73A-48A8-6D1F-40D2-0A9F5851FE5C}"/>
              </a:ext>
            </a:extLst>
          </p:cNvPr>
          <p:cNvCxnSpPr>
            <a:cxnSpLocks/>
            <a:stCxn id="28" idx="1"/>
            <a:endCxn id="36" idx="3"/>
          </p:cNvCxnSpPr>
          <p:nvPr/>
        </p:nvCxnSpPr>
        <p:spPr>
          <a:xfrm flipH="1">
            <a:off x="8529039" y="11436012"/>
            <a:ext cx="573605" cy="2838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8" name="Rechteck 37">
            <a:extLst>
              <a:ext uri="{FF2B5EF4-FFF2-40B4-BE49-F238E27FC236}">
                <a16:creationId xmlns:a16="http://schemas.microsoft.com/office/drawing/2014/main" id="{D6180C09-80DE-B8FB-D98B-2D79204A965B}"/>
              </a:ext>
            </a:extLst>
          </p:cNvPr>
          <p:cNvSpPr/>
          <p:nvPr/>
        </p:nvSpPr>
        <p:spPr>
          <a:xfrm>
            <a:off x="7103207" y="10530969"/>
            <a:ext cx="1425832" cy="367656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u="sng" kern="0" dirty="0" err="1">
                <a:solidFill>
                  <a:prstClr val="black"/>
                </a:solidFill>
                <a:latin typeface="Calibri" panose="020F0502020204030204"/>
              </a:rPr>
              <a:t>Capability</a:t>
            </a:r>
            <a:endParaRPr lang="de-DE" sz="800" u="sng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deviceName</a:t>
            </a:r>
          </a:p>
        </p:txBody>
      </p: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12D49DF6-85AB-4875-3211-DF09274DF36A}"/>
              </a:ext>
            </a:extLst>
          </p:cNvPr>
          <p:cNvCxnSpPr>
            <a:cxnSpLocks/>
            <a:stCxn id="29" idx="1"/>
            <a:endCxn id="38" idx="3"/>
          </p:cNvCxnSpPr>
          <p:nvPr/>
        </p:nvCxnSpPr>
        <p:spPr>
          <a:xfrm flipH="1" flipV="1">
            <a:off x="8529039" y="10714797"/>
            <a:ext cx="573605" cy="198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4" name="Rechteck 43">
            <a:extLst>
              <a:ext uri="{FF2B5EF4-FFF2-40B4-BE49-F238E27FC236}">
                <a16:creationId xmlns:a16="http://schemas.microsoft.com/office/drawing/2014/main" id="{DDD580D5-0B17-FEDA-A7D7-84BCAB8DD12F}"/>
              </a:ext>
            </a:extLst>
          </p:cNvPr>
          <p:cNvSpPr/>
          <p:nvPr/>
        </p:nvSpPr>
        <p:spPr>
          <a:xfrm>
            <a:off x="13638918" y="10509206"/>
            <a:ext cx="1425832" cy="33607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u="sng" kern="0" dirty="0" err="1">
                <a:solidFill>
                  <a:prstClr val="black"/>
                </a:solidFill>
                <a:latin typeface="Calibri" panose="020F0502020204030204"/>
              </a:rPr>
              <a:t>Capability</a:t>
            </a:r>
            <a:endParaRPr lang="de-DE" sz="800" u="sng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deviceName</a:t>
            </a:r>
          </a:p>
        </p:txBody>
      </p: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BA13D890-B8BA-7E5D-B4EB-3559460FEA0B}"/>
              </a:ext>
            </a:extLst>
          </p:cNvPr>
          <p:cNvCxnSpPr>
            <a:cxnSpLocks/>
            <a:stCxn id="16" idx="3"/>
            <a:endCxn id="44" idx="1"/>
          </p:cNvCxnSpPr>
          <p:nvPr/>
        </p:nvCxnSpPr>
        <p:spPr>
          <a:xfrm flipV="1">
            <a:off x="13067183" y="10677243"/>
            <a:ext cx="571735" cy="3853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29" name="Abgerundetes Rechteck 1">
            <a:extLst>
              <a:ext uri="{FF2B5EF4-FFF2-40B4-BE49-F238E27FC236}">
                <a16:creationId xmlns:a16="http://schemas.microsoft.com/office/drawing/2014/main" id="{0B3696B8-459B-81BC-F007-25C4FCAE7AF6}"/>
              </a:ext>
            </a:extLst>
          </p:cNvPr>
          <p:cNvSpPr/>
          <p:nvPr/>
        </p:nvSpPr>
        <p:spPr>
          <a:xfrm>
            <a:off x="10816263" y="4024320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 dirty="0">
                <a:solidFill>
                  <a:prstClr val="white"/>
                </a:solidFill>
                <a:latin typeface="Calibri" panose="020F0502020204030204"/>
              </a:rPr>
              <a:t>CC</a:t>
            </a:r>
          </a:p>
        </p:txBody>
      </p:sp>
      <p:sp>
        <p:nvSpPr>
          <p:cNvPr id="130" name="Abgerundetes Rechteck 2">
            <a:extLst>
              <a:ext uri="{FF2B5EF4-FFF2-40B4-BE49-F238E27FC236}">
                <a16:creationId xmlns:a16="http://schemas.microsoft.com/office/drawing/2014/main" id="{44E9B2AD-2D82-4A80-07DA-1326EE5556DF}"/>
              </a:ext>
            </a:extLst>
          </p:cNvPr>
          <p:cNvSpPr/>
          <p:nvPr/>
        </p:nvSpPr>
        <p:spPr>
          <a:xfrm>
            <a:off x="10816263" y="9237515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LTP</a:t>
            </a:r>
          </a:p>
        </p:txBody>
      </p:sp>
      <p:sp>
        <p:nvSpPr>
          <p:cNvPr id="131" name="Abgerundetes Rechteck 3">
            <a:extLst>
              <a:ext uri="{FF2B5EF4-FFF2-40B4-BE49-F238E27FC236}">
                <a16:creationId xmlns:a16="http://schemas.microsoft.com/office/drawing/2014/main" id="{38AABEEE-D5A9-7960-91DE-A0715B1E1097}"/>
              </a:ext>
            </a:extLst>
          </p:cNvPr>
          <p:cNvSpPr/>
          <p:nvPr/>
        </p:nvSpPr>
        <p:spPr>
          <a:xfrm>
            <a:off x="10816263" y="10489702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LP</a:t>
            </a:r>
          </a:p>
        </p:txBody>
      </p:sp>
      <p:cxnSp>
        <p:nvCxnSpPr>
          <p:cNvPr id="132" name="Gerade Verbindung mit Pfeil 131">
            <a:extLst>
              <a:ext uri="{FF2B5EF4-FFF2-40B4-BE49-F238E27FC236}">
                <a16:creationId xmlns:a16="http://schemas.microsoft.com/office/drawing/2014/main" id="{24B8BA13-AD4E-5D96-4439-B969CB4D0F1B}"/>
              </a:ext>
            </a:extLst>
          </p:cNvPr>
          <p:cNvCxnSpPr>
            <a:stCxn id="129" idx="2"/>
            <a:endCxn id="130" idx="0"/>
          </p:cNvCxnSpPr>
          <p:nvPr/>
        </p:nvCxnSpPr>
        <p:spPr>
          <a:xfrm>
            <a:off x="11084910" y="4469895"/>
            <a:ext cx="0" cy="4767623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33" name="Gerade Verbindung mit Pfeil 132">
            <a:extLst>
              <a:ext uri="{FF2B5EF4-FFF2-40B4-BE49-F238E27FC236}">
                <a16:creationId xmlns:a16="http://schemas.microsoft.com/office/drawing/2014/main" id="{F9346835-875D-6801-F071-4CB2B804900B}"/>
              </a:ext>
            </a:extLst>
          </p:cNvPr>
          <p:cNvCxnSpPr>
            <a:stCxn id="130" idx="2"/>
            <a:endCxn id="131" idx="0"/>
          </p:cNvCxnSpPr>
          <p:nvPr/>
        </p:nvCxnSpPr>
        <p:spPr>
          <a:xfrm>
            <a:off x="11084910" y="9683090"/>
            <a:ext cx="0" cy="80661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45" name="Abgerundetes Rechteck 74">
            <a:extLst>
              <a:ext uri="{FF2B5EF4-FFF2-40B4-BE49-F238E27FC236}">
                <a16:creationId xmlns:a16="http://schemas.microsoft.com/office/drawing/2014/main" id="{9F76D0E1-4E66-342A-E3B2-52119B669652}"/>
              </a:ext>
            </a:extLst>
          </p:cNvPr>
          <p:cNvSpPr/>
          <p:nvPr/>
        </p:nvSpPr>
        <p:spPr>
          <a:xfrm>
            <a:off x="9102643" y="5811821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 err="1">
                <a:solidFill>
                  <a:prstClr val="white"/>
                </a:solidFill>
                <a:latin typeface="Calibri" panose="020F0502020204030204"/>
              </a:rPr>
              <a:t>OperationServer</a:t>
            </a:r>
            <a:endParaRPr lang="de-DE" sz="1050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7" name="Abgerundetes Rechteck 88">
            <a:extLst>
              <a:ext uri="{FF2B5EF4-FFF2-40B4-BE49-F238E27FC236}">
                <a16:creationId xmlns:a16="http://schemas.microsoft.com/office/drawing/2014/main" id="{8BC9E276-53B6-5995-622D-0AC9EB9DE1B3}"/>
              </a:ext>
            </a:extLst>
          </p:cNvPr>
          <p:cNvSpPr/>
          <p:nvPr/>
        </p:nvSpPr>
        <p:spPr>
          <a:xfrm>
            <a:off x="9102643" y="7253855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 err="1">
                <a:solidFill>
                  <a:prstClr val="white"/>
                </a:solidFill>
                <a:latin typeface="Calibri" panose="020F0502020204030204"/>
              </a:rPr>
              <a:t>TcpServer</a:t>
            </a:r>
            <a:endParaRPr lang="de-DE" sz="1050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8" name="Abgerundetes Rechteck 89">
            <a:extLst>
              <a:ext uri="{FF2B5EF4-FFF2-40B4-BE49-F238E27FC236}">
                <a16:creationId xmlns:a16="http://schemas.microsoft.com/office/drawing/2014/main" id="{14E901DD-3FD2-DD78-E2D1-8BE2B4D09279}"/>
              </a:ext>
            </a:extLst>
          </p:cNvPr>
          <p:cNvSpPr/>
          <p:nvPr/>
        </p:nvSpPr>
        <p:spPr>
          <a:xfrm>
            <a:off x="9102643" y="6532838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 err="1">
                <a:solidFill>
                  <a:prstClr val="white"/>
                </a:solidFill>
                <a:latin typeface="Calibri" panose="020F0502020204030204"/>
              </a:rPr>
              <a:t>HttpServer</a:t>
            </a:r>
            <a:endParaRPr lang="de-DE" sz="1050" kern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149" name="Gerade Verbindung mit Pfeil 148">
            <a:extLst>
              <a:ext uri="{FF2B5EF4-FFF2-40B4-BE49-F238E27FC236}">
                <a16:creationId xmlns:a16="http://schemas.microsoft.com/office/drawing/2014/main" id="{77D0C046-112B-F61C-51ED-422966C3B7D4}"/>
              </a:ext>
            </a:extLst>
          </p:cNvPr>
          <p:cNvCxnSpPr>
            <a:stCxn id="148" idx="3"/>
            <a:endCxn id="131" idx="1"/>
          </p:cNvCxnSpPr>
          <p:nvPr/>
        </p:nvCxnSpPr>
        <p:spPr>
          <a:xfrm>
            <a:off x="10264096" y="6755624"/>
            <a:ext cx="552167" cy="3956864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150" name="Gerade Verbindung mit Pfeil 149">
            <a:extLst>
              <a:ext uri="{FF2B5EF4-FFF2-40B4-BE49-F238E27FC236}">
                <a16:creationId xmlns:a16="http://schemas.microsoft.com/office/drawing/2014/main" id="{89E76792-F816-11E2-7AD6-F99179AC2EAF}"/>
              </a:ext>
            </a:extLst>
          </p:cNvPr>
          <p:cNvCxnSpPr>
            <a:stCxn id="147" idx="3"/>
            <a:endCxn id="131" idx="1"/>
          </p:cNvCxnSpPr>
          <p:nvPr/>
        </p:nvCxnSpPr>
        <p:spPr>
          <a:xfrm>
            <a:off x="10264096" y="7476644"/>
            <a:ext cx="552167" cy="3235847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151" name="Gerade Verbindung mit Pfeil 150">
            <a:extLst>
              <a:ext uri="{FF2B5EF4-FFF2-40B4-BE49-F238E27FC236}">
                <a16:creationId xmlns:a16="http://schemas.microsoft.com/office/drawing/2014/main" id="{FB99CDA0-2D2C-C26F-89EE-72E2DAEA2188}"/>
              </a:ext>
            </a:extLst>
          </p:cNvPr>
          <p:cNvCxnSpPr>
            <a:stCxn id="145" idx="3"/>
            <a:endCxn id="131" idx="1"/>
          </p:cNvCxnSpPr>
          <p:nvPr/>
        </p:nvCxnSpPr>
        <p:spPr>
          <a:xfrm>
            <a:off x="10264096" y="6034610"/>
            <a:ext cx="552167" cy="4677881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sp>
        <p:nvSpPr>
          <p:cNvPr id="152" name="Rechteck 151">
            <a:extLst>
              <a:ext uri="{FF2B5EF4-FFF2-40B4-BE49-F238E27FC236}">
                <a16:creationId xmlns:a16="http://schemas.microsoft.com/office/drawing/2014/main" id="{E3E04050-9C25-B09E-3C76-37E1DD41737D}"/>
              </a:ext>
            </a:extLst>
          </p:cNvPr>
          <p:cNvSpPr/>
          <p:nvPr/>
        </p:nvSpPr>
        <p:spPr>
          <a:xfrm>
            <a:off x="7103206" y="4969920"/>
            <a:ext cx="1425832" cy="327678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u="sng" kern="0" err="1">
                <a:solidFill>
                  <a:prstClr val="black"/>
                </a:solidFill>
                <a:latin typeface="Calibri" panose="020F0502020204030204"/>
              </a:rPr>
              <a:t>Capability</a:t>
            </a:r>
            <a:endParaRPr lang="de-DE" sz="800" u="sng" kern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r>
              <a:rPr lang="de-DE" sz="800" kern="0" err="1">
                <a:solidFill>
                  <a:prstClr val="black"/>
                </a:solidFill>
                <a:latin typeface="Calibri" panose="020F0502020204030204"/>
              </a:rPr>
              <a:t>operationName</a:t>
            </a:r>
            <a:endParaRPr lang="de-DE" sz="800" kern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3" name="Rechteck 152">
            <a:extLst>
              <a:ext uri="{FF2B5EF4-FFF2-40B4-BE49-F238E27FC236}">
                <a16:creationId xmlns:a16="http://schemas.microsoft.com/office/drawing/2014/main" id="{4DFA1D3E-C6E5-809E-760C-5C9B254E07A8}"/>
              </a:ext>
            </a:extLst>
          </p:cNvPr>
          <p:cNvSpPr/>
          <p:nvPr/>
        </p:nvSpPr>
        <p:spPr>
          <a:xfrm>
            <a:off x="7103206" y="5325435"/>
            <a:ext cx="1425832" cy="70465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u="sng" kern="0" dirty="0" err="1">
                <a:solidFill>
                  <a:prstClr val="black"/>
                </a:solidFill>
                <a:latin typeface="Calibri" panose="020F0502020204030204"/>
              </a:rPr>
              <a:t>Configuration</a:t>
            </a:r>
            <a:endParaRPr lang="de-DE" sz="800" u="sng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r>
              <a:rPr lang="de-DE" sz="800" strike="sngStrike" kern="0" dirty="0" err="1">
                <a:solidFill>
                  <a:prstClr val="black"/>
                </a:solidFill>
                <a:latin typeface="Calibri" panose="020F0502020204030204"/>
              </a:rPr>
              <a:t>lifeCycleState</a:t>
            </a:r>
            <a:endParaRPr lang="de-DE" sz="800" strike="sngStrike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r>
              <a:rPr lang="de-DE" sz="800" strike="sngStrike" kern="0">
                <a:solidFill>
                  <a:prstClr val="black"/>
                </a:solidFill>
                <a:latin typeface="Calibri" panose="020F0502020204030204"/>
              </a:rPr>
              <a:t>operation-key</a:t>
            </a:r>
            <a:endParaRPr lang="de-DE" sz="800" strike="sngStrike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4" name="Rechteck 153">
            <a:extLst>
              <a:ext uri="{FF2B5EF4-FFF2-40B4-BE49-F238E27FC236}">
                <a16:creationId xmlns:a16="http://schemas.microsoft.com/office/drawing/2014/main" id="{603038BB-B38F-04CB-CE97-EB1D3BC5A2ED}"/>
              </a:ext>
            </a:extLst>
          </p:cNvPr>
          <p:cNvSpPr/>
          <p:nvPr/>
        </p:nvSpPr>
        <p:spPr>
          <a:xfrm>
            <a:off x="7103206" y="7155280"/>
            <a:ext cx="1425832" cy="68387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u="sng" kern="0" dirty="0" err="1">
                <a:solidFill>
                  <a:prstClr val="black"/>
                </a:solidFill>
                <a:latin typeface="Calibri" panose="020F0502020204030204"/>
              </a:rPr>
              <a:t>Configuration</a:t>
            </a:r>
            <a:endParaRPr lang="de-DE" sz="800" u="sng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r>
              <a:rPr lang="de-DE" sz="800" strike="sngStrike" kern="0">
                <a:solidFill>
                  <a:prstClr val="black"/>
                </a:solidFill>
                <a:latin typeface="Calibri" panose="020F0502020204030204"/>
              </a:rPr>
              <a:t>description </a:t>
            </a:r>
          </a:p>
          <a:p>
            <a:pPr defTabSz="914400">
              <a:defRPr/>
            </a:pPr>
            <a:r>
              <a:rPr lang="de-DE" sz="800" strike="sngStrike" kern="0">
                <a:solidFill>
                  <a:prstClr val="black"/>
                </a:solidFill>
                <a:latin typeface="Calibri" panose="020F0502020204030204"/>
              </a:rPr>
              <a:t>localProtocol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localAddress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localPort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55" name="Gerade Verbindung mit Pfeil 154">
            <a:extLst>
              <a:ext uri="{FF2B5EF4-FFF2-40B4-BE49-F238E27FC236}">
                <a16:creationId xmlns:a16="http://schemas.microsoft.com/office/drawing/2014/main" id="{AE72E1DE-8F09-CAEE-F70B-BD74C656E315}"/>
              </a:ext>
            </a:extLst>
          </p:cNvPr>
          <p:cNvCxnSpPr>
            <a:cxnSpLocks/>
            <a:stCxn id="147" idx="1"/>
            <a:endCxn id="154" idx="3"/>
          </p:cNvCxnSpPr>
          <p:nvPr/>
        </p:nvCxnSpPr>
        <p:spPr>
          <a:xfrm flipH="1">
            <a:off x="8529038" y="7476641"/>
            <a:ext cx="573605" cy="20576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56" name="Rechteck 155">
            <a:extLst>
              <a:ext uri="{FF2B5EF4-FFF2-40B4-BE49-F238E27FC236}">
                <a16:creationId xmlns:a16="http://schemas.microsoft.com/office/drawing/2014/main" id="{A2DD233B-D011-6931-E9B5-093D279C83E7}"/>
              </a:ext>
            </a:extLst>
          </p:cNvPr>
          <p:cNvSpPr/>
          <p:nvPr/>
        </p:nvSpPr>
        <p:spPr>
          <a:xfrm>
            <a:off x="7103206" y="6070761"/>
            <a:ext cx="1425832" cy="105148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u="sng" kern="0" dirty="0" err="1">
                <a:solidFill>
                  <a:prstClr val="black"/>
                </a:solidFill>
                <a:latin typeface="Calibri" panose="020F0502020204030204"/>
              </a:rPr>
              <a:t>Capability</a:t>
            </a:r>
            <a:endParaRPr lang="de-DE" sz="800" u="sng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applicationName  (?)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releaseNumber (?)</a:t>
            </a:r>
          </a:p>
          <a:p>
            <a:pPr defTabSz="914400">
              <a:defRPr/>
            </a:pPr>
            <a:r>
              <a:rPr lang="de-DE" sz="800" strike="sngStrike" kern="0">
                <a:solidFill>
                  <a:prstClr val="black"/>
                </a:solidFill>
                <a:latin typeface="Calibri" panose="020F0502020204030204"/>
              </a:rPr>
              <a:t>applicationPurpose</a:t>
            </a:r>
          </a:p>
          <a:p>
            <a:pPr defTabSz="914400">
              <a:defRPr/>
            </a:pPr>
            <a:r>
              <a:rPr lang="de-DE" sz="800" strike="sngStrike" kern="0">
                <a:solidFill>
                  <a:prstClr val="black"/>
                </a:solidFill>
                <a:latin typeface="Calibri" panose="020F0502020204030204"/>
              </a:rPr>
              <a:t>dataUpdatePeriod</a:t>
            </a:r>
          </a:p>
          <a:p>
            <a:pPr defTabSz="914400">
              <a:defRPr/>
            </a:pPr>
            <a:r>
              <a:rPr lang="de-DE" sz="800" strike="sngStrike" kern="0">
                <a:solidFill>
                  <a:prstClr val="black"/>
                </a:solidFill>
                <a:latin typeface="Calibri" panose="020F0502020204030204"/>
              </a:rPr>
              <a:t>ownerName</a:t>
            </a:r>
          </a:p>
          <a:p>
            <a:pPr defTabSz="914400">
              <a:defRPr/>
            </a:pPr>
            <a:r>
              <a:rPr lang="de-DE" sz="800" strike="sngStrike" kern="0">
                <a:solidFill>
                  <a:prstClr val="black"/>
                </a:solidFill>
                <a:latin typeface="Calibri" panose="020F0502020204030204"/>
              </a:rPr>
              <a:t>ownerEmailAddress</a:t>
            </a:r>
          </a:p>
          <a:p>
            <a:pPr defTabSz="914400">
              <a:defRPr/>
            </a:pPr>
            <a:r>
              <a:rPr lang="de-DE" sz="800" strike="sngStrike" kern="0">
                <a:solidFill>
                  <a:prstClr val="black"/>
                </a:solidFill>
                <a:latin typeface="Calibri" panose="020F0502020204030204"/>
              </a:rPr>
              <a:t>releaseList</a:t>
            </a:r>
            <a:endParaRPr lang="de-DE" sz="800" strike="sngStrike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57" name="Gerade Verbindung mit Pfeil 156">
            <a:extLst>
              <a:ext uri="{FF2B5EF4-FFF2-40B4-BE49-F238E27FC236}">
                <a16:creationId xmlns:a16="http://schemas.microsoft.com/office/drawing/2014/main" id="{016EC4D1-F635-FB0B-C4C9-8B3006B16E87}"/>
              </a:ext>
            </a:extLst>
          </p:cNvPr>
          <p:cNvCxnSpPr>
            <a:stCxn id="145" idx="1"/>
            <a:endCxn id="153" idx="3"/>
          </p:cNvCxnSpPr>
          <p:nvPr/>
        </p:nvCxnSpPr>
        <p:spPr>
          <a:xfrm flipH="1" flipV="1">
            <a:off x="8529038" y="5677763"/>
            <a:ext cx="573605" cy="356844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58" name="Gerade Verbindung mit Pfeil 157">
            <a:extLst>
              <a:ext uri="{FF2B5EF4-FFF2-40B4-BE49-F238E27FC236}">
                <a16:creationId xmlns:a16="http://schemas.microsoft.com/office/drawing/2014/main" id="{7F8AF69D-63A6-BB6A-B020-F4C20183069E}"/>
              </a:ext>
            </a:extLst>
          </p:cNvPr>
          <p:cNvCxnSpPr>
            <a:cxnSpLocks/>
            <a:stCxn id="145" idx="1"/>
            <a:endCxn id="152" idx="3"/>
          </p:cNvCxnSpPr>
          <p:nvPr/>
        </p:nvCxnSpPr>
        <p:spPr>
          <a:xfrm flipH="1" flipV="1">
            <a:off x="8529038" y="5133759"/>
            <a:ext cx="573605" cy="900848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59" name="Gerade Verbindung mit Pfeil 158">
            <a:extLst>
              <a:ext uri="{FF2B5EF4-FFF2-40B4-BE49-F238E27FC236}">
                <a16:creationId xmlns:a16="http://schemas.microsoft.com/office/drawing/2014/main" id="{E0072063-E071-5BFA-07F7-75E642B28E77}"/>
              </a:ext>
            </a:extLst>
          </p:cNvPr>
          <p:cNvCxnSpPr>
            <a:cxnSpLocks/>
            <a:stCxn id="148" idx="1"/>
            <a:endCxn id="156" idx="3"/>
          </p:cNvCxnSpPr>
          <p:nvPr/>
        </p:nvCxnSpPr>
        <p:spPr>
          <a:xfrm flipH="1" flipV="1">
            <a:off x="8529038" y="6596503"/>
            <a:ext cx="573605" cy="159121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64" name="Abgerundetes Rechteck 45">
            <a:extLst>
              <a:ext uri="{FF2B5EF4-FFF2-40B4-BE49-F238E27FC236}">
                <a16:creationId xmlns:a16="http://schemas.microsoft.com/office/drawing/2014/main" id="{6EC8F9F0-0814-58A0-1A03-1B7B7F229B7A}"/>
              </a:ext>
            </a:extLst>
          </p:cNvPr>
          <p:cNvSpPr/>
          <p:nvPr/>
        </p:nvSpPr>
        <p:spPr>
          <a:xfrm>
            <a:off x="12162249" y="4024320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 dirty="0">
                <a:solidFill>
                  <a:prstClr val="white"/>
                </a:solidFill>
                <a:latin typeface="Calibri" panose="020F0502020204030204"/>
              </a:rPr>
              <a:t>PC</a:t>
            </a:r>
          </a:p>
        </p:txBody>
      </p:sp>
      <p:sp>
        <p:nvSpPr>
          <p:cNvPr id="165" name="Abgerundetes Rechteck 46">
            <a:extLst>
              <a:ext uri="{FF2B5EF4-FFF2-40B4-BE49-F238E27FC236}">
                <a16:creationId xmlns:a16="http://schemas.microsoft.com/office/drawing/2014/main" id="{3A261E11-A8FF-8461-9D6C-DB4253244219}"/>
              </a:ext>
            </a:extLst>
          </p:cNvPr>
          <p:cNvSpPr/>
          <p:nvPr/>
        </p:nvSpPr>
        <p:spPr>
          <a:xfrm>
            <a:off x="13508235" y="4028757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 dirty="0">
                <a:solidFill>
                  <a:prstClr val="white"/>
                </a:solidFill>
                <a:latin typeface="Calibri" panose="020F0502020204030204"/>
              </a:rPr>
              <a:t>P</a:t>
            </a:r>
          </a:p>
        </p:txBody>
      </p:sp>
      <p:cxnSp>
        <p:nvCxnSpPr>
          <p:cNvPr id="166" name="Gerade Verbindung mit Pfeil 165">
            <a:extLst>
              <a:ext uri="{FF2B5EF4-FFF2-40B4-BE49-F238E27FC236}">
                <a16:creationId xmlns:a16="http://schemas.microsoft.com/office/drawing/2014/main" id="{1D0C2E28-ECAC-7C41-C57C-93E87A3CDD27}"/>
              </a:ext>
            </a:extLst>
          </p:cNvPr>
          <p:cNvCxnSpPr>
            <a:stCxn id="129" idx="3"/>
            <a:endCxn id="164" idx="1"/>
          </p:cNvCxnSpPr>
          <p:nvPr/>
        </p:nvCxnSpPr>
        <p:spPr>
          <a:xfrm>
            <a:off x="11353562" y="4247106"/>
            <a:ext cx="808687" cy="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67" name="Gerade Verbindung mit Pfeil 166">
            <a:extLst>
              <a:ext uri="{FF2B5EF4-FFF2-40B4-BE49-F238E27FC236}">
                <a16:creationId xmlns:a16="http://schemas.microsoft.com/office/drawing/2014/main" id="{F54F4961-4CD8-1757-6D3E-4ED507AC3D06}"/>
              </a:ext>
            </a:extLst>
          </p:cNvPr>
          <p:cNvCxnSpPr>
            <a:stCxn id="164" idx="3"/>
            <a:endCxn id="165" idx="1"/>
          </p:cNvCxnSpPr>
          <p:nvPr/>
        </p:nvCxnSpPr>
        <p:spPr>
          <a:xfrm>
            <a:off x="12699548" y="4247109"/>
            <a:ext cx="808687" cy="4437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68" name="Rechteck 167">
            <a:extLst>
              <a:ext uri="{FF2B5EF4-FFF2-40B4-BE49-F238E27FC236}">
                <a16:creationId xmlns:a16="http://schemas.microsoft.com/office/drawing/2014/main" id="{CF8AC0D9-3EBA-3573-B442-A8577BA331CA}"/>
              </a:ext>
            </a:extLst>
          </p:cNvPr>
          <p:cNvSpPr/>
          <p:nvPr/>
        </p:nvSpPr>
        <p:spPr>
          <a:xfrm>
            <a:off x="8716066" y="4043898"/>
            <a:ext cx="1425832" cy="327678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operationalState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lifecycleState</a:t>
            </a:r>
          </a:p>
        </p:txBody>
      </p:sp>
      <p:cxnSp>
        <p:nvCxnSpPr>
          <p:cNvPr id="169" name="Gerade Verbindung mit Pfeil 168">
            <a:extLst>
              <a:ext uri="{FF2B5EF4-FFF2-40B4-BE49-F238E27FC236}">
                <a16:creationId xmlns:a16="http://schemas.microsoft.com/office/drawing/2014/main" id="{BA0DE7E0-3E00-4D1E-00E4-096475C7D555}"/>
              </a:ext>
            </a:extLst>
          </p:cNvPr>
          <p:cNvCxnSpPr>
            <a:cxnSpLocks/>
            <a:stCxn id="168" idx="3"/>
            <a:endCxn id="129" idx="1"/>
          </p:cNvCxnSpPr>
          <p:nvPr/>
        </p:nvCxnSpPr>
        <p:spPr>
          <a:xfrm>
            <a:off x="10141898" y="4207740"/>
            <a:ext cx="674362" cy="39369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70" name="Abgerundetes Rechteck 66">
            <a:extLst>
              <a:ext uri="{FF2B5EF4-FFF2-40B4-BE49-F238E27FC236}">
                <a16:creationId xmlns:a16="http://schemas.microsoft.com/office/drawing/2014/main" id="{E923FF91-857D-1980-0058-CEC6AE11A650}"/>
              </a:ext>
            </a:extLst>
          </p:cNvPr>
          <p:cNvSpPr/>
          <p:nvPr/>
        </p:nvSpPr>
        <p:spPr>
          <a:xfrm>
            <a:off x="14599452" y="4040016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 dirty="0" err="1">
                <a:solidFill>
                  <a:prstClr val="white"/>
                </a:solidFill>
                <a:latin typeface="Calibri" panose="020F0502020204030204"/>
              </a:rPr>
              <a:t>StringProfile</a:t>
            </a:r>
            <a:endParaRPr lang="de-DE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171" name="Gerade Verbindung mit Pfeil 170">
            <a:extLst>
              <a:ext uri="{FF2B5EF4-FFF2-40B4-BE49-F238E27FC236}">
                <a16:creationId xmlns:a16="http://schemas.microsoft.com/office/drawing/2014/main" id="{57E5131C-F4A7-B1C2-99E2-BDAAC61E1664}"/>
              </a:ext>
            </a:extLst>
          </p:cNvPr>
          <p:cNvCxnSpPr>
            <a:cxnSpLocks/>
            <a:stCxn id="170" idx="1"/>
            <a:endCxn id="165" idx="3"/>
          </p:cNvCxnSpPr>
          <p:nvPr/>
        </p:nvCxnSpPr>
        <p:spPr>
          <a:xfrm flipH="1" flipV="1">
            <a:off x="14045531" y="4251546"/>
            <a:ext cx="553918" cy="11259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sp>
        <p:nvSpPr>
          <p:cNvPr id="172" name="Rechteck 171">
            <a:extLst>
              <a:ext uri="{FF2B5EF4-FFF2-40B4-BE49-F238E27FC236}">
                <a16:creationId xmlns:a16="http://schemas.microsoft.com/office/drawing/2014/main" id="{EB4B0C19-05A4-9F67-7DF1-843375E09128}"/>
              </a:ext>
            </a:extLst>
          </p:cNvPr>
          <p:cNvSpPr/>
          <p:nvPr/>
        </p:nvSpPr>
        <p:spPr>
          <a:xfrm>
            <a:off x="16335853" y="4064389"/>
            <a:ext cx="1425832" cy="678846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u="sng" kern="0" dirty="0" err="1">
                <a:solidFill>
                  <a:prstClr val="black"/>
                </a:solidFill>
                <a:latin typeface="Calibri" panose="020F0502020204030204"/>
              </a:rPr>
              <a:t>Capability</a:t>
            </a:r>
            <a:endParaRPr lang="de-DE" sz="800" u="sng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stringName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- mediatorVmTemplateName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- mediatorUserName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- mediatorUserPassword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3" name="Rechteck 172">
            <a:extLst>
              <a:ext uri="{FF2B5EF4-FFF2-40B4-BE49-F238E27FC236}">
                <a16:creationId xmlns:a16="http://schemas.microsoft.com/office/drawing/2014/main" id="{4CBD0BBA-3755-9310-47FE-8B5EF03DB68E}"/>
              </a:ext>
            </a:extLst>
          </p:cNvPr>
          <p:cNvSpPr/>
          <p:nvPr/>
        </p:nvSpPr>
        <p:spPr>
          <a:xfrm>
            <a:off x="16335853" y="4792270"/>
            <a:ext cx="1425832" cy="33607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u="sng" kern="0" dirty="0" err="1">
                <a:solidFill>
                  <a:prstClr val="black"/>
                </a:solidFill>
                <a:latin typeface="Calibri" panose="020F0502020204030204"/>
              </a:rPr>
              <a:t>Configuration</a:t>
            </a:r>
            <a:endParaRPr lang="de-DE" sz="800" u="sng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stringValue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74" name="Gerade Verbindung mit Pfeil 173">
            <a:extLst>
              <a:ext uri="{FF2B5EF4-FFF2-40B4-BE49-F238E27FC236}">
                <a16:creationId xmlns:a16="http://schemas.microsoft.com/office/drawing/2014/main" id="{3E00DD38-E312-FDAE-E0CF-019349FE88A3}"/>
              </a:ext>
            </a:extLst>
          </p:cNvPr>
          <p:cNvCxnSpPr>
            <a:cxnSpLocks/>
            <a:stCxn id="170" idx="3"/>
            <a:endCxn id="172" idx="1"/>
          </p:cNvCxnSpPr>
          <p:nvPr/>
        </p:nvCxnSpPr>
        <p:spPr>
          <a:xfrm>
            <a:off x="15760905" y="4262802"/>
            <a:ext cx="574951" cy="14101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5" name="Gerade Verbindung mit Pfeil 174">
            <a:extLst>
              <a:ext uri="{FF2B5EF4-FFF2-40B4-BE49-F238E27FC236}">
                <a16:creationId xmlns:a16="http://schemas.microsoft.com/office/drawing/2014/main" id="{134A9A26-D904-FED7-A00D-A8B5BACBD1F1}"/>
              </a:ext>
            </a:extLst>
          </p:cNvPr>
          <p:cNvCxnSpPr>
            <a:stCxn id="170" idx="3"/>
            <a:endCxn id="173" idx="1"/>
          </p:cNvCxnSpPr>
          <p:nvPr/>
        </p:nvCxnSpPr>
        <p:spPr>
          <a:xfrm>
            <a:off x="15760905" y="4262805"/>
            <a:ext cx="574951" cy="69750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78" name="Abgerundetes Rechteck 2">
            <a:extLst>
              <a:ext uri="{FF2B5EF4-FFF2-40B4-BE49-F238E27FC236}">
                <a16:creationId xmlns:a16="http://schemas.microsoft.com/office/drawing/2014/main" id="{5D271881-6F30-DFD6-72F1-3F674E68933F}"/>
              </a:ext>
            </a:extLst>
          </p:cNvPr>
          <p:cNvSpPr/>
          <p:nvPr/>
        </p:nvSpPr>
        <p:spPr>
          <a:xfrm>
            <a:off x="12162248" y="5278578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FD</a:t>
            </a:r>
          </a:p>
        </p:txBody>
      </p:sp>
      <p:cxnSp>
        <p:nvCxnSpPr>
          <p:cNvPr id="179" name="Gerade Verbindung mit Pfeil 178">
            <a:extLst>
              <a:ext uri="{FF2B5EF4-FFF2-40B4-BE49-F238E27FC236}">
                <a16:creationId xmlns:a16="http://schemas.microsoft.com/office/drawing/2014/main" id="{140A27B0-12E3-6EFB-FFEB-53372328F579}"/>
              </a:ext>
            </a:extLst>
          </p:cNvPr>
          <p:cNvCxnSpPr>
            <a:cxnSpLocks/>
            <a:stCxn id="129" idx="2"/>
            <a:endCxn id="178" idx="0"/>
          </p:cNvCxnSpPr>
          <p:nvPr/>
        </p:nvCxnSpPr>
        <p:spPr>
          <a:xfrm>
            <a:off x="11084913" y="4469892"/>
            <a:ext cx="1345985" cy="808686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83" name="Abgerundetes Rechteck 2">
            <a:extLst>
              <a:ext uri="{FF2B5EF4-FFF2-40B4-BE49-F238E27FC236}">
                <a16:creationId xmlns:a16="http://schemas.microsoft.com/office/drawing/2014/main" id="{081EC501-C2CA-9E15-39FF-56B5A787FDD0}"/>
              </a:ext>
            </a:extLst>
          </p:cNvPr>
          <p:cNvSpPr/>
          <p:nvPr/>
        </p:nvSpPr>
        <p:spPr>
          <a:xfrm>
            <a:off x="12162248" y="9244375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FC</a:t>
            </a:r>
          </a:p>
        </p:txBody>
      </p:sp>
      <p:cxnSp>
        <p:nvCxnSpPr>
          <p:cNvPr id="190" name="Gerade Verbindung mit Pfeil 189">
            <a:extLst>
              <a:ext uri="{FF2B5EF4-FFF2-40B4-BE49-F238E27FC236}">
                <a16:creationId xmlns:a16="http://schemas.microsoft.com/office/drawing/2014/main" id="{296A82BB-6F95-7547-C6E1-A06AE5A97651}"/>
              </a:ext>
            </a:extLst>
          </p:cNvPr>
          <p:cNvCxnSpPr>
            <a:cxnSpLocks/>
            <a:stCxn id="178" idx="2"/>
            <a:endCxn id="183" idx="0"/>
          </p:cNvCxnSpPr>
          <p:nvPr/>
        </p:nvCxnSpPr>
        <p:spPr>
          <a:xfrm>
            <a:off x="12430898" y="5724150"/>
            <a:ext cx="0" cy="352022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93" name="Rechteck 192">
            <a:extLst>
              <a:ext uri="{FF2B5EF4-FFF2-40B4-BE49-F238E27FC236}">
                <a16:creationId xmlns:a16="http://schemas.microsoft.com/office/drawing/2014/main" id="{0EBFB0DE-9E6A-84BE-0CC5-FB4877E6209C}"/>
              </a:ext>
            </a:extLst>
          </p:cNvPr>
          <p:cNvSpPr/>
          <p:nvPr/>
        </p:nvSpPr>
        <p:spPr>
          <a:xfrm>
            <a:off x="13638918" y="9307786"/>
            <a:ext cx="1425832" cy="33607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name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- deviceName</a:t>
            </a:r>
          </a:p>
        </p:txBody>
      </p:sp>
      <p:cxnSp>
        <p:nvCxnSpPr>
          <p:cNvPr id="194" name="Gerade Verbindung mit Pfeil 193">
            <a:extLst>
              <a:ext uri="{FF2B5EF4-FFF2-40B4-BE49-F238E27FC236}">
                <a16:creationId xmlns:a16="http://schemas.microsoft.com/office/drawing/2014/main" id="{30D22D7A-9AC9-DD60-5253-1BC73B206C29}"/>
              </a:ext>
            </a:extLst>
          </p:cNvPr>
          <p:cNvCxnSpPr>
            <a:cxnSpLocks/>
            <a:stCxn id="183" idx="3"/>
            <a:endCxn id="193" idx="1"/>
          </p:cNvCxnSpPr>
          <p:nvPr/>
        </p:nvCxnSpPr>
        <p:spPr>
          <a:xfrm>
            <a:off x="12699547" y="9467161"/>
            <a:ext cx="939371" cy="8662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05" name="Gerade Verbindung mit Pfeil 204">
            <a:extLst>
              <a:ext uri="{FF2B5EF4-FFF2-40B4-BE49-F238E27FC236}">
                <a16:creationId xmlns:a16="http://schemas.microsoft.com/office/drawing/2014/main" id="{6788FE90-8D70-D6A1-9340-2FB938146C10}"/>
              </a:ext>
            </a:extLst>
          </p:cNvPr>
          <p:cNvCxnSpPr>
            <a:cxnSpLocks/>
            <a:stCxn id="183" idx="2"/>
            <a:endCxn id="29" idx="0"/>
          </p:cNvCxnSpPr>
          <p:nvPr/>
        </p:nvCxnSpPr>
        <p:spPr>
          <a:xfrm flipH="1">
            <a:off x="9683371" y="9689947"/>
            <a:ext cx="2747527" cy="802262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ysDash"/>
            <a:miter lim="800000"/>
            <a:tailEnd type="arrow"/>
          </a:ln>
          <a:effectLst/>
        </p:spPr>
      </p:cxnSp>
      <p:sp>
        <p:nvSpPr>
          <p:cNvPr id="216" name="Abgerundetes Rechteck 1">
            <a:extLst>
              <a:ext uri="{FF2B5EF4-FFF2-40B4-BE49-F238E27FC236}">
                <a16:creationId xmlns:a16="http://schemas.microsoft.com/office/drawing/2014/main" id="{E4A62BC8-924C-84E9-9ED3-A6A081AB7FE4}"/>
              </a:ext>
            </a:extLst>
          </p:cNvPr>
          <p:cNvSpPr/>
          <p:nvPr/>
        </p:nvSpPr>
        <p:spPr>
          <a:xfrm>
            <a:off x="21995606" y="4023970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 dirty="0">
                <a:solidFill>
                  <a:prstClr val="white"/>
                </a:solidFill>
                <a:latin typeface="Calibri" panose="020F0502020204030204"/>
              </a:rPr>
              <a:t>CC</a:t>
            </a:r>
          </a:p>
        </p:txBody>
      </p:sp>
      <p:sp>
        <p:nvSpPr>
          <p:cNvPr id="217" name="Abgerundetes Rechteck 2">
            <a:extLst>
              <a:ext uri="{FF2B5EF4-FFF2-40B4-BE49-F238E27FC236}">
                <a16:creationId xmlns:a16="http://schemas.microsoft.com/office/drawing/2014/main" id="{99DFCE16-D31D-A2C4-AF66-C2D2E0DD8F69}"/>
              </a:ext>
            </a:extLst>
          </p:cNvPr>
          <p:cNvSpPr/>
          <p:nvPr/>
        </p:nvSpPr>
        <p:spPr>
          <a:xfrm>
            <a:off x="21995606" y="9240633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LTP</a:t>
            </a:r>
          </a:p>
        </p:txBody>
      </p:sp>
      <p:sp>
        <p:nvSpPr>
          <p:cNvPr id="218" name="Abgerundetes Rechteck 3">
            <a:extLst>
              <a:ext uri="{FF2B5EF4-FFF2-40B4-BE49-F238E27FC236}">
                <a16:creationId xmlns:a16="http://schemas.microsoft.com/office/drawing/2014/main" id="{D91288CE-E056-17B7-03D1-9F4B70721B71}"/>
              </a:ext>
            </a:extLst>
          </p:cNvPr>
          <p:cNvSpPr/>
          <p:nvPr/>
        </p:nvSpPr>
        <p:spPr>
          <a:xfrm>
            <a:off x="21995606" y="10488538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LP</a:t>
            </a:r>
          </a:p>
        </p:txBody>
      </p:sp>
      <p:cxnSp>
        <p:nvCxnSpPr>
          <p:cNvPr id="219" name="Gerade Verbindung mit Pfeil 218">
            <a:extLst>
              <a:ext uri="{FF2B5EF4-FFF2-40B4-BE49-F238E27FC236}">
                <a16:creationId xmlns:a16="http://schemas.microsoft.com/office/drawing/2014/main" id="{F3812ADC-C552-3888-AD96-B6C6C4A66D2D}"/>
              </a:ext>
            </a:extLst>
          </p:cNvPr>
          <p:cNvCxnSpPr>
            <a:stCxn id="216" idx="2"/>
            <a:endCxn id="217" idx="0"/>
          </p:cNvCxnSpPr>
          <p:nvPr/>
        </p:nvCxnSpPr>
        <p:spPr>
          <a:xfrm>
            <a:off x="22264255" y="4469543"/>
            <a:ext cx="0" cy="4771091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0" name="Gerade Verbindung mit Pfeil 219">
            <a:extLst>
              <a:ext uri="{FF2B5EF4-FFF2-40B4-BE49-F238E27FC236}">
                <a16:creationId xmlns:a16="http://schemas.microsoft.com/office/drawing/2014/main" id="{58DA10C6-91F7-D5E5-C61D-C688A420AA08}"/>
              </a:ext>
            </a:extLst>
          </p:cNvPr>
          <p:cNvCxnSpPr>
            <a:stCxn id="217" idx="2"/>
            <a:endCxn id="218" idx="0"/>
          </p:cNvCxnSpPr>
          <p:nvPr/>
        </p:nvCxnSpPr>
        <p:spPr>
          <a:xfrm>
            <a:off x="22264255" y="9686206"/>
            <a:ext cx="0" cy="802333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22" name="Abgerundetes Rechteck 88">
            <a:extLst>
              <a:ext uri="{FF2B5EF4-FFF2-40B4-BE49-F238E27FC236}">
                <a16:creationId xmlns:a16="http://schemas.microsoft.com/office/drawing/2014/main" id="{CA0AEA30-500F-B7AD-AACA-E7D8EDE7AACC}"/>
              </a:ext>
            </a:extLst>
          </p:cNvPr>
          <p:cNvSpPr/>
          <p:nvPr/>
        </p:nvSpPr>
        <p:spPr>
          <a:xfrm>
            <a:off x="19565706" y="11209555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TcpServer [1]</a:t>
            </a:r>
          </a:p>
        </p:txBody>
      </p:sp>
      <p:sp>
        <p:nvSpPr>
          <p:cNvPr id="223" name="Abgerundetes Rechteck 89">
            <a:extLst>
              <a:ext uri="{FF2B5EF4-FFF2-40B4-BE49-F238E27FC236}">
                <a16:creationId xmlns:a16="http://schemas.microsoft.com/office/drawing/2014/main" id="{044D5B40-A091-29AF-E39A-C4A69555BAD1}"/>
              </a:ext>
            </a:extLst>
          </p:cNvPr>
          <p:cNvSpPr/>
          <p:nvPr/>
        </p:nvSpPr>
        <p:spPr>
          <a:xfrm>
            <a:off x="19565706" y="10488538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SnmpServer [*]</a:t>
            </a:r>
          </a:p>
        </p:txBody>
      </p:sp>
      <p:cxnSp>
        <p:nvCxnSpPr>
          <p:cNvPr id="224" name="Gerade Verbindung mit Pfeil 223">
            <a:extLst>
              <a:ext uri="{FF2B5EF4-FFF2-40B4-BE49-F238E27FC236}">
                <a16:creationId xmlns:a16="http://schemas.microsoft.com/office/drawing/2014/main" id="{C4923F46-6E35-ECDC-0AF1-6BAC283218B2}"/>
              </a:ext>
            </a:extLst>
          </p:cNvPr>
          <p:cNvCxnSpPr>
            <a:stCxn id="223" idx="3"/>
            <a:endCxn id="218" idx="1"/>
          </p:cNvCxnSpPr>
          <p:nvPr/>
        </p:nvCxnSpPr>
        <p:spPr>
          <a:xfrm>
            <a:off x="20727159" y="10711324"/>
            <a:ext cx="1268447" cy="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225" name="Gerade Verbindung mit Pfeil 224">
            <a:extLst>
              <a:ext uri="{FF2B5EF4-FFF2-40B4-BE49-F238E27FC236}">
                <a16:creationId xmlns:a16="http://schemas.microsoft.com/office/drawing/2014/main" id="{C9D65C52-F7D7-4E03-4D70-221077F95329}"/>
              </a:ext>
            </a:extLst>
          </p:cNvPr>
          <p:cNvCxnSpPr>
            <a:stCxn id="222" idx="3"/>
            <a:endCxn id="218" idx="1"/>
          </p:cNvCxnSpPr>
          <p:nvPr/>
        </p:nvCxnSpPr>
        <p:spPr>
          <a:xfrm flipV="1">
            <a:off x="20727159" y="10711325"/>
            <a:ext cx="1268447" cy="721017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sp>
        <p:nvSpPr>
          <p:cNvPr id="230" name="Rechteck 229">
            <a:extLst>
              <a:ext uri="{FF2B5EF4-FFF2-40B4-BE49-F238E27FC236}">
                <a16:creationId xmlns:a16="http://schemas.microsoft.com/office/drawing/2014/main" id="{3A0F905E-26BB-EADC-40B0-7140549F1DE4}"/>
              </a:ext>
            </a:extLst>
          </p:cNvPr>
          <p:cNvSpPr/>
          <p:nvPr/>
        </p:nvSpPr>
        <p:spPr>
          <a:xfrm>
            <a:off x="17566269" y="11218933"/>
            <a:ext cx="1425832" cy="4329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u="sng" kern="0" dirty="0" err="1">
                <a:solidFill>
                  <a:prstClr val="black"/>
                </a:solidFill>
                <a:latin typeface="Calibri" panose="020F0502020204030204"/>
              </a:rPr>
              <a:t>Configuration</a:t>
            </a:r>
            <a:endParaRPr lang="de-DE" sz="800" u="sng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localAddress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localPort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31" name="Gerade Verbindung mit Pfeil 230">
            <a:extLst>
              <a:ext uri="{FF2B5EF4-FFF2-40B4-BE49-F238E27FC236}">
                <a16:creationId xmlns:a16="http://schemas.microsoft.com/office/drawing/2014/main" id="{E2AA1378-2624-C82E-46F5-DAE3598C92F9}"/>
              </a:ext>
            </a:extLst>
          </p:cNvPr>
          <p:cNvCxnSpPr>
            <a:stCxn id="222" idx="1"/>
            <a:endCxn id="230" idx="3"/>
          </p:cNvCxnSpPr>
          <p:nvPr/>
        </p:nvCxnSpPr>
        <p:spPr>
          <a:xfrm flipH="1">
            <a:off x="18992101" y="11432341"/>
            <a:ext cx="573605" cy="307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32" name="Rechteck 231">
            <a:extLst>
              <a:ext uri="{FF2B5EF4-FFF2-40B4-BE49-F238E27FC236}">
                <a16:creationId xmlns:a16="http://schemas.microsoft.com/office/drawing/2014/main" id="{D24AFCEE-3415-2633-C02F-42F690432881}"/>
              </a:ext>
            </a:extLst>
          </p:cNvPr>
          <p:cNvSpPr/>
          <p:nvPr/>
        </p:nvSpPr>
        <p:spPr>
          <a:xfrm>
            <a:off x="17566269" y="10456672"/>
            <a:ext cx="1425832" cy="592333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u="sng" kern="0" dirty="0" err="1">
                <a:solidFill>
                  <a:prstClr val="black"/>
                </a:solidFill>
                <a:latin typeface="Calibri" panose="020F0502020204030204"/>
              </a:rPr>
              <a:t>Capability</a:t>
            </a:r>
            <a:endParaRPr lang="de-DE" sz="800" u="sng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deviceName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mediatorUserName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mediatorUserPassword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35" name="Gerade Verbindung mit Pfeil 234">
            <a:extLst>
              <a:ext uri="{FF2B5EF4-FFF2-40B4-BE49-F238E27FC236}">
                <a16:creationId xmlns:a16="http://schemas.microsoft.com/office/drawing/2014/main" id="{4A5D1682-99D1-7876-EEFC-EA1180222379}"/>
              </a:ext>
            </a:extLst>
          </p:cNvPr>
          <p:cNvCxnSpPr>
            <a:cxnSpLocks/>
            <a:stCxn id="223" idx="1"/>
            <a:endCxn id="232" idx="3"/>
          </p:cNvCxnSpPr>
          <p:nvPr/>
        </p:nvCxnSpPr>
        <p:spPr>
          <a:xfrm flipH="1">
            <a:off x="18992101" y="10711324"/>
            <a:ext cx="573605" cy="4151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41" name="Rechteck 240">
            <a:extLst>
              <a:ext uri="{FF2B5EF4-FFF2-40B4-BE49-F238E27FC236}">
                <a16:creationId xmlns:a16="http://schemas.microsoft.com/office/drawing/2014/main" id="{8AE67609-FF85-AA36-4EAC-A2C055DD14DD}"/>
              </a:ext>
            </a:extLst>
          </p:cNvPr>
          <p:cNvSpPr/>
          <p:nvPr/>
        </p:nvSpPr>
        <p:spPr>
          <a:xfrm>
            <a:off x="19945629" y="4023331"/>
            <a:ext cx="1471132" cy="445572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u="sng" kern="0">
                <a:solidFill>
                  <a:prstClr val="black"/>
                </a:solidFill>
                <a:latin typeface="Calibri" panose="020F0502020204030204"/>
              </a:rPr>
              <a:t>ControlConstructPac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externalLabel=deviceName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deviceModelName</a:t>
            </a:r>
          </a:p>
        </p:txBody>
      </p:sp>
      <p:cxnSp>
        <p:nvCxnSpPr>
          <p:cNvPr id="242" name="Gerade Verbindung mit Pfeil 241">
            <a:extLst>
              <a:ext uri="{FF2B5EF4-FFF2-40B4-BE49-F238E27FC236}">
                <a16:creationId xmlns:a16="http://schemas.microsoft.com/office/drawing/2014/main" id="{D02907C9-C5BE-29CD-04AE-14DC78D81D7F}"/>
              </a:ext>
            </a:extLst>
          </p:cNvPr>
          <p:cNvCxnSpPr>
            <a:cxnSpLocks/>
            <a:stCxn id="216" idx="1"/>
            <a:endCxn id="241" idx="3"/>
          </p:cNvCxnSpPr>
          <p:nvPr/>
        </p:nvCxnSpPr>
        <p:spPr>
          <a:xfrm flipH="1" flipV="1">
            <a:off x="21416761" y="4246118"/>
            <a:ext cx="578844" cy="639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6" name="Abgerundetes Rechteck 8">
            <a:extLst>
              <a:ext uri="{FF2B5EF4-FFF2-40B4-BE49-F238E27FC236}">
                <a16:creationId xmlns:a16="http://schemas.microsoft.com/office/drawing/2014/main" id="{C08FEA06-0BBB-3C97-6307-ABA2F45E722D}"/>
              </a:ext>
            </a:extLst>
          </p:cNvPr>
          <p:cNvSpPr/>
          <p:nvPr/>
        </p:nvSpPr>
        <p:spPr>
          <a:xfrm>
            <a:off x="1771402" y="8144466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ManagementTransportClient [1]</a:t>
            </a:r>
          </a:p>
        </p:txBody>
      </p: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0EBE7C15-7FE1-B46C-122A-2340FCD30A36}"/>
              </a:ext>
            </a:extLst>
          </p:cNvPr>
          <p:cNvCxnSpPr>
            <a:cxnSpLocks/>
            <a:stCxn id="26" idx="1"/>
            <a:endCxn id="58" idx="3"/>
          </p:cNvCxnSpPr>
          <p:nvPr/>
        </p:nvCxnSpPr>
        <p:spPr>
          <a:xfrm flipH="1">
            <a:off x="1219235" y="8367252"/>
            <a:ext cx="552167" cy="234542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sp>
        <p:nvSpPr>
          <p:cNvPr id="33" name="Rechteck 32">
            <a:extLst>
              <a:ext uri="{FF2B5EF4-FFF2-40B4-BE49-F238E27FC236}">
                <a16:creationId xmlns:a16="http://schemas.microsoft.com/office/drawing/2014/main" id="{02E1F362-069A-0B5C-E60F-1A5089DA1175}"/>
              </a:ext>
            </a:extLst>
          </p:cNvPr>
          <p:cNvSpPr/>
          <p:nvPr/>
        </p:nvSpPr>
        <p:spPr>
          <a:xfrm>
            <a:off x="3504593" y="8210529"/>
            <a:ext cx="893641" cy="312109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deviceName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B08F7353-0D9C-0B8A-280F-2B532941101E}"/>
              </a:ext>
            </a:extLst>
          </p:cNvPr>
          <p:cNvCxnSpPr>
            <a:cxnSpLocks/>
            <a:stCxn id="26" idx="3"/>
            <a:endCxn id="33" idx="1"/>
          </p:cNvCxnSpPr>
          <p:nvPr/>
        </p:nvCxnSpPr>
        <p:spPr>
          <a:xfrm flipV="1">
            <a:off x="2932855" y="8366584"/>
            <a:ext cx="571738" cy="668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9" name="Abgerundetes Rechteck 89">
            <a:extLst>
              <a:ext uri="{FF2B5EF4-FFF2-40B4-BE49-F238E27FC236}">
                <a16:creationId xmlns:a16="http://schemas.microsoft.com/office/drawing/2014/main" id="{BA6A142A-8968-8D51-EBC7-F17CAD126C7C}"/>
              </a:ext>
            </a:extLst>
          </p:cNvPr>
          <p:cNvSpPr/>
          <p:nvPr/>
        </p:nvSpPr>
        <p:spPr>
          <a:xfrm>
            <a:off x="19543537" y="8134666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ManagementTransportServer [*]</a:t>
            </a:r>
          </a:p>
        </p:txBody>
      </p: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96213744-95E9-B36D-D5B8-8FD6CBFDBF62}"/>
              </a:ext>
            </a:extLst>
          </p:cNvPr>
          <p:cNvCxnSpPr>
            <a:cxnSpLocks/>
            <a:stCxn id="39" idx="3"/>
            <a:endCxn id="218" idx="1"/>
          </p:cNvCxnSpPr>
          <p:nvPr/>
        </p:nvCxnSpPr>
        <p:spPr>
          <a:xfrm>
            <a:off x="20704990" y="8357452"/>
            <a:ext cx="1290616" cy="2353872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sp>
        <p:nvSpPr>
          <p:cNvPr id="42" name="Rechteck 41">
            <a:extLst>
              <a:ext uri="{FF2B5EF4-FFF2-40B4-BE49-F238E27FC236}">
                <a16:creationId xmlns:a16="http://schemas.microsoft.com/office/drawing/2014/main" id="{D912CA03-AB19-80BD-40B1-B51E6FA159DA}"/>
              </a:ext>
            </a:extLst>
          </p:cNvPr>
          <p:cNvSpPr/>
          <p:nvPr/>
        </p:nvSpPr>
        <p:spPr>
          <a:xfrm>
            <a:off x="17566960" y="8098985"/>
            <a:ext cx="1425832" cy="474769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u="sng" kern="0">
                <a:solidFill>
                  <a:prstClr val="black"/>
                </a:solidFill>
                <a:latin typeface="Calibri" panose="020F0502020204030204"/>
              </a:rPr>
              <a:t>Capability</a:t>
            </a:r>
            <a:endParaRPr lang="de-DE" sz="800" u="sng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E85C71F8-90F7-2EEE-D6FD-EA06A730B16B}"/>
              </a:ext>
            </a:extLst>
          </p:cNvPr>
          <p:cNvCxnSpPr>
            <a:cxnSpLocks/>
            <a:stCxn id="39" idx="1"/>
            <a:endCxn id="42" idx="3"/>
          </p:cNvCxnSpPr>
          <p:nvPr/>
        </p:nvCxnSpPr>
        <p:spPr>
          <a:xfrm flipH="1" flipV="1">
            <a:off x="18992792" y="8336370"/>
            <a:ext cx="550745" cy="21082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86" name="Rechteck 85">
            <a:extLst>
              <a:ext uri="{FF2B5EF4-FFF2-40B4-BE49-F238E27FC236}">
                <a16:creationId xmlns:a16="http://schemas.microsoft.com/office/drawing/2014/main" id="{4EF8BD69-F08C-B9E7-5DF2-848F27B7FE4E}"/>
              </a:ext>
            </a:extLst>
          </p:cNvPr>
          <p:cNvSpPr/>
          <p:nvPr/>
        </p:nvSpPr>
        <p:spPr>
          <a:xfrm>
            <a:off x="15462332" y="8916885"/>
            <a:ext cx="1930625" cy="3029052"/>
          </a:xfrm>
          <a:prstGeom prst="rect">
            <a:avLst/>
          </a:prstGeom>
          <a:solidFill>
            <a:schemeClr val="accent5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1400">
                <a:solidFill>
                  <a:schemeClr val="tx1"/>
                </a:solidFill>
              </a:rPr>
              <a:t>Link</a:t>
            </a:r>
          </a:p>
        </p:txBody>
      </p:sp>
      <p:sp>
        <p:nvSpPr>
          <p:cNvPr id="87" name="Abgerundetes Rechteck 1">
            <a:extLst>
              <a:ext uri="{FF2B5EF4-FFF2-40B4-BE49-F238E27FC236}">
                <a16:creationId xmlns:a16="http://schemas.microsoft.com/office/drawing/2014/main" id="{D6ADBF88-D669-757C-3A92-67D4C6EA3D42}"/>
              </a:ext>
            </a:extLst>
          </p:cNvPr>
          <p:cNvSpPr/>
          <p:nvPr/>
        </p:nvSpPr>
        <p:spPr>
          <a:xfrm>
            <a:off x="15630513" y="9455743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</a:t>
            </a:r>
            <a:endParaRPr lang="de-DE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88" name="Gerade Verbindung mit Pfeil 87">
            <a:extLst>
              <a:ext uri="{FF2B5EF4-FFF2-40B4-BE49-F238E27FC236}">
                <a16:creationId xmlns:a16="http://schemas.microsoft.com/office/drawing/2014/main" id="{A2B87E04-CA80-7121-47DB-E8E9A36D9020}"/>
              </a:ext>
            </a:extLst>
          </p:cNvPr>
          <p:cNvCxnSpPr>
            <a:cxnSpLocks/>
            <a:stCxn id="87" idx="2"/>
            <a:endCxn id="326" idx="7"/>
          </p:cNvCxnSpPr>
          <p:nvPr/>
        </p:nvCxnSpPr>
        <p:spPr>
          <a:xfrm flipH="1">
            <a:off x="13045381" y="9901315"/>
            <a:ext cx="2853782" cy="62313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ysDash"/>
            <a:miter lim="800000"/>
            <a:tailEnd type="arrow"/>
          </a:ln>
          <a:effectLst/>
        </p:spPr>
      </p:cxnSp>
      <p:sp>
        <p:nvSpPr>
          <p:cNvPr id="93" name="Rechteck 92">
            <a:extLst>
              <a:ext uri="{FF2B5EF4-FFF2-40B4-BE49-F238E27FC236}">
                <a16:creationId xmlns:a16="http://schemas.microsoft.com/office/drawing/2014/main" id="{FCFF00EF-0576-E422-EDCD-26AB376B788C}"/>
              </a:ext>
            </a:extLst>
          </p:cNvPr>
          <p:cNvSpPr/>
          <p:nvPr/>
        </p:nvSpPr>
        <p:spPr>
          <a:xfrm>
            <a:off x="16437313" y="9523393"/>
            <a:ext cx="817085" cy="33607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name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- deviceName</a:t>
            </a:r>
          </a:p>
        </p:txBody>
      </p:sp>
      <p:cxnSp>
        <p:nvCxnSpPr>
          <p:cNvPr id="94" name="Gerade Verbindung mit Pfeil 93">
            <a:extLst>
              <a:ext uri="{FF2B5EF4-FFF2-40B4-BE49-F238E27FC236}">
                <a16:creationId xmlns:a16="http://schemas.microsoft.com/office/drawing/2014/main" id="{6993B356-34A0-6EF5-B7C8-165FDE6B0E48}"/>
              </a:ext>
            </a:extLst>
          </p:cNvPr>
          <p:cNvCxnSpPr>
            <a:cxnSpLocks/>
            <a:stCxn id="87" idx="3"/>
            <a:endCxn id="93" idx="1"/>
          </p:cNvCxnSpPr>
          <p:nvPr/>
        </p:nvCxnSpPr>
        <p:spPr>
          <a:xfrm>
            <a:off x="16167812" y="9678529"/>
            <a:ext cx="269501" cy="12901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5" name="Gerade Verbindung mit Pfeil 94">
            <a:extLst>
              <a:ext uri="{FF2B5EF4-FFF2-40B4-BE49-F238E27FC236}">
                <a16:creationId xmlns:a16="http://schemas.microsoft.com/office/drawing/2014/main" id="{82F36CDE-9238-8488-B7F4-4BEE05C8B522}"/>
              </a:ext>
            </a:extLst>
          </p:cNvPr>
          <p:cNvCxnSpPr>
            <a:cxnSpLocks/>
            <a:stCxn id="87" idx="2"/>
          </p:cNvCxnSpPr>
          <p:nvPr/>
        </p:nvCxnSpPr>
        <p:spPr>
          <a:xfrm>
            <a:off x="15899163" y="9901315"/>
            <a:ext cx="3708050" cy="60237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ysDash"/>
            <a:miter lim="800000"/>
            <a:tailEnd type="arrow"/>
          </a:ln>
          <a:effectLst/>
        </p:spPr>
      </p:cxnSp>
      <p:sp>
        <p:nvSpPr>
          <p:cNvPr id="117" name="Abgerundetes Rechteck 1">
            <a:extLst>
              <a:ext uri="{FF2B5EF4-FFF2-40B4-BE49-F238E27FC236}">
                <a16:creationId xmlns:a16="http://schemas.microsoft.com/office/drawing/2014/main" id="{8FAD0FAB-F7D4-B1C2-7009-798052A9B1D9}"/>
              </a:ext>
            </a:extLst>
          </p:cNvPr>
          <p:cNvSpPr/>
          <p:nvPr/>
        </p:nvSpPr>
        <p:spPr>
          <a:xfrm>
            <a:off x="9580315" y="285293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NCD</a:t>
            </a:r>
            <a:endParaRPr lang="de-DE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121" name="Gerade Verbindung mit Pfeil 120">
            <a:extLst>
              <a:ext uri="{FF2B5EF4-FFF2-40B4-BE49-F238E27FC236}">
                <a16:creationId xmlns:a16="http://schemas.microsoft.com/office/drawing/2014/main" id="{8513C110-D9EE-BEC7-C0AA-D36B474C31B5}"/>
              </a:ext>
            </a:extLst>
          </p:cNvPr>
          <p:cNvCxnSpPr>
            <a:cxnSpLocks/>
            <a:stCxn id="117" idx="2"/>
            <a:endCxn id="129" idx="0"/>
          </p:cNvCxnSpPr>
          <p:nvPr/>
        </p:nvCxnSpPr>
        <p:spPr>
          <a:xfrm>
            <a:off x="9848965" y="730865"/>
            <a:ext cx="1235948" cy="329345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37" name="Abgerundetes Rechteck 2">
            <a:extLst>
              <a:ext uri="{FF2B5EF4-FFF2-40B4-BE49-F238E27FC236}">
                <a16:creationId xmlns:a16="http://schemas.microsoft.com/office/drawing/2014/main" id="{1A507A33-5B7D-11FC-CBDD-02AB3012B323}"/>
              </a:ext>
            </a:extLst>
          </p:cNvPr>
          <p:cNvSpPr/>
          <p:nvPr/>
        </p:nvSpPr>
        <p:spPr>
          <a:xfrm>
            <a:off x="10844820" y="1332516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FD</a:t>
            </a:r>
          </a:p>
        </p:txBody>
      </p:sp>
      <p:cxnSp>
        <p:nvCxnSpPr>
          <p:cNvPr id="138" name="Gerade Verbindung mit Pfeil 137">
            <a:extLst>
              <a:ext uri="{FF2B5EF4-FFF2-40B4-BE49-F238E27FC236}">
                <a16:creationId xmlns:a16="http://schemas.microsoft.com/office/drawing/2014/main" id="{76E43E38-FB74-A194-3F98-3C678B7007CC}"/>
              </a:ext>
            </a:extLst>
          </p:cNvPr>
          <p:cNvCxnSpPr>
            <a:cxnSpLocks/>
            <a:stCxn id="117" idx="2"/>
            <a:endCxn id="137" idx="0"/>
          </p:cNvCxnSpPr>
          <p:nvPr/>
        </p:nvCxnSpPr>
        <p:spPr>
          <a:xfrm>
            <a:off x="9848965" y="730865"/>
            <a:ext cx="1264505" cy="601651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46" name="Verbinder: gewinkelt 145">
            <a:extLst>
              <a:ext uri="{FF2B5EF4-FFF2-40B4-BE49-F238E27FC236}">
                <a16:creationId xmlns:a16="http://schemas.microsoft.com/office/drawing/2014/main" id="{77591B36-B1C3-1160-95D2-646678063A41}"/>
              </a:ext>
            </a:extLst>
          </p:cNvPr>
          <p:cNvCxnSpPr>
            <a:cxnSpLocks/>
            <a:stCxn id="299" idx="1"/>
            <a:endCxn id="240" idx="7"/>
          </p:cNvCxnSpPr>
          <p:nvPr/>
        </p:nvCxnSpPr>
        <p:spPr>
          <a:xfrm rot="10800000" flipV="1">
            <a:off x="2913848" y="2458173"/>
            <a:ext cx="7930973" cy="5721157"/>
          </a:xfrm>
          <a:prstGeom prst="bentConnector2">
            <a:avLst/>
          </a:prstGeom>
          <a:noFill/>
          <a:ln w="6350" cap="flat" cmpd="sng" algn="ctr">
            <a:solidFill>
              <a:srgbClr val="5B9BD5"/>
            </a:solidFill>
            <a:prstDash val="sysDash"/>
            <a:miter lim="800000"/>
            <a:tailEnd type="arrow"/>
          </a:ln>
          <a:effectLst/>
        </p:spPr>
      </p:cxnSp>
      <p:cxnSp>
        <p:nvCxnSpPr>
          <p:cNvPr id="162" name="Verbinder: gewinkelt 161">
            <a:extLst>
              <a:ext uri="{FF2B5EF4-FFF2-40B4-BE49-F238E27FC236}">
                <a16:creationId xmlns:a16="http://schemas.microsoft.com/office/drawing/2014/main" id="{D7BF3E62-D368-E9DC-ABAC-7F3B9C8CDCF9}"/>
              </a:ext>
            </a:extLst>
          </p:cNvPr>
          <p:cNvCxnSpPr>
            <a:cxnSpLocks/>
            <a:stCxn id="299" idx="3"/>
            <a:endCxn id="291" idx="0"/>
          </p:cNvCxnSpPr>
          <p:nvPr/>
        </p:nvCxnSpPr>
        <p:spPr>
          <a:xfrm>
            <a:off x="11382119" y="2458174"/>
            <a:ext cx="8215502" cy="5692052"/>
          </a:xfrm>
          <a:prstGeom prst="bentConnector2">
            <a:avLst/>
          </a:prstGeom>
          <a:noFill/>
          <a:ln w="6350" cap="flat" cmpd="sng" algn="ctr">
            <a:solidFill>
              <a:srgbClr val="5B9BD5"/>
            </a:solidFill>
            <a:prstDash val="sysDash"/>
            <a:miter lim="800000"/>
            <a:tailEnd type="arrow"/>
          </a:ln>
          <a:effectLst/>
        </p:spPr>
      </p:cxnSp>
      <p:sp>
        <p:nvSpPr>
          <p:cNvPr id="212" name="Rechteck 211">
            <a:extLst>
              <a:ext uri="{FF2B5EF4-FFF2-40B4-BE49-F238E27FC236}">
                <a16:creationId xmlns:a16="http://schemas.microsoft.com/office/drawing/2014/main" id="{3555123F-9A90-1011-D300-F33B1A856F75}"/>
              </a:ext>
            </a:extLst>
          </p:cNvPr>
          <p:cNvSpPr/>
          <p:nvPr/>
        </p:nvSpPr>
        <p:spPr>
          <a:xfrm>
            <a:off x="4776148" y="8914378"/>
            <a:ext cx="1949140" cy="3032399"/>
          </a:xfrm>
          <a:prstGeom prst="rect">
            <a:avLst/>
          </a:prstGeom>
          <a:solidFill>
            <a:schemeClr val="accent5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1400">
                <a:solidFill>
                  <a:schemeClr val="tx1"/>
                </a:solidFill>
              </a:rPr>
              <a:t>Link</a:t>
            </a:r>
          </a:p>
        </p:txBody>
      </p:sp>
      <p:sp>
        <p:nvSpPr>
          <p:cNvPr id="213" name="Abgerundetes Rechteck 1">
            <a:extLst>
              <a:ext uri="{FF2B5EF4-FFF2-40B4-BE49-F238E27FC236}">
                <a16:creationId xmlns:a16="http://schemas.microsoft.com/office/drawing/2014/main" id="{F8D37D0E-8516-6BFB-1627-49D94B22AC46}"/>
              </a:ext>
            </a:extLst>
          </p:cNvPr>
          <p:cNvSpPr/>
          <p:nvPr/>
        </p:nvSpPr>
        <p:spPr>
          <a:xfrm>
            <a:off x="4934259" y="9457028"/>
            <a:ext cx="542452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</a:t>
            </a:r>
            <a:endParaRPr lang="de-DE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4" name="Rechteck 213">
            <a:extLst>
              <a:ext uri="{FF2B5EF4-FFF2-40B4-BE49-F238E27FC236}">
                <a16:creationId xmlns:a16="http://schemas.microsoft.com/office/drawing/2014/main" id="{150AAFD4-5ED8-C6EA-8AEE-E8CB41A2FEFE}"/>
              </a:ext>
            </a:extLst>
          </p:cNvPr>
          <p:cNvSpPr/>
          <p:nvPr/>
        </p:nvSpPr>
        <p:spPr>
          <a:xfrm>
            <a:off x="5741059" y="9524678"/>
            <a:ext cx="824921" cy="33607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name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- deviceName</a:t>
            </a:r>
          </a:p>
        </p:txBody>
      </p:sp>
      <p:cxnSp>
        <p:nvCxnSpPr>
          <p:cNvPr id="215" name="Gerade Verbindung mit Pfeil 214">
            <a:extLst>
              <a:ext uri="{FF2B5EF4-FFF2-40B4-BE49-F238E27FC236}">
                <a16:creationId xmlns:a16="http://schemas.microsoft.com/office/drawing/2014/main" id="{7F5FA94B-7893-5429-17CA-4EC5B28F25B0}"/>
              </a:ext>
            </a:extLst>
          </p:cNvPr>
          <p:cNvCxnSpPr>
            <a:cxnSpLocks/>
            <a:stCxn id="213" idx="3"/>
            <a:endCxn id="214" idx="1"/>
          </p:cNvCxnSpPr>
          <p:nvPr/>
        </p:nvCxnSpPr>
        <p:spPr>
          <a:xfrm>
            <a:off x="5476711" y="9679814"/>
            <a:ext cx="264348" cy="12901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1" name="Gerade Verbindung mit Pfeil 220">
            <a:extLst>
              <a:ext uri="{FF2B5EF4-FFF2-40B4-BE49-F238E27FC236}">
                <a16:creationId xmlns:a16="http://schemas.microsoft.com/office/drawing/2014/main" id="{FB1E9696-FB30-4DD2-5C4A-5233B0FAE6B6}"/>
              </a:ext>
            </a:extLst>
          </p:cNvPr>
          <p:cNvCxnSpPr>
            <a:cxnSpLocks/>
            <a:stCxn id="213" idx="2"/>
            <a:endCxn id="334" idx="0"/>
          </p:cNvCxnSpPr>
          <p:nvPr/>
        </p:nvCxnSpPr>
        <p:spPr>
          <a:xfrm flipH="1">
            <a:off x="2887137" y="9902600"/>
            <a:ext cx="2318348" cy="605233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ysDash"/>
            <a:miter lim="800000"/>
            <a:tailEnd type="arrow"/>
          </a:ln>
          <a:effectLst/>
        </p:spPr>
      </p:cxnSp>
      <p:cxnSp>
        <p:nvCxnSpPr>
          <p:cNvPr id="226" name="Gerade Verbindung mit Pfeil 225">
            <a:extLst>
              <a:ext uri="{FF2B5EF4-FFF2-40B4-BE49-F238E27FC236}">
                <a16:creationId xmlns:a16="http://schemas.microsoft.com/office/drawing/2014/main" id="{867860DD-30C5-F9EB-DD2B-EC606399AB32}"/>
              </a:ext>
            </a:extLst>
          </p:cNvPr>
          <p:cNvCxnSpPr>
            <a:cxnSpLocks/>
            <a:stCxn id="213" idx="2"/>
            <a:endCxn id="331" idx="2"/>
          </p:cNvCxnSpPr>
          <p:nvPr/>
        </p:nvCxnSpPr>
        <p:spPr>
          <a:xfrm>
            <a:off x="5205485" y="9902600"/>
            <a:ext cx="3916966" cy="629466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ysDash"/>
            <a:miter lim="800000"/>
            <a:tailEnd type="arrow"/>
          </a:ln>
          <a:effectLst/>
        </p:spPr>
      </p:cxnSp>
      <p:sp>
        <p:nvSpPr>
          <p:cNvPr id="240" name="Ellipse 239">
            <a:extLst>
              <a:ext uri="{FF2B5EF4-FFF2-40B4-BE49-F238E27FC236}">
                <a16:creationId xmlns:a16="http://schemas.microsoft.com/office/drawing/2014/main" id="{7C3D2B24-925A-C56A-31E1-ACB846FD2315}"/>
              </a:ext>
            </a:extLst>
          </p:cNvPr>
          <p:cNvSpPr/>
          <p:nvPr/>
        </p:nvSpPr>
        <p:spPr>
          <a:xfrm>
            <a:off x="2874823" y="8172636"/>
            <a:ext cx="45719" cy="45719"/>
          </a:xfrm>
          <a:prstGeom prst="ellipse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de-DE" sz="1050" kern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247" name="Verbinder: gewinkelt 246">
            <a:extLst>
              <a:ext uri="{FF2B5EF4-FFF2-40B4-BE49-F238E27FC236}">
                <a16:creationId xmlns:a16="http://schemas.microsoft.com/office/drawing/2014/main" id="{B1B6F187-424B-B5E7-210A-081BDFAD519A}"/>
              </a:ext>
            </a:extLst>
          </p:cNvPr>
          <p:cNvCxnSpPr>
            <a:stCxn id="117" idx="2"/>
            <a:endCxn id="56" idx="0"/>
          </p:cNvCxnSpPr>
          <p:nvPr/>
        </p:nvCxnSpPr>
        <p:spPr>
          <a:xfrm rot="5400000">
            <a:off x="3753990" y="-2072538"/>
            <a:ext cx="3291572" cy="8898379"/>
          </a:xfrm>
          <a:prstGeom prst="bentConnector3">
            <a:avLst>
              <a:gd name="adj1" fmla="val 240"/>
            </a:avLst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52" name="Verbinder: gewinkelt 251">
            <a:extLst>
              <a:ext uri="{FF2B5EF4-FFF2-40B4-BE49-F238E27FC236}">
                <a16:creationId xmlns:a16="http://schemas.microsoft.com/office/drawing/2014/main" id="{7B4D9739-6606-A338-2C87-5405BC25C7D6}"/>
              </a:ext>
            </a:extLst>
          </p:cNvPr>
          <p:cNvCxnSpPr>
            <a:cxnSpLocks/>
            <a:stCxn id="117" idx="2"/>
            <a:endCxn id="216" idx="0"/>
          </p:cNvCxnSpPr>
          <p:nvPr/>
        </p:nvCxnSpPr>
        <p:spPr>
          <a:xfrm rot="16200000" flipH="1">
            <a:off x="14410058" y="-3830229"/>
            <a:ext cx="3293105" cy="12415291"/>
          </a:xfrm>
          <a:prstGeom prst="bentConnector3">
            <a:avLst>
              <a:gd name="adj1" fmla="val 263"/>
            </a:avLst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91" name="Ellipse 290">
            <a:extLst>
              <a:ext uri="{FF2B5EF4-FFF2-40B4-BE49-F238E27FC236}">
                <a16:creationId xmlns:a16="http://schemas.microsoft.com/office/drawing/2014/main" id="{78BFD825-BF84-9280-8427-C73FF02EDC16}"/>
              </a:ext>
            </a:extLst>
          </p:cNvPr>
          <p:cNvSpPr/>
          <p:nvPr/>
        </p:nvSpPr>
        <p:spPr>
          <a:xfrm>
            <a:off x="19574761" y="8150226"/>
            <a:ext cx="45719" cy="45719"/>
          </a:xfrm>
          <a:prstGeom prst="ellipse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de-DE" sz="1050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3" name="Ellipse 292">
            <a:extLst>
              <a:ext uri="{FF2B5EF4-FFF2-40B4-BE49-F238E27FC236}">
                <a16:creationId xmlns:a16="http://schemas.microsoft.com/office/drawing/2014/main" id="{A96271CD-4392-8057-D43D-25709C941E70}"/>
              </a:ext>
            </a:extLst>
          </p:cNvPr>
          <p:cNvSpPr/>
          <p:nvPr/>
        </p:nvSpPr>
        <p:spPr>
          <a:xfrm>
            <a:off x="19586825" y="10507833"/>
            <a:ext cx="45719" cy="45719"/>
          </a:xfrm>
          <a:prstGeom prst="ellipse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de-DE" sz="1050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9" name="Abgerundetes Rechteck 2">
            <a:extLst>
              <a:ext uri="{FF2B5EF4-FFF2-40B4-BE49-F238E27FC236}">
                <a16:creationId xmlns:a16="http://schemas.microsoft.com/office/drawing/2014/main" id="{E996A483-AF97-CBE6-3673-7E031A0BFEC8}"/>
              </a:ext>
            </a:extLst>
          </p:cNvPr>
          <p:cNvSpPr/>
          <p:nvPr/>
        </p:nvSpPr>
        <p:spPr>
          <a:xfrm>
            <a:off x="10844820" y="2235388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FC</a:t>
            </a:r>
          </a:p>
        </p:txBody>
      </p:sp>
      <p:cxnSp>
        <p:nvCxnSpPr>
          <p:cNvPr id="311" name="Gerade Verbindung mit Pfeil 310">
            <a:extLst>
              <a:ext uri="{FF2B5EF4-FFF2-40B4-BE49-F238E27FC236}">
                <a16:creationId xmlns:a16="http://schemas.microsoft.com/office/drawing/2014/main" id="{9AD30391-92FB-0C52-26B6-00EDE85050C8}"/>
              </a:ext>
            </a:extLst>
          </p:cNvPr>
          <p:cNvCxnSpPr>
            <a:cxnSpLocks/>
            <a:stCxn id="137" idx="2"/>
            <a:endCxn id="299" idx="0"/>
          </p:cNvCxnSpPr>
          <p:nvPr/>
        </p:nvCxnSpPr>
        <p:spPr>
          <a:xfrm>
            <a:off x="11113470" y="1778088"/>
            <a:ext cx="0" cy="45730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26" name="Ellipse 325">
            <a:extLst>
              <a:ext uri="{FF2B5EF4-FFF2-40B4-BE49-F238E27FC236}">
                <a16:creationId xmlns:a16="http://schemas.microsoft.com/office/drawing/2014/main" id="{CEDD7DE9-3657-184D-6997-0AECEE8A55A8}"/>
              </a:ext>
            </a:extLst>
          </p:cNvPr>
          <p:cNvSpPr/>
          <p:nvPr/>
        </p:nvSpPr>
        <p:spPr>
          <a:xfrm>
            <a:off x="13006357" y="10517755"/>
            <a:ext cx="45719" cy="45719"/>
          </a:xfrm>
          <a:prstGeom prst="ellipse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de-DE" sz="1050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31" name="Ellipse 330">
            <a:extLst>
              <a:ext uri="{FF2B5EF4-FFF2-40B4-BE49-F238E27FC236}">
                <a16:creationId xmlns:a16="http://schemas.microsoft.com/office/drawing/2014/main" id="{6ECA586B-08D6-6157-F7C2-3AFD86937CB5}"/>
              </a:ext>
            </a:extLst>
          </p:cNvPr>
          <p:cNvSpPr/>
          <p:nvPr/>
        </p:nvSpPr>
        <p:spPr>
          <a:xfrm>
            <a:off x="9122451" y="10509206"/>
            <a:ext cx="45719" cy="45719"/>
          </a:xfrm>
          <a:prstGeom prst="ellipse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de-DE" sz="1050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34" name="Ellipse 333">
            <a:extLst>
              <a:ext uri="{FF2B5EF4-FFF2-40B4-BE49-F238E27FC236}">
                <a16:creationId xmlns:a16="http://schemas.microsoft.com/office/drawing/2014/main" id="{1D7BD267-291E-DC8C-588E-3D75EF535FF1}"/>
              </a:ext>
            </a:extLst>
          </p:cNvPr>
          <p:cNvSpPr/>
          <p:nvPr/>
        </p:nvSpPr>
        <p:spPr>
          <a:xfrm>
            <a:off x="2864277" y="10507833"/>
            <a:ext cx="45719" cy="45719"/>
          </a:xfrm>
          <a:prstGeom prst="ellipse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de-DE" sz="1050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38" name="Rechteck 337">
            <a:extLst>
              <a:ext uri="{FF2B5EF4-FFF2-40B4-BE49-F238E27FC236}">
                <a16:creationId xmlns:a16="http://schemas.microsoft.com/office/drawing/2014/main" id="{6B7619B2-4D08-FB1B-998F-EDD62FBAD183}"/>
              </a:ext>
            </a:extLst>
          </p:cNvPr>
          <p:cNvSpPr/>
          <p:nvPr/>
        </p:nvSpPr>
        <p:spPr>
          <a:xfrm>
            <a:off x="12354267" y="2658113"/>
            <a:ext cx="1425832" cy="33607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name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- deviceName</a:t>
            </a:r>
          </a:p>
        </p:txBody>
      </p:sp>
      <p:cxnSp>
        <p:nvCxnSpPr>
          <p:cNvPr id="339" name="Gerade Verbindung mit Pfeil 338">
            <a:extLst>
              <a:ext uri="{FF2B5EF4-FFF2-40B4-BE49-F238E27FC236}">
                <a16:creationId xmlns:a16="http://schemas.microsoft.com/office/drawing/2014/main" id="{04457B5A-442B-C146-CFDE-630B014736C1}"/>
              </a:ext>
            </a:extLst>
          </p:cNvPr>
          <p:cNvCxnSpPr>
            <a:cxnSpLocks/>
            <a:stCxn id="299" idx="3"/>
            <a:endCxn id="338" idx="1"/>
          </p:cNvCxnSpPr>
          <p:nvPr/>
        </p:nvCxnSpPr>
        <p:spPr>
          <a:xfrm>
            <a:off x="11382119" y="2458174"/>
            <a:ext cx="972148" cy="367976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44" name="Gerade Verbindung mit Pfeil 343">
            <a:extLst>
              <a:ext uri="{FF2B5EF4-FFF2-40B4-BE49-F238E27FC236}">
                <a16:creationId xmlns:a16="http://schemas.microsoft.com/office/drawing/2014/main" id="{D28C6540-345B-0998-5400-9316EF1C712C}"/>
              </a:ext>
            </a:extLst>
          </p:cNvPr>
          <p:cNvCxnSpPr>
            <a:cxnSpLocks/>
            <a:stCxn id="183" idx="2"/>
            <a:endCxn id="16" idx="0"/>
          </p:cNvCxnSpPr>
          <p:nvPr/>
        </p:nvCxnSpPr>
        <p:spPr>
          <a:xfrm>
            <a:off x="12430898" y="9689947"/>
            <a:ext cx="55559" cy="80304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ysDash"/>
            <a:miter lim="800000"/>
            <a:tailEnd type="arrow"/>
          </a:ln>
          <a:effectLst/>
        </p:spPr>
      </p:cxnSp>
      <p:sp>
        <p:nvSpPr>
          <p:cNvPr id="372" name="Rechteck 371">
            <a:extLst>
              <a:ext uri="{FF2B5EF4-FFF2-40B4-BE49-F238E27FC236}">
                <a16:creationId xmlns:a16="http://schemas.microsoft.com/office/drawing/2014/main" id="{299B7DF5-19AC-8F66-E5E8-A2D6F953C18B}"/>
              </a:ext>
            </a:extLst>
          </p:cNvPr>
          <p:cNvSpPr/>
          <p:nvPr/>
        </p:nvSpPr>
        <p:spPr>
          <a:xfrm>
            <a:off x="12354267" y="1391397"/>
            <a:ext cx="1425832" cy="33607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layerProtocolName</a:t>
            </a:r>
          </a:p>
        </p:txBody>
      </p:sp>
      <p:cxnSp>
        <p:nvCxnSpPr>
          <p:cNvPr id="373" name="Gerade Verbindung mit Pfeil 372">
            <a:extLst>
              <a:ext uri="{FF2B5EF4-FFF2-40B4-BE49-F238E27FC236}">
                <a16:creationId xmlns:a16="http://schemas.microsoft.com/office/drawing/2014/main" id="{6B2DFD95-1A35-3DA4-C789-C6E9A402E774}"/>
              </a:ext>
            </a:extLst>
          </p:cNvPr>
          <p:cNvCxnSpPr>
            <a:cxnSpLocks/>
            <a:endCxn id="372" idx="1"/>
          </p:cNvCxnSpPr>
          <p:nvPr/>
        </p:nvCxnSpPr>
        <p:spPr>
          <a:xfrm flipV="1">
            <a:off x="11377492" y="1559434"/>
            <a:ext cx="976775" cy="1364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0925804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Rechteck 365">
            <a:extLst>
              <a:ext uri="{FF2B5EF4-FFF2-40B4-BE49-F238E27FC236}">
                <a16:creationId xmlns:a16="http://schemas.microsoft.com/office/drawing/2014/main" id="{89126B1C-AB98-2536-5B7D-4CB226C62850}"/>
              </a:ext>
            </a:extLst>
          </p:cNvPr>
          <p:cNvSpPr/>
          <p:nvPr/>
        </p:nvSpPr>
        <p:spPr>
          <a:xfrm>
            <a:off x="361950" y="152400"/>
            <a:ext cx="22659975" cy="119348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1400">
                <a:solidFill>
                  <a:schemeClr val="tx1"/>
                </a:solidFill>
              </a:rPr>
              <a:t>DeviceDomain</a:t>
            </a:r>
          </a:p>
        </p:txBody>
      </p:sp>
      <p:sp>
        <p:nvSpPr>
          <p:cNvPr id="316" name="Rechteck 315">
            <a:extLst>
              <a:ext uri="{FF2B5EF4-FFF2-40B4-BE49-F238E27FC236}">
                <a16:creationId xmlns:a16="http://schemas.microsoft.com/office/drawing/2014/main" id="{D57623F4-8ABE-DD3B-C833-81B69C5863F1}"/>
              </a:ext>
            </a:extLst>
          </p:cNvPr>
          <p:cNvSpPr/>
          <p:nvPr/>
        </p:nvSpPr>
        <p:spPr>
          <a:xfrm>
            <a:off x="2719646" y="2060886"/>
            <a:ext cx="17091659" cy="6901184"/>
          </a:xfrm>
          <a:prstGeom prst="rect">
            <a:avLst/>
          </a:prstGeom>
          <a:solidFill>
            <a:schemeClr val="accent5">
              <a:lumMod val="40000"/>
              <a:lumOff val="6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1400">
                <a:solidFill>
                  <a:schemeClr val="tx1"/>
                </a:solidFill>
              </a:rPr>
              <a:t>ManagementPlaneTransport</a:t>
            </a:r>
          </a:p>
        </p:txBody>
      </p:sp>
      <p:sp>
        <p:nvSpPr>
          <p:cNvPr id="367" name="Rechteck 366">
            <a:extLst>
              <a:ext uri="{FF2B5EF4-FFF2-40B4-BE49-F238E27FC236}">
                <a16:creationId xmlns:a16="http://schemas.microsoft.com/office/drawing/2014/main" id="{D27FA544-7C02-8D40-50CA-21561FEBE7C1}"/>
              </a:ext>
            </a:extLst>
          </p:cNvPr>
          <p:cNvSpPr/>
          <p:nvPr/>
        </p:nvSpPr>
        <p:spPr>
          <a:xfrm>
            <a:off x="17392957" y="8963722"/>
            <a:ext cx="5507681" cy="298221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endParaRPr lang="de-DE" sz="1400">
              <a:solidFill>
                <a:schemeClr val="tx1"/>
              </a:solidFill>
            </a:endParaRPr>
          </a:p>
        </p:txBody>
      </p:sp>
      <p:sp>
        <p:nvSpPr>
          <p:cNvPr id="134" name="Rechteck 133">
            <a:extLst>
              <a:ext uri="{FF2B5EF4-FFF2-40B4-BE49-F238E27FC236}">
                <a16:creationId xmlns:a16="http://schemas.microsoft.com/office/drawing/2014/main" id="{AFFCDDF8-5262-FA25-5EC2-B581A809C4EE}"/>
              </a:ext>
            </a:extLst>
          </p:cNvPr>
          <p:cNvSpPr/>
          <p:nvPr/>
        </p:nvSpPr>
        <p:spPr>
          <a:xfrm>
            <a:off x="19739751" y="3640137"/>
            <a:ext cx="3160888" cy="3962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1400">
                <a:solidFill>
                  <a:schemeClr val="tx1"/>
                </a:solidFill>
              </a:rPr>
              <a:t>Device</a:t>
            </a:r>
          </a:p>
        </p:txBody>
      </p:sp>
      <p:sp>
        <p:nvSpPr>
          <p:cNvPr id="288" name="Rechteck 287">
            <a:extLst>
              <a:ext uri="{FF2B5EF4-FFF2-40B4-BE49-F238E27FC236}">
                <a16:creationId xmlns:a16="http://schemas.microsoft.com/office/drawing/2014/main" id="{3A9B4262-A48D-FB94-6E29-10CE9577508C}"/>
              </a:ext>
            </a:extLst>
          </p:cNvPr>
          <p:cNvSpPr/>
          <p:nvPr/>
        </p:nvSpPr>
        <p:spPr>
          <a:xfrm>
            <a:off x="17392958" y="7602537"/>
            <a:ext cx="5507681" cy="136118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endParaRPr lang="de-DE" sz="1400">
              <a:solidFill>
                <a:schemeClr val="tx1"/>
              </a:solidFill>
            </a:endParaRPr>
          </a:p>
        </p:txBody>
      </p:sp>
      <p:sp>
        <p:nvSpPr>
          <p:cNvPr id="281" name="Rechteck 280">
            <a:extLst>
              <a:ext uri="{FF2B5EF4-FFF2-40B4-BE49-F238E27FC236}">
                <a16:creationId xmlns:a16="http://schemas.microsoft.com/office/drawing/2014/main" id="{2D320F09-9AA6-A469-D6F0-BE4E94481CB3}"/>
              </a:ext>
            </a:extLst>
          </p:cNvPr>
          <p:cNvSpPr/>
          <p:nvPr/>
        </p:nvSpPr>
        <p:spPr>
          <a:xfrm>
            <a:off x="6725291" y="3640137"/>
            <a:ext cx="8738197" cy="83058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1400">
                <a:solidFill>
                  <a:schemeClr val="tx1"/>
                </a:solidFill>
              </a:rPr>
              <a:t>MediatorVM</a:t>
            </a:r>
          </a:p>
        </p:txBody>
      </p:sp>
      <p:sp>
        <p:nvSpPr>
          <p:cNvPr id="286" name="Rechteck 285">
            <a:extLst>
              <a:ext uri="{FF2B5EF4-FFF2-40B4-BE49-F238E27FC236}">
                <a16:creationId xmlns:a16="http://schemas.microsoft.com/office/drawing/2014/main" id="{D8AE4052-8F1E-F4E2-B431-FFA8193EC50D}"/>
              </a:ext>
            </a:extLst>
          </p:cNvPr>
          <p:cNvSpPr/>
          <p:nvPr/>
        </p:nvSpPr>
        <p:spPr>
          <a:xfrm>
            <a:off x="6851185" y="8963723"/>
            <a:ext cx="8496789" cy="293036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1400">
                <a:solidFill>
                  <a:schemeClr val="tx1"/>
                </a:solidFill>
              </a:rPr>
              <a:t>MediatorProcess</a:t>
            </a:r>
          </a:p>
        </p:txBody>
      </p:sp>
      <p:sp>
        <p:nvSpPr>
          <p:cNvPr id="279" name="Rechteck 278">
            <a:extLst>
              <a:ext uri="{FF2B5EF4-FFF2-40B4-BE49-F238E27FC236}">
                <a16:creationId xmlns:a16="http://schemas.microsoft.com/office/drawing/2014/main" id="{C83F54BE-E7F0-D9AE-A1D5-FC225483FC63}"/>
              </a:ext>
            </a:extLst>
          </p:cNvPr>
          <p:cNvSpPr/>
          <p:nvPr/>
        </p:nvSpPr>
        <p:spPr>
          <a:xfrm>
            <a:off x="492983" y="3640137"/>
            <a:ext cx="4283165" cy="8305800"/>
          </a:xfrm>
          <a:prstGeom prst="rect">
            <a:avLst/>
          </a:prstGeom>
          <a:solidFill>
            <a:srgbClr val="FFDD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1400">
                <a:solidFill>
                  <a:schemeClr val="tx1"/>
                </a:solidFill>
              </a:rPr>
              <a:t>Controller</a:t>
            </a:r>
          </a:p>
        </p:txBody>
      </p:sp>
      <p:sp>
        <p:nvSpPr>
          <p:cNvPr id="280" name="Rechteck 279">
            <a:extLst>
              <a:ext uri="{FF2B5EF4-FFF2-40B4-BE49-F238E27FC236}">
                <a16:creationId xmlns:a16="http://schemas.microsoft.com/office/drawing/2014/main" id="{92D55D44-2758-C888-E7D3-17F8487BBFAA}"/>
              </a:ext>
            </a:extLst>
          </p:cNvPr>
          <p:cNvSpPr/>
          <p:nvPr/>
        </p:nvSpPr>
        <p:spPr>
          <a:xfrm>
            <a:off x="574352" y="8972337"/>
            <a:ext cx="4084142" cy="287999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1400">
                <a:solidFill>
                  <a:schemeClr val="tx1"/>
                </a:solidFill>
              </a:rPr>
              <a:t>MountPoint</a:t>
            </a:r>
          </a:p>
        </p:txBody>
      </p:sp>
      <p:sp>
        <p:nvSpPr>
          <p:cNvPr id="56" name="Abgerundetes Rechteck 1">
            <a:extLst>
              <a:ext uri="{FF2B5EF4-FFF2-40B4-BE49-F238E27FC236}">
                <a16:creationId xmlns:a16="http://schemas.microsoft.com/office/drawing/2014/main" id="{5403E44F-74C3-C3A1-D91F-775BF540BEEE}"/>
              </a:ext>
            </a:extLst>
          </p:cNvPr>
          <p:cNvSpPr/>
          <p:nvPr/>
        </p:nvSpPr>
        <p:spPr>
          <a:xfrm>
            <a:off x="681936" y="4022437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 dirty="0">
                <a:solidFill>
                  <a:prstClr val="white"/>
                </a:solidFill>
                <a:latin typeface="Calibri" panose="020F0502020204030204"/>
              </a:rPr>
              <a:t>CC</a:t>
            </a:r>
          </a:p>
        </p:txBody>
      </p:sp>
      <p:sp>
        <p:nvSpPr>
          <p:cNvPr id="57" name="Abgerundetes Rechteck 2">
            <a:extLst>
              <a:ext uri="{FF2B5EF4-FFF2-40B4-BE49-F238E27FC236}">
                <a16:creationId xmlns:a16="http://schemas.microsoft.com/office/drawing/2014/main" id="{D8ECBA16-38C1-6E5C-4344-15952AA848A3}"/>
              </a:ext>
            </a:extLst>
          </p:cNvPr>
          <p:cNvSpPr/>
          <p:nvPr/>
        </p:nvSpPr>
        <p:spPr>
          <a:xfrm>
            <a:off x="681936" y="9235632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LTP</a:t>
            </a:r>
          </a:p>
        </p:txBody>
      </p:sp>
      <p:cxnSp>
        <p:nvCxnSpPr>
          <p:cNvPr id="59" name="Gerade Verbindung mit Pfeil 58">
            <a:extLst>
              <a:ext uri="{FF2B5EF4-FFF2-40B4-BE49-F238E27FC236}">
                <a16:creationId xmlns:a16="http://schemas.microsoft.com/office/drawing/2014/main" id="{F05705B2-207A-7473-B0D3-D0E210757D90}"/>
              </a:ext>
            </a:extLst>
          </p:cNvPr>
          <p:cNvCxnSpPr>
            <a:stCxn id="56" idx="2"/>
            <a:endCxn id="57" idx="0"/>
          </p:cNvCxnSpPr>
          <p:nvPr/>
        </p:nvCxnSpPr>
        <p:spPr>
          <a:xfrm>
            <a:off x="950583" y="4468012"/>
            <a:ext cx="0" cy="4767623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62" name="Abgerundetes Rechteck 8">
            <a:extLst>
              <a:ext uri="{FF2B5EF4-FFF2-40B4-BE49-F238E27FC236}">
                <a16:creationId xmlns:a16="http://schemas.microsoft.com/office/drawing/2014/main" id="{D931E7C7-2676-B390-3748-944ED677BBE8}"/>
              </a:ext>
            </a:extLst>
          </p:cNvPr>
          <p:cNvSpPr/>
          <p:nvPr/>
        </p:nvSpPr>
        <p:spPr>
          <a:xfrm>
            <a:off x="1771402" y="10490669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NetconfClient [1]</a:t>
            </a:r>
          </a:p>
        </p:txBody>
      </p:sp>
      <p:sp>
        <p:nvSpPr>
          <p:cNvPr id="63" name="Abgerundetes Rechteck 9">
            <a:extLst>
              <a:ext uri="{FF2B5EF4-FFF2-40B4-BE49-F238E27FC236}">
                <a16:creationId xmlns:a16="http://schemas.microsoft.com/office/drawing/2014/main" id="{CD324EEE-7E30-AD7C-F620-BB3FA6A55BF3}"/>
              </a:ext>
            </a:extLst>
          </p:cNvPr>
          <p:cNvSpPr/>
          <p:nvPr/>
        </p:nvSpPr>
        <p:spPr>
          <a:xfrm>
            <a:off x="1771401" y="11222604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TcpClient [1]</a:t>
            </a:r>
          </a:p>
        </p:txBody>
      </p:sp>
      <p:cxnSp>
        <p:nvCxnSpPr>
          <p:cNvPr id="65" name="Gerade Verbindung mit Pfeil 64">
            <a:extLst>
              <a:ext uri="{FF2B5EF4-FFF2-40B4-BE49-F238E27FC236}">
                <a16:creationId xmlns:a16="http://schemas.microsoft.com/office/drawing/2014/main" id="{6CAB819F-3E7C-B92D-18BD-47685B07CF72}"/>
              </a:ext>
            </a:extLst>
          </p:cNvPr>
          <p:cNvCxnSpPr>
            <a:cxnSpLocks/>
            <a:stCxn id="62" idx="1"/>
            <a:endCxn id="57" idx="3"/>
          </p:cNvCxnSpPr>
          <p:nvPr/>
        </p:nvCxnSpPr>
        <p:spPr>
          <a:xfrm flipH="1" flipV="1">
            <a:off x="1219235" y="9458418"/>
            <a:ext cx="552167" cy="1255037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66" name="Gerade Verbindung mit Pfeil 65">
            <a:extLst>
              <a:ext uri="{FF2B5EF4-FFF2-40B4-BE49-F238E27FC236}">
                <a16:creationId xmlns:a16="http://schemas.microsoft.com/office/drawing/2014/main" id="{EBC282F3-5516-9CD9-4A58-3B1D951F6FD4}"/>
              </a:ext>
            </a:extLst>
          </p:cNvPr>
          <p:cNvCxnSpPr>
            <a:cxnSpLocks/>
            <a:stCxn id="63" idx="1"/>
            <a:endCxn id="57" idx="3"/>
          </p:cNvCxnSpPr>
          <p:nvPr/>
        </p:nvCxnSpPr>
        <p:spPr>
          <a:xfrm flipH="1" flipV="1">
            <a:off x="1219235" y="9458418"/>
            <a:ext cx="552166" cy="1986972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69" name="Gerade Verbindung mit Pfeil 68">
            <a:extLst>
              <a:ext uri="{FF2B5EF4-FFF2-40B4-BE49-F238E27FC236}">
                <a16:creationId xmlns:a16="http://schemas.microsoft.com/office/drawing/2014/main" id="{61405C5D-4998-3705-F84F-AA9A6D7300F6}"/>
              </a:ext>
            </a:extLst>
          </p:cNvPr>
          <p:cNvCxnSpPr>
            <a:cxnSpLocks/>
            <a:stCxn id="63" idx="3"/>
            <a:endCxn id="73" idx="1"/>
          </p:cNvCxnSpPr>
          <p:nvPr/>
        </p:nvCxnSpPr>
        <p:spPr>
          <a:xfrm>
            <a:off x="2932854" y="11445390"/>
            <a:ext cx="431669" cy="8826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73" name="Rechteck 72">
            <a:extLst>
              <a:ext uri="{FF2B5EF4-FFF2-40B4-BE49-F238E27FC236}">
                <a16:creationId xmlns:a16="http://schemas.microsoft.com/office/drawing/2014/main" id="{D4C53D9F-5A49-C19A-5474-E3DC89FF2AB8}"/>
              </a:ext>
            </a:extLst>
          </p:cNvPr>
          <p:cNvSpPr/>
          <p:nvPr/>
        </p:nvSpPr>
        <p:spPr>
          <a:xfrm>
            <a:off x="3364523" y="11126441"/>
            <a:ext cx="1293971" cy="655549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uuid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layerProtocolName=</a:t>
            </a:r>
            <a:br>
              <a:rPr lang="de-DE" sz="800" kern="0">
                <a:solidFill>
                  <a:prstClr val="black"/>
                </a:solidFill>
                <a:latin typeface="Calibri" panose="020F0502020204030204"/>
              </a:rPr>
            </a:b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tcpLayer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remoteIpAddress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remotePort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0" name="Rechteck 89">
            <a:extLst>
              <a:ext uri="{FF2B5EF4-FFF2-40B4-BE49-F238E27FC236}">
                <a16:creationId xmlns:a16="http://schemas.microsoft.com/office/drawing/2014/main" id="{8E303147-0B25-3184-7D85-94E7D636036D}"/>
              </a:ext>
            </a:extLst>
          </p:cNvPr>
          <p:cNvSpPr/>
          <p:nvPr/>
        </p:nvSpPr>
        <p:spPr>
          <a:xfrm>
            <a:off x="3352800" y="10478705"/>
            <a:ext cx="1305694" cy="564371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uuid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layerProtocolName=</a:t>
            </a:r>
            <a:br>
              <a:rPr lang="de-DE" sz="800" kern="0">
                <a:solidFill>
                  <a:prstClr val="black"/>
                </a:solidFill>
                <a:latin typeface="Calibri" panose="020F0502020204030204"/>
              </a:rPr>
            </a:b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netconfLayer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deviceName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91" name="Gerade Verbindung mit Pfeil 90">
            <a:extLst>
              <a:ext uri="{FF2B5EF4-FFF2-40B4-BE49-F238E27FC236}">
                <a16:creationId xmlns:a16="http://schemas.microsoft.com/office/drawing/2014/main" id="{3065BECA-C0D8-DABC-4838-03A9DADBC8E4}"/>
              </a:ext>
            </a:extLst>
          </p:cNvPr>
          <p:cNvCxnSpPr>
            <a:cxnSpLocks/>
            <a:stCxn id="62" idx="3"/>
            <a:endCxn id="90" idx="1"/>
          </p:cNvCxnSpPr>
          <p:nvPr/>
        </p:nvCxnSpPr>
        <p:spPr>
          <a:xfrm>
            <a:off x="2932855" y="10713455"/>
            <a:ext cx="419945" cy="47436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6" name="Abgerundetes Rechteck 8">
            <a:extLst>
              <a:ext uri="{FF2B5EF4-FFF2-40B4-BE49-F238E27FC236}">
                <a16:creationId xmlns:a16="http://schemas.microsoft.com/office/drawing/2014/main" id="{FA04FE7A-8C91-5969-0B4C-381A07F25EF4}"/>
              </a:ext>
            </a:extLst>
          </p:cNvPr>
          <p:cNvSpPr/>
          <p:nvPr/>
        </p:nvSpPr>
        <p:spPr>
          <a:xfrm>
            <a:off x="11905730" y="10492987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SnmpClient [1]</a:t>
            </a:r>
          </a:p>
        </p:txBody>
      </p:sp>
      <p:sp>
        <p:nvSpPr>
          <p:cNvPr id="17" name="Abgerundetes Rechteck 9">
            <a:extLst>
              <a:ext uri="{FF2B5EF4-FFF2-40B4-BE49-F238E27FC236}">
                <a16:creationId xmlns:a16="http://schemas.microsoft.com/office/drawing/2014/main" id="{DB15B1A3-8090-1C0B-973D-BF8F69FAEBA4}"/>
              </a:ext>
            </a:extLst>
          </p:cNvPr>
          <p:cNvSpPr/>
          <p:nvPr/>
        </p:nvSpPr>
        <p:spPr>
          <a:xfrm>
            <a:off x="11905730" y="11213226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TcpClient [1]</a:t>
            </a:r>
          </a:p>
        </p:txBody>
      </p: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BF281436-8991-1735-21B9-A5BE2EAAC435}"/>
              </a:ext>
            </a:extLst>
          </p:cNvPr>
          <p:cNvCxnSpPr>
            <a:cxnSpLocks/>
            <a:stCxn id="16" idx="1"/>
            <a:endCxn id="130" idx="3"/>
          </p:cNvCxnSpPr>
          <p:nvPr/>
        </p:nvCxnSpPr>
        <p:spPr>
          <a:xfrm flipH="1" flipV="1">
            <a:off x="11353562" y="9460301"/>
            <a:ext cx="552168" cy="1255472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AE011974-68D0-2B66-DFDD-EA1837A3A003}"/>
              </a:ext>
            </a:extLst>
          </p:cNvPr>
          <p:cNvCxnSpPr>
            <a:cxnSpLocks/>
            <a:stCxn id="17" idx="1"/>
            <a:endCxn id="130" idx="3"/>
          </p:cNvCxnSpPr>
          <p:nvPr/>
        </p:nvCxnSpPr>
        <p:spPr>
          <a:xfrm flipH="1" flipV="1">
            <a:off x="11353562" y="9460301"/>
            <a:ext cx="552168" cy="1975711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70F4C1EE-BA58-27B6-3CEB-D51FD6F237BD}"/>
              </a:ext>
            </a:extLst>
          </p:cNvPr>
          <p:cNvCxnSpPr>
            <a:cxnSpLocks/>
            <a:stCxn id="17" idx="3"/>
            <a:endCxn id="27" idx="1"/>
          </p:cNvCxnSpPr>
          <p:nvPr/>
        </p:nvCxnSpPr>
        <p:spPr>
          <a:xfrm>
            <a:off x="13067183" y="11436012"/>
            <a:ext cx="571735" cy="62731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7" name="Rechteck 26">
            <a:extLst>
              <a:ext uri="{FF2B5EF4-FFF2-40B4-BE49-F238E27FC236}">
                <a16:creationId xmlns:a16="http://schemas.microsoft.com/office/drawing/2014/main" id="{141A7E87-1BDC-31FA-FF1D-F3854B2C1EF8}"/>
              </a:ext>
            </a:extLst>
          </p:cNvPr>
          <p:cNvSpPr/>
          <p:nvPr/>
        </p:nvSpPr>
        <p:spPr>
          <a:xfrm>
            <a:off x="13638918" y="11222604"/>
            <a:ext cx="1425832" cy="552278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uuid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layerProtocolName=tcpLayer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remoteIpAddress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remotePort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Abgerundetes Rechteck 88">
            <a:extLst>
              <a:ext uri="{FF2B5EF4-FFF2-40B4-BE49-F238E27FC236}">
                <a16:creationId xmlns:a16="http://schemas.microsoft.com/office/drawing/2014/main" id="{E0866C50-0FC1-8A65-C2E4-AFEDC9C879A3}"/>
              </a:ext>
            </a:extLst>
          </p:cNvPr>
          <p:cNvSpPr/>
          <p:nvPr/>
        </p:nvSpPr>
        <p:spPr>
          <a:xfrm>
            <a:off x="9102644" y="11213226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TcpServer [1]</a:t>
            </a:r>
          </a:p>
        </p:txBody>
      </p:sp>
      <p:sp>
        <p:nvSpPr>
          <p:cNvPr id="29" name="Abgerundetes Rechteck 89">
            <a:extLst>
              <a:ext uri="{FF2B5EF4-FFF2-40B4-BE49-F238E27FC236}">
                <a16:creationId xmlns:a16="http://schemas.microsoft.com/office/drawing/2014/main" id="{0CCFFAAB-77ED-5692-76E1-51970536581E}"/>
              </a:ext>
            </a:extLst>
          </p:cNvPr>
          <p:cNvSpPr/>
          <p:nvPr/>
        </p:nvSpPr>
        <p:spPr>
          <a:xfrm>
            <a:off x="9102644" y="10492209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NetconfServer[1]</a:t>
            </a:r>
          </a:p>
        </p:txBody>
      </p: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54AFCF35-5CC9-CCE5-6728-1FEC39A555FE}"/>
              </a:ext>
            </a:extLst>
          </p:cNvPr>
          <p:cNvCxnSpPr>
            <a:cxnSpLocks/>
            <a:stCxn id="29" idx="3"/>
            <a:endCxn id="130" idx="1"/>
          </p:cNvCxnSpPr>
          <p:nvPr/>
        </p:nvCxnSpPr>
        <p:spPr>
          <a:xfrm flipV="1">
            <a:off x="10264097" y="9460301"/>
            <a:ext cx="552166" cy="1254694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C69A5856-7D4F-2BF7-2F35-56BB361F0DE2}"/>
              </a:ext>
            </a:extLst>
          </p:cNvPr>
          <p:cNvCxnSpPr>
            <a:cxnSpLocks/>
            <a:stCxn id="28" idx="3"/>
            <a:endCxn id="130" idx="1"/>
          </p:cNvCxnSpPr>
          <p:nvPr/>
        </p:nvCxnSpPr>
        <p:spPr>
          <a:xfrm flipV="1">
            <a:off x="10264097" y="9460301"/>
            <a:ext cx="552166" cy="1975711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sp>
        <p:nvSpPr>
          <p:cNvPr id="36" name="Rechteck 35">
            <a:extLst>
              <a:ext uri="{FF2B5EF4-FFF2-40B4-BE49-F238E27FC236}">
                <a16:creationId xmlns:a16="http://schemas.microsoft.com/office/drawing/2014/main" id="{7839F9AB-0E9E-3CD3-0688-75C82B3622F5}"/>
              </a:ext>
            </a:extLst>
          </p:cNvPr>
          <p:cNvSpPr/>
          <p:nvPr/>
        </p:nvSpPr>
        <p:spPr>
          <a:xfrm>
            <a:off x="6991939" y="11222604"/>
            <a:ext cx="1537099" cy="555236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uuid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layerProtocolName=tcpLayer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localIpAddress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localPort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6893C73A-48A8-6D1F-40D2-0A9F5851FE5C}"/>
              </a:ext>
            </a:extLst>
          </p:cNvPr>
          <p:cNvCxnSpPr>
            <a:cxnSpLocks/>
            <a:stCxn id="28" idx="1"/>
            <a:endCxn id="36" idx="3"/>
          </p:cNvCxnSpPr>
          <p:nvPr/>
        </p:nvCxnSpPr>
        <p:spPr>
          <a:xfrm flipH="1">
            <a:off x="8529038" y="11436012"/>
            <a:ext cx="573606" cy="6421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8" name="Rechteck 37">
            <a:extLst>
              <a:ext uri="{FF2B5EF4-FFF2-40B4-BE49-F238E27FC236}">
                <a16:creationId xmlns:a16="http://schemas.microsoft.com/office/drawing/2014/main" id="{D6180C09-80DE-B8FB-D98B-2D79204A965B}"/>
              </a:ext>
            </a:extLst>
          </p:cNvPr>
          <p:cNvSpPr/>
          <p:nvPr/>
        </p:nvSpPr>
        <p:spPr>
          <a:xfrm>
            <a:off x="6991939" y="10453053"/>
            <a:ext cx="1537099" cy="445572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uuid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layerProtocolName=netconfLayer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deviceName</a:t>
            </a:r>
          </a:p>
        </p:txBody>
      </p: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12D49DF6-85AB-4875-3211-DF09274DF36A}"/>
              </a:ext>
            </a:extLst>
          </p:cNvPr>
          <p:cNvCxnSpPr>
            <a:cxnSpLocks/>
            <a:stCxn id="29" idx="1"/>
            <a:endCxn id="38" idx="3"/>
          </p:cNvCxnSpPr>
          <p:nvPr/>
        </p:nvCxnSpPr>
        <p:spPr>
          <a:xfrm flipH="1" flipV="1">
            <a:off x="8529038" y="10675839"/>
            <a:ext cx="573606" cy="39156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4" name="Rechteck 43">
            <a:extLst>
              <a:ext uri="{FF2B5EF4-FFF2-40B4-BE49-F238E27FC236}">
                <a16:creationId xmlns:a16="http://schemas.microsoft.com/office/drawing/2014/main" id="{DDD580D5-0B17-FEDA-A7D7-84BCAB8DD12F}"/>
              </a:ext>
            </a:extLst>
          </p:cNvPr>
          <p:cNvSpPr/>
          <p:nvPr/>
        </p:nvSpPr>
        <p:spPr>
          <a:xfrm>
            <a:off x="13638918" y="10509206"/>
            <a:ext cx="1425832" cy="33607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deviceName</a:t>
            </a:r>
          </a:p>
        </p:txBody>
      </p: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BA13D890-B8BA-7E5D-B4EB-3559460FEA0B}"/>
              </a:ext>
            </a:extLst>
          </p:cNvPr>
          <p:cNvCxnSpPr>
            <a:cxnSpLocks/>
            <a:stCxn id="16" idx="3"/>
            <a:endCxn id="44" idx="1"/>
          </p:cNvCxnSpPr>
          <p:nvPr/>
        </p:nvCxnSpPr>
        <p:spPr>
          <a:xfrm flipV="1">
            <a:off x="13067183" y="10677243"/>
            <a:ext cx="571735" cy="3853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29" name="Abgerundetes Rechteck 1">
            <a:extLst>
              <a:ext uri="{FF2B5EF4-FFF2-40B4-BE49-F238E27FC236}">
                <a16:creationId xmlns:a16="http://schemas.microsoft.com/office/drawing/2014/main" id="{0B3696B8-459B-81BC-F007-25C4FCAE7AF6}"/>
              </a:ext>
            </a:extLst>
          </p:cNvPr>
          <p:cNvSpPr/>
          <p:nvPr/>
        </p:nvSpPr>
        <p:spPr>
          <a:xfrm>
            <a:off x="10816263" y="4024320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 dirty="0">
                <a:solidFill>
                  <a:prstClr val="white"/>
                </a:solidFill>
                <a:latin typeface="Calibri" panose="020F0502020204030204"/>
              </a:rPr>
              <a:t>CC</a:t>
            </a:r>
          </a:p>
        </p:txBody>
      </p:sp>
      <p:sp>
        <p:nvSpPr>
          <p:cNvPr id="130" name="Abgerundetes Rechteck 2">
            <a:extLst>
              <a:ext uri="{FF2B5EF4-FFF2-40B4-BE49-F238E27FC236}">
                <a16:creationId xmlns:a16="http://schemas.microsoft.com/office/drawing/2014/main" id="{44E9B2AD-2D82-4A80-07DA-1326EE5556DF}"/>
              </a:ext>
            </a:extLst>
          </p:cNvPr>
          <p:cNvSpPr/>
          <p:nvPr/>
        </p:nvSpPr>
        <p:spPr>
          <a:xfrm>
            <a:off x="10816263" y="9237515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LTP</a:t>
            </a:r>
          </a:p>
        </p:txBody>
      </p:sp>
      <p:cxnSp>
        <p:nvCxnSpPr>
          <p:cNvPr id="132" name="Gerade Verbindung mit Pfeil 131">
            <a:extLst>
              <a:ext uri="{FF2B5EF4-FFF2-40B4-BE49-F238E27FC236}">
                <a16:creationId xmlns:a16="http://schemas.microsoft.com/office/drawing/2014/main" id="{24B8BA13-AD4E-5D96-4439-B969CB4D0F1B}"/>
              </a:ext>
            </a:extLst>
          </p:cNvPr>
          <p:cNvCxnSpPr>
            <a:stCxn id="129" idx="2"/>
            <a:endCxn id="130" idx="0"/>
          </p:cNvCxnSpPr>
          <p:nvPr/>
        </p:nvCxnSpPr>
        <p:spPr>
          <a:xfrm>
            <a:off x="11084910" y="4469895"/>
            <a:ext cx="0" cy="4767623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45" name="Abgerundetes Rechteck 74">
            <a:extLst>
              <a:ext uri="{FF2B5EF4-FFF2-40B4-BE49-F238E27FC236}">
                <a16:creationId xmlns:a16="http://schemas.microsoft.com/office/drawing/2014/main" id="{9F76D0E1-4E66-342A-E3B2-52119B669652}"/>
              </a:ext>
            </a:extLst>
          </p:cNvPr>
          <p:cNvSpPr/>
          <p:nvPr/>
        </p:nvSpPr>
        <p:spPr>
          <a:xfrm>
            <a:off x="9102643" y="5811821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 err="1">
                <a:solidFill>
                  <a:prstClr val="white"/>
                </a:solidFill>
                <a:latin typeface="Calibri" panose="020F0502020204030204"/>
              </a:rPr>
              <a:t>OperationServer</a:t>
            </a:r>
            <a:endParaRPr lang="de-DE" sz="1050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7" name="Abgerundetes Rechteck 88">
            <a:extLst>
              <a:ext uri="{FF2B5EF4-FFF2-40B4-BE49-F238E27FC236}">
                <a16:creationId xmlns:a16="http://schemas.microsoft.com/office/drawing/2014/main" id="{8BC9E276-53B6-5995-622D-0AC9EB9DE1B3}"/>
              </a:ext>
            </a:extLst>
          </p:cNvPr>
          <p:cNvSpPr/>
          <p:nvPr/>
        </p:nvSpPr>
        <p:spPr>
          <a:xfrm>
            <a:off x="9102643" y="7253855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 err="1">
                <a:solidFill>
                  <a:prstClr val="white"/>
                </a:solidFill>
                <a:latin typeface="Calibri" panose="020F0502020204030204"/>
              </a:rPr>
              <a:t>TcpServer</a:t>
            </a:r>
            <a:endParaRPr lang="de-DE" sz="1050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8" name="Abgerundetes Rechteck 89">
            <a:extLst>
              <a:ext uri="{FF2B5EF4-FFF2-40B4-BE49-F238E27FC236}">
                <a16:creationId xmlns:a16="http://schemas.microsoft.com/office/drawing/2014/main" id="{14E901DD-3FD2-DD78-E2D1-8BE2B4D09279}"/>
              </a:ext>
            </a:extLst>
          </p:cNvPr>
          <p:cNvSpPr/>
          <p:nvPr/>
        </p:nvSpPr>
        <p:spPr>
          <a:xfrm>
            <a:off x="9102643" y="6532838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 err="1">
                <a:solidFill>
                  <a:prstClr val="white"/>
                </a:solidFill>
                <a:latin typeface="Calibri" panose="020F0502020204030204"/>
              </a:rPr>
              <a:t>HttpServer</a:t>
            </a:r>
            <a:endParaRPr lang="de-DE" sz="1050" kern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149" name="Gerade Verbindung mit Pfeil 148">
            <a:extLst>
              <a:ext uri="{FF2B5EF4-FFF2-40B4-BE49-F238E27FC236}">
                <a16:creationId xmlns:a16="http://schemas.microsoft.com/office/drawing/2014/main" id="{77D0C046-112B-F61C-51ED-422966C3B7D4}"/>
              </a:ext>
            </a:extLst>
          </p:cNvPr>
          <p:cNvCxnSpPr>
            <a:cxnSpLocks/>
            <a:stCxn id="148" idx="3"/>
            <a:endCxn id="130" idx="1"/>
          </p:cNvCxnSpPr>
          <p:nvPr/>
        </p:nvCxnSpPr>
        <p:spPr>
          <a:xfrm>
            <a:off x="10264096" y="6755624"/>
            <a:ext cx="552167" cy="2704677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150" name="Gerade Verbindung mit Pfeil 149">
            <a:extLst>
              <a:ext uri="{FF2B5EF4-FFF2-40B4-BE49-F238E27FC236}">
                <a16:creationId xmlns:a16="http://schemas.microsoft.com/office/drawing/2014/main" id="{89E76792-F816-11E2-7AD6-F99179AC2EAF}"/>
              </a:ext>
            </a:extLst>
          </p:cNvPr>
          <p:cNvCxnSpPr>
            <a:cxnSpLocks/>
            <a:stCxn id="147" idx="3"/>
            <a:endCxn id="130" idx="1"/>
          </p:cNvCxnSpPr>
          <p:nvPr/>
        </p:nvCxnSpPr>
        <p:spPr>
          <a:xfrm>
            <a:off x="10264096" y="7476641"/>
            <a:ext cx="552167" cy="198366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151" name="Gerade Verbindung mit Pfeil 150">
            <a:extLst>
              <a:ext uri="{FF2B5EF4-FFF2-40B4-BE49-F238E27FC236}">
                <a16:creationId xmlns:a16="http://schemas.microsoft.com/office/drawing/2014/main" id="{FB99CDA0-2D2C-C26F-89EE-72E2DAEA2188}"/>
              </a:ext>
            </a:extLst>
          </p:cNvPr>
          <p:cNvCxnSpPr>
            <a:cxnSpLocks/>
            <a:stCxn id="145" idx="3"/>
            <a:endCxn id="130" idx="1"/>
          </p:cNvCxnSpPr>
          <p:nvPr/>
        </p:nvCxnSpPr>
        <p:spPr>
          <a:xfrm>
            <a:off x="10264096" y="6034607"/>
            <a:ext cx="552167" cy="3425694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sp>
        <p:nvSpPr>
          <p:cNvPr id="152" name="Rechteck 151">
            <a:extLst>
              <a:ext uri="{FF2B5EF4-FFF2-40B4-BE49-F238E27FC236}">
                <a16:creationId xmlns:a16="http://schemas.microsoft.com/office/drawing/2014/main" id="{E3E04050-9C25-B09E-3C76-37E1DD41737D}"/>
              </a:ext>
            </a:extLst>
          </p:cNvPr>
          <p:cNvSpPr/>
          <p:nvPr/>
        </p:nvSpPr>
        <p:spPr>
          <a:xfrm>
            <a:off x="7103206" y="5879332"/>
            <a:ext cx="1425832" cy="245108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operationName</a:t>
            </a:r>
          </a:p>
        </p:txBody>
      </p:sp>
      <p:sp>
        <p:nvSpPr>
          <p:cNvPr id="154" name="Rechteck 153">
            <a:extLst>
              <a:ext uri="{FF2B5EF4-FFF2-40B4-BE49-F238E27FC236}">
                <a16:creationId xmlns:a16="http://schemas.microsoft.com/office/drawing/2014/main" id="{603038BB-B38F-04CB-CE97-EB1D3BC5A2ED}"/>
              </a:ext>
            </a:extLst>
          </p:cNvPr>
          <p:cNvSpPr/>
          <p:nvPr/>
        </p:nvSpPr>
        <p:spPr>
          <a:xfrm>
            <a:off x="7103206" y="7253855"/>
            <a:ext cx="1425832" cy="348682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localIpAddress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localPort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55" name="Gerade Verbindung mit Pfeil 154">
            <a:extLst>
              <a:ext uri="{FF2B5EF4-FFF2-40B4-BE49-F238E27FC236}">
                <a16:creationId xmlns:a16="http://schemas.microsoft.com/office/drawing/2014/main" id="{AE72E1DE-8F09-CAEE-F70B-BD74C656E315}"/>
              </a:ext>
            </a:extLst>
          </p:cNvPr>
          <p:cNvCxnSpPr>
            <a:cxnSpLocks/>
            <a:stCxn id="147" idx="1"/>
            <a:endCxn id="154" idx="3"/>
          </p:cNvCxnSpPr>
          <p:nvPr/>
        </p:nvCxnSpPr>
        <p:spPr>
          <a:xfrm flipH="1" flipV="1">
            <a:off x="8529038" y="7428196"/>
            <a:ext cx="573605" cy="4844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56" name="Rechteck 155">
            <a:extLst>
              <a:ext uri="{FF2B5EF4-FFF2-40B4-BE49-F238E27FC236}">
                <a16:creationId xmlns:a16="http://schemas.microsoft.com/office/drawing/2014/main" id="{A2DD233B-D011-6931-E9B5-093D279C83E7}"/>
              </a:ext>
            </a:extLst>
          </p:cNvPr>
          <p:cNvSpPr/>
          <p:nvPr/>
        </p:nvSpPr>
        <p:spPr>
          <a:xfrm>
            <a:off x="7103206" y="6532838"/>
            <a:ext cx="1425832" cy="348682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applicationName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releaseNumber</a:t>
            </a:r>
          </a:p>
        </p:txBody>
      </p:sp>
      <p:cxnSp>
        <p:nvCxnSpPr>
          <p:cNvPr id="158" name="Gerade Verbindung mit Pfeil 157">
            <a:extLst>
              <a:ext uri="{FF2B5EF4-FFF2-40B4-BE49-F238E27FC236}">
                <a16:creationId xmlns:a16="http://schemas.microsoft.com/office/drawing/2014/main" id="{7F8AF69D-63A6-BB6A-B020-F4C20183069E}"/>
              </a:ext>
            </a:extLst>
          </p:cNvPr>
          <p:cNvCxnSpPr>
            <a:cxnSpLocks/>
            <a:stCxn id="145" idx="1"/>
            <a:endCxn id="152" idx="3"/>
          </p:cNvCxnSpPr>
          <p:nvPr/>
        </p:nvCxnSpPr>
        <p:spPr>
          <a:xfrm flipH="1" flipV="1">
            <a:off x="8529038" y="6001886"/>
            <a:ext cx="573605" cy="32721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59" name="Gerade Verbindung mit Pfeil 158">
            <a:extLst>
              <a:ext uri="{FF2B5EF4-FFF2-40B4-BE49-F238E27FC236}">
                <a16:creationId xmlns:a16="http://schemas.microsoft.com/office/drawing/2014/main" id="{E0072063-E071-5BFA-07F7-75E642B28E77}"/>
              </a:ext>
            </a:extLst>
          </p:cNvPr>
          <p:cNvCxnSpPr>
            <a:cxnSpLocks/>
            <a:stCxn id="148" idx="1"/>
            <a:endCxn id="156" idx="3"/>
          </p:cNvCxnSpPr>
          <p:nvPr/>
        </p:nvCxnSpPr>
        <p:spPr>
          <a:xfrm flipH="1" flipV="1">
            <a:off x="8529038" y="6707179"/>
            <a:ext cx="573605" cy="4844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68" name="Rechteck 167">
            <a:extLst>
              <a:ext uri="{FF2B5EF4-FFF2-40B4-BE49-F238E27FC236}">
                <a16:creationId xmlns:a16="http://schemas.microsoft.com/office/drawing/2014/main" id="{CF8AC0D9-3EBA-3573-B442-A8577BA331CA}"/>
              </a:ext>
            </a:extLst>
          </p:cNvPr>
          <p:cNvSpPr/>
          <p:nvPr/>
        </p:nvSpPr>
        <p:spPr>
          <a:xfrm>
            <a:off x="8716066" y="4043897"/>
            <a:ext cx="1425832" cy="644289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uuid=[mediatorVmName]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mediatorVmTemplateName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mediatorUserName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mediatorUserPassword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lifecycleState</a:t>
            </a:r>
          </a:p>
        </p:txBody>
      </p:sp>
      <p:cxnSp>
        <p:nvCxnSpPr>
          <p:cNvPr id="169" name="Gerade Verbindung mit Pfeil 168">
            <a:extLst>
              <a:ext uri="{FF2B5EF4-FFF2-40B4-BE49-F238E27FC236}">
                <a16:creationId xmlns:a16="http://schemas.microsoft.com/office/drawing/2014/main" id="{BA0DE7E0-3E00-4D1E-00E4-096475C7D555}"/>
              </a:ext>
            </a:extLst>
          </p:cNvPr>
          <p:cNvCxnSpPr>
            <a:cxnSpLocks/>
            <a:stCxn id="168" idx="3"/>
            <a:endCxn id="129" idx="1"/>
          </p:cNvCxnSpPr>
          <p:nvPr/>
        </p:nvCxnSpPr>
        <p:spPr>
          <a:xfrm flipV="1">
            <a:off x="10141898" y="4247106"/>
            <a:ext cx="674365" cy="118936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78" name="Abgerundetes Rechteck 2">
            <a:extLst>
              <a:ext uri="{FF2B5EF4-FFF2-40B4-BE49-F238E27FC236}">
                <a16:creationId xmlns:a16="http://schemas.microsoft.com/office/drawing/2014/main" id="{5D271881-6F30-DFD6-72F1-3F674E68933F}"/>
              </a:ext>
            </a:extLst>
          </p:cNvPr>
          <p:cNvSpPr/>
          <p:nvPr/>
        </p:nvSpPr>
        <p:spPr>
          <a:xfrm>
            <a:off x="12162248" y="5278578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FD</a:t>
            </a:r>
          </a:p>
        </p:txBody>
      </p:sp>
      <p:cxnSp>
        <p:nvCxnSpPr>
          <p:cNvPr id="179" name="Gerade Verbindung mit Pfeil 178">
            <a:extLst>
              <a:ext uri="{FF2B5EF4-FFF2-40B4-BE49-F238E27FC236}">
                <a16:creationId xmlns:a16="http://schemas.microsoft.com/office/drawing/2014/main" id="{140A27B0-12E3-6EFB-FFEB-53372328F579}"/>
              </a:ext>
            </a:extLst>
          </p:cNvPr>
          <p:cNvCxnSpPr>
            <a:cxnSpLocks/>
            <a:stCxn id="129" idx="2"/>
            <a:endCxn id="178" idx="0"/>
          </p:cNvCxnSpPr>
          <p:nvPr/>
        </p:nvCxnSpPr>
        <p:spPr>
          <a:xfrm>
            <a:off x="11084913" y="4469892"/>
            <a:ext cx="1345985" cy="808686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83" name="Abgerundetes Rechteck 2">
            <a:extLst>
              <a:ext uri="{FF2B5EF4-FFF2-40B4-BE49-F238E27FC236}">
                <a16:creationId xmlns:a16="http://schemas.microsoft.com/office/drawing/2014/main" id="{081EC501-C2CA-9E15-39FF-56B5A787FDD0}"/>
              </a:ext>
            </a:extLst>
          </p:cNvPr>
          <p:cNvSpPr/>
          <p:nvPr/>
        </p:nvSpPr>
        <p:spPr>
          <a:xfrm>
            <a:off x="12162248" y="9244375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FC</a:t>
            </a:r>
          </a:p>
        </p:txBody>
      </p:sp>
      <p:cxnSp>
        <p:nvCxnSpPr>
          <p:cNvPr id="190" name="Gerade Verbindung mit Pfeil 189">
            <a:extLst>
              <a:ext uri="{FF2B5EF4-FFF2-40B4-BE49-F238E27FC236}">
                <a16:creationId xmlns:a16="http://schemas.microsoft.com/office/drawing/2014/main" id="{296A82BB-6F95-7547-C6E1-A06AE5A97651}"/>
              </a:ext>
            </a:extLst>
          </p:cNvPr>
          <p:cNvCxnSpPr>
            <a:cxnSpLocks/>
            <a:stCxn id="178" idx="2"/>
            <a:endCxn id="183" idx="0"/>
          </p:cNvCxnSpPr>
          <p:nvPr/>
        </p:nvCxnSpPr>
        <p:spPr>
          <a:xfrm>
            <a:off x="12430898" y="5724150"/>
            <a:ext cx="0" cy="352022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05" name="Gerade Verbindung mit Pfeil 204">
            <a:extLst>
              <a:ext uri="{FF2B5EF4-FFF2-40B4-BE49-F238E27FC236}">
                <a16:creationId xmlns:a16="http://schemas.microsoft.com/office/drawing/2014/main" id="{6788FE90-8D70-D6A1-9340-2FB938146C10}"/>
              </a:ext>
            </a:extLst>
          </p:cNvPr>
          <p:cNvCxnSpPr>
            <a:cxnSpLocks/>
            <a:stCxn id="183" idx="2"/>
            <a:endCxn id="29" idx="0"/>
          </p:cNvCxnSpPr>
          <p:nvPr/>
        </p:nvCxnSpPr>
        <p:spPr>
          <a:xfrm flipH="1">
            <a:off x="9683371" y="9689947"/>
            <a:ext cx="2747527" cy="802262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ysDash"/>
            <a:miter lim="800000"/>
            <a:tailEnd type="arrow"/>
          </a:ln>
          <a:effectLst/>
        </p:spPr>
      </p:cxnSp>
      <p:sp>
        <p:nvSpPr>
          <p:cNvPr id="216" name="Abgerundetes Rechteck 1">
            <a:extLst>
              <a:ext uri="{FF2B5EF4-FFF2-40B4-BE49-F238E27FC236}">
                <a16:creationId xmlns:a16="http://schemas.microsoft.com/office/drawing/2014/main" id="{E4A62BC8-924C-84E9-9ED3-A6A081AB7FE4}"/>
              </a:ext>
            </a:extLst>
          </p:cNvPr>
          <p:cNvSpPr/>
          <p:nvPr/>
        </p:nvSpPr>
        <p:spPr>
          <a:xfrm>
            <a:off x="21995606" y="4023970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 dirty="0">
                <a:solidFill>
                  <a:prstClr val="white"/>
                </a:solidFill>
                <a:latin typeface="Calibri" panose="020F0502020204030204"/>
              </a:rPr>
              <a:t>CC</a:t>
            </a:r>
          </a:p>
        </p:txBody>
      </p:sp>
      <p:sp>
        <p:nvSpPr>
          <p:cNvPr id="217" name="Abgerundetes Rechteck 2">
            <a:extLst>
              <a:ext uri="{FF2B5EF4-FFF2-40B4-BE49-F238E27FC236}">
                <a16:creationId xmlns:a16="http://schemas.microsoft.com/office/drawing/2014/main" id="{99DFCE16-D31D-A2C4-AF66-C2D2E0DD8F69}"/>
              </a:ext>
            </a:extLst>
          </p:cNvPr>
          <p:cNvSpPr/>
          <p:nvPr/>
        </p:nvSpPr>
        <p:spPr>
          <a:xfrm>
            <a:off x="21995606" y="9240633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LTP</a:t>
            </a:r>
          </a:p>
        </p:txBody>
      </p:sp>
      <p:cxnSp>
        <p:nvCxnSpPr>
          <p:cNvPr id="219" name="Gerade Verbindung mit Pfeil 218">
            <a:extLst>
              <a:ext uri="{FF2B5EF4-FFF2-40B4-BE49-F238E27FC236}">
                <a16:creationId xmlns:a16="http://schemas.microsoft.com/office/drawing/2014/main" id="{F3812ADC-C552-3888-AD96-B6C6C4A66D2D}"/>
              </a:ext>
            </a:extLst>
          </p:cNvPr>
          <p:cNvCxnSpPr>
            <a:stCxn id="216" idx="2"/>
            <a:endCxn id="217" idx="0"/>
          </p:cNvCxnSpPr>
          <p:nvPr/>
        </p:nvCxnSpPr>
        <p:spPr>
          <a:xfrm>
            <a:off x="22264255" y="4469543"/>
            <a:ext cx="0" cy="4771091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22" name="Abgerundetes Rechteck 88">
            <a:extLst>
              <a:ext uri="{FF2B5EF4-FFF2-40B4-BE49-F238E27FC236}">
                <a16:creationId xmlns:a16="http://schemas.microsoft.com/office/drawing/2014/main" id="{CA0AEA30-500F-B7AD-AACA-E7D8EDE7AACC}"/>
              </a:ext>
            </a:extLst>
          </p:cNvPr>
          <p:cNvSpPr/>
          <p:nvPr/>
        </p:nvSpPr>
        <p:spPr>
          <a:xfrm>
            <a:off x="19565706" y="11209555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TcpServer [1]</a:t>
            </a:r>
          </a:p>
        </p:txBody>
      </p:sp>
      <p:sp>
        <p:nvSpPr>
          <p:cNvPr id="223" name="Abgerundetes Rechteck 89">
            <a:extLst>
              <a:ext uri="{FF2B5EF4-FFF2-40B4-BE49-F238E27FC236}">
                <a16:creationId xmlns:a16="http://schemas.microsoft.com/office/drawing/2014/main" id="{044D5B40-A091-29AF-E39A-C4A69555BAD1}"/>
              </a:ext>
            </a:extLst>
          </p:cNvPr>
          <p:cNvSpPr/>
          <p:nvPr/>
        </p:nvSpPr>
        <p:spPr>
          <a:xfrm>
            <a:off x="19565706" y="10488538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SnmpServer [*]</a:t>
            </a:r>
          </a:p>
        </p:txBody>
      </p:sp>
      <p:cxnSp>
        <p:nvCxnSpPr>
          <p:cNvPr id="224" name="Gerade Verbindung mit Pfeil 223">
            <a:extLst>
              <a:ext uri="{FF2B5EF4-FFF2-40B4-BE49-F238E27FC236}">
                <a16:creationId xmlns:a16="http://schemas.microsoft.com/office/drawing/2014/main" id="{C4923F46-6E35-ECDC-0AF1-6BAC283218B2}"/>
              </a:ext>
            </a:extLst>
          </p:cNvPr>
          <p:cNvCxnSpPr>
            <a:cxnSpLocks/>
            <a:stCxn id="223" idx="3"/>
            <a:endCxn id="217" idx="1"/>
          </p:cNvCxnSpPr>
          <p:nvPr/>
        </p:nvCxnSpPr>
        <p:spPr>
          <a:xfrm flipV="1">
            <a:off x="20727159" y="9463419"/>
            <a:ext cx="1268447" cy="124790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225" name="Gerade Verbindung mit Pfeil 224">
            <a:extLst>
              <a:ext uri="{FF2B5EF4-FFF2-40B4-BE49-F238E27FC236}">
                <a16:creationId xmlns:a16="http://schemas.microsoft.com/office/drawing/2014/main" id="{C9D65C52-F7D7-4E03-4D70-221077F95329}"/>
              </a:ext>
            </a:extLst>
          </p:cNvPr>
          <p:cNvCxnSpPr>
            <a:cxnSpLocks/>
            <a:stCxn id="222" idx="3"/>
            <a:endCxn id="217" idx="1"/>
          </p:cNvCxnSpPr>
          <p:nvPr/>
        </p:nvCxnSpPr>
        <p:spPr>
          <a:xfrm flipV="1">
            <a:off x="20727159" y="9463419"/>
            <a:ext cx="1268447" cy="1968922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sp>
        <p:nvSpPr>
          <p:cNvPr id="230" name="Rechteck 229">
            <a:extLst>
              <a:ext uri="{FF2B5EF4-FFF2-40B4-BE49-F238E27FC236}">
                <a16:creationId xmlns:a16="http://schemas.microsoft.com/office/drawing/2014/main" id="{3A0F905E-26BB-EADC-40B0-7140549F1DE4}"/>
              </a:ext>
            </a:extLst>
          </p:cNvPr>
          <p:cNvSpPr/>
          <p:nvPr/>
        </p:nvSpPr>
        <p:spPr>
          <a:xfrm>
            <a:off x="17566269" y="11224365"/>
            <a:ext cx="1425832" cy="550517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uuid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layerProtocolName=tcpLayer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localIpAddress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localPort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31" name="Gerade Verbindung mit Pfeil 230">
            <a:extLst>
              <a:ext uri="{FF2B5EF4-FFF2-40B4-BE49-F238E27FC236}">
                <a16:creationId xmlns:a16="http://schemas.microsoft.com/office/drawing/2014/main" id="{E2AA1378-2624-C82E-46F5-DAE3598C92F9}"/>
              </a:ext>
            </a:extLst>
          </p:cNvPr>
          <p:cNvCxnSpPr>
            <a:cxnSpLocks/>
            <a:stCxn id="222" idx="1"/>
            <a:endCxn id="230" idx="3"/>
          </p:cNvCxnSpPr>
          <p:nvPr/>
        </p:nvCxnSpPr>
        <p:spPr>
          <a:xfrm flipH="1">
            <a:off x="18992101" y="11432341"/>
            <a:ext cx="573605" cy="67283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32" name="Rechteck 231">
            <a:extLst>
              <a:ext uri="{FF2B5EF4-FFF2-40B4-BE49-F238E27FC236}">
                <a16:creationId xmlns:a16="http://schemas.microsoft.com/office/drawing/2014/main" id="{D24AFCEE-3415-2633-C02F-42F690432881}"/>
              </a:ext>
            </a:extLst>
          </p:cNvPr>
          <p:cNvSpPr/>
          <p:nvPr/>
        </p:nvSpPr>
        <p:spPr>
          <a:xfrm>
            <a:off x="17566269" y="10456672"/>
            <a:ext cx="1425832" cy="592333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Capability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deviceName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mediatorUserName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mediatorUserPassword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35" name="Gerade Verbindung mit Pfeil 234">
            <a:extLst>
              <a:ext uri="{FF2B5EF4-FFF2-40B4-BE49-F238E27FC236}">
                <a16:creationId xmlns:a16="http://schemas.microsoft.com/office/drawing/2014/main" id="{4A5D1682-99D1-7876-EEFC-EA1180222379}"/>
              </a:ext>
            </a:extLst>
          </p:cNvPr>
          <p:cNvCxnSpPr>
            <a:cxnSpLocks/>
            <a:stCxn id="223" idx="1"/>
            <a:endCxn id="232" idx="3"/>
          </p:cNvCxnSpPr>
          <p:nvPr/>
        </p:nvCxnSpPr>
        <p:spPr>
          <a:xfrm flipH="1">
            <a:off x="18992101" y="10711324"/>
            <a:ext cx="573605" cy="4151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41" name="Rechteck 240">
            <a:extLst>
              <a:ext uri="{FF2B5EF4-FFF2-40B4-BE49-F238E27FC236}">
                <a16:creationId xmlns:a16="http://schemas.microsoft.com/office/drawing/2014/main" id="{8AE67609-FF85-AA36-4EAC-A2C055DD14DD}"/>
              </a:ext>
            </a:extLst>
          </p:cNvPr>
          <p:cNvSpPr/>
          <p:nvPr/>
        </p:nvSpPr>
        <p:spPr>
          <a:xfrm>
            <a:off x="19945629" y="4023331"/>
            <a:ext cx="1471132" cy="445572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ControlConstructPac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externalLabel=deviceName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deviceModelName</a:t>
            </a:r>
          </a:p>
        </p:txBody>
      </p:sp>
      <p:cxnSp>
        <p:nvCxnSpPr>
          <p:cNvPr id="242" name="Gerade Verbindung mit Pfeil 241">
            <a:extLst>
              <a:ext uri="{FF2B5EF4-FFF2-40B4-BE49-F238E27FC236}">
                <a16:creationId xmlns:a16="http://schemas.microsoft.com/office/drawing/2014/main" id="{D02907C9-C5BE-29CD-04AE-14DC78D81D7F}"/>
              </a:ext>
            </a:extLst>
          </p:cNvPr>
          <p:cNvCxnSpPr>
            <a:cxnSpLocks/>
            <a:stCxn id="216" idx="1"/>
            <a:endCxn id="241" idx="3"/>
          </p:cNvCxnSpPr>
          <p:nvPr/>
        </p:nvCxnSpPr>
        <p:spPr>
          <a:xfrm flipH="1" flipV="1">
            <a:off x="21416761" y="4246118"/>
            <a:ext cx="578844" cy="639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6" name="Abgerundetes Rechteck 8">
            <a:extLst>
              <a:ext uri="{FF2B5EF4-FFF2-40B4-BE49-F238E27FC236}">
                <a16:creationId xmlns:a16="http://schemas.microsoft.com/office/drawing/2014/main" id="{C08FEA06-0BBB-3C97-6307-ABA2F45E722D}"/>
              </a:ext>
            </a:extLst>
          </p:cNvPr>
          <p:cNvSpPr/>
          <p:nvPr/>
        </p:nvSpPr>
        <p:spPr>
          <a:xfrm>
            <a:off x="1771402" y="8144466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900" kern="0">
                <a:solidFill>
                  <a:prstClr val="white"/>
                </a:solidFill>
                <a:latin typeface="Calibri" panose="020F0502020204030204"/>
              </a:rPr>
              <a:t>ManagementPlaneTransportClient [1]</a:t>
            </a:r>
          </a:p>
        </p:txBody>
      </p: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0EBE7C15-7FE1-B46C-122A-2340FCD30A36}"/>
              </a:ext>
            </a:extLst>
          </p:cNvPr>
          <p:cNvCxnSpPr>
            <a:cxnSpLocks/>
            <a:stCxn id="26" idx="1"/>
            <a:endCxn id="57" idx="3"/>
          </p:cNvCxnSpPr>
          <p:nvPr/>
        </p:nvCxnSpPr>
        <p:spPr>
          <a:xfrm flipH="1">
            <a:off x="1219235" y="8367252"/>
            <a:ext cx="552167" cy="1091166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sp>
        <p:nvSpPr>
          <p:cNvPr id="33" name="Rechteck 32">
            <a:extLst>
              <a:ext uri="{FF2B5EF4-FFF2-40B4-BE49-F238E27FC236}">
                <a16:creationId xmlns:a16="http://schemas.microsoft.com/office/drawing/2014/main" id="{02E1F362-069A-0B5C-E60F-1A5089DA1175}"/>
              </a:ext>
            </a:extLst>
          </p:cNvPr>
          <p:cNvSpPr/>
          <p:nvPr/>
        </p:nvSpPr>
        <p:spPr>
          <a:xfrm>
            <a:off x="3348542" y="7895521"/>
            <a:ext cx="1291228" cy="670097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uuid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layerProtocolName= managementPlaneTransport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deviceName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B08F7353-0D9C-0B8A-280F-2B532941101E}"/>
              </a:ext>
            </a:extLst>
          </p:cNvPr>
          <p:cNvCxnSpPr>
            <a:cxnSpLocks/>
            <a:stCxn id="26" idx="3"/>
            <a:endCxn id="33" idx="1"/>
          </p:cNvCxnSpPr>
          <p:nvPr/>
        </p:nvCxnSpPr>
        <p:spPr>
          <a:xfrm flipV="1">
            <a:off x="2932855" y="8230570"/>
            <a:ext cx="415687" cy="136682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9" name="Abgerundetes Rechteck 89">
            <a:extLst>
              <a:ext uri="{FF2B5EF4-FFF2-40B4-BE49-F238E27FC236}">
                <a16:creationId xmlns:a16="http://schemas.microsoft.com/office/drawing/2014/main" id="{BA6A142A-8968-8D51-EBC7-F17CAD126C7C}"/>
              </a:ext>
            </a:extLst>
          </p:cNvPr>
          <p:cNvSpPr/>
          <p:nvPr/>
        </p:nvSpPr>
        <p:spPr>
          <a:xfrm>
            <a:off x="19543537" y="8134666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900" kern="0">
                <a:solidFill>
                  <a:prstClr val="white"/>
                </a:solidFill>
                <a:latin typeface="Calibri" panose="020F0502020204030204"/>
              </a:rPr>
              <a:t>ManagementPlaneTransportServer [*]</a:t>
            </a:r>
          </a:p>
        </p:txBody>
      </p: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96213744-95E9-B36D-D5B8-8FD6CBFDBF62}"/>
              </a:ext>
            </a:extLst>
          </p:cNvPr>
          <p:cNvCxnSpPr>
            <a:cxnSpLocks/>
            <a:stCxn id="39" idx="3"/>
            <a:endCxn id="217" idx="1"/>
          </p:cNvCxnSpPr>
          <p:nvPr/>
        </p:nvCxnSpPr>
        <p:spPr>
          <a:xfrm>
            <a:off x="20704990" y="8357452"/>
            <a:ext cx="1290616" cy="1105967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sp>
        <p:nvSpPr>
          <p:cNvPr id="42" name="Rechteck 41">
            <a:extLst>
              <a:ext uri="{FF2B5EF4-FFF2-40B4-BE49-F238E27FC236}">
                <a16:creationId xmlns:a16="http://schemas.microsoft.com/office/drawing/2014/main" id="{D912CA03-AB19-80BD-40B1-B51E6FA159DA}"/>
              </a:ext>
            </a:extLst>
          </p:cNvPr>
          <p:cNvSpPr/>
          <p:nvPr/>
        </p:nvSpPr>
        <p:spPr>
          <a:xfrm>
            <a:off x="17566960" y="8098985"/>
            <a:ext cx="1425832" cy="671600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uuid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layerProtocolName= managementPlaneTransport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clientLtp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deviceName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E85C71F8-90F7-2EEE-D6FD-EA06A730B16B}"/>
              </a:ext>
            </a:extLst>
          </p:cNvPr>
          <p:cNvCxnSpPr>
            <a:cxnSpLocks/>
            <a:stCxn id="39" idx="1"/>
            <a:endCxn id="42" idx="3"/>
          </p:cNvCxnSpPr>
          <p:nvPr/>
        </p:nvCxnSpPr>
        <p:spPr>
          <a:xfrm flipH="1">
            <a:off x="18992792" y="8357452"/>
            <a:ext cx="550745" cy="77333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86" name="Rechteck 85">
            <a:extLst>
              <a:ext uri="{FF2B5EF4-FFF2-40B4-BE49-F238E27FC236}">
                <a16:creationId xmlns:a16="http://schemas.microsoft.com/office/drawing/2014/main" id="{4EF8BD69-F08C-B9E7-5DF2-848F27B7FE4E}"/>
              </a:ext>
            </a:extLst>
          </p:cNvPr>
          <p:cNvSpPr/>
          <p:nvPr/>
        </p:nvSpPr>
        <p:spPr>
          <a:xfrm>
            <a:off x="15462332" y="8963723"/>
            <a:ext cx="1930625" cy="2982213"/>
          </a:xfrm>
          <a:prstGeom prst="rect">
            <a:avLst/>
          </a:prstGeom>
          <a:solidFill>
            <a:schemeClr val="accent5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1400">
                <a:solidFill>
                  <a:schemeClr val="tx1"/>
                </a:solidFill>
              </a:rPr>
              <a:t>Link</a:t>
            </a:r>
          </a:p>
        </p:txBody>
      </p:sp>
      <p:sp>
        <p:nvSpPr>
          <p:cNvPr id="87" name="Abgerundetes Rechteck 1">
            <a:extLst>
              <a:ext uri="{FF2B5EF4-FFF2-40B4-BE49-F238E27FC236}">
                <a16:creationId xmlns:a16="http://schemas.microsoft.com/office/drawing/2014/main" id="{D6ADBF88-D669-757C-3A92-67D4C6EA3D42}"/>
              </a:ext>
            </a:extLst>
          </p:cNvPr>
          <p:cNvSpPr/>
          <p:nvPr/>
        </p:nvSpPr>
        <p:spPr>
          <a:xfrm>
            <a:off x="15630513" y="9455743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</a:t>
            </a:r>
            <a:endParaRPr lang="de-DE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88" name="Gerade Verbindung mit Pfeil 87">
            <a:extLst>
              <a:ext uri="{FF2B5EF4-FFF2-40B4-BE49-F238E27FC236}">
                <a16:creationId xmlns:a16="http://schemas.microsoft.com/office/drawing/2014/main" id="{A2B87E04-CA80-7121-47DB-E8E9A36D9020}"/>
              </a:ext>
            </a:extLst>
          </p:cNvPr>
          <p:cNvCxnSpPr>
            <a:cxnSpLocks/>
            <a:stCxn id="87" idx="2"/>
            <a:endCxn id="326" idx="7"/>
          </p:cNvCxnSpPr>
          <p:nvPr/>
        </p:nvCxnSpPr>
        <p:spPr>
          <a:xfrm flipH="1">
            <a:off x="13045381" y="9901315"/>
            <a:ext cx="2853782" cy="62313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ysDash"/>
            <a:miter lim="800000"/>
            <a:tailEnd type="arrow"/>
          </a:ln>
          <a:effectLst/>
        </p:spPr>
      </p:cxnSp>
      <p:sp>
        <p:nvSpPr>
          <p:cNvPr id="93" name="Rechteck 92">
            <a:extLst>
              <a:ext uri="{FF2B5EF4-FFF2-40B4-BE49-F238E27FC236}">
                <a16:creationId xmlns:a16="http://schemas.microsoft.com/office/drawing/2014/main" id="{FCFF00EF-0576-E422-EDCD-26AB376B788C}"/>
              </a:ext>
            </a:extLst>
          </p:cNvPr>
          <p:cNvSpPr/>
          <p:nvPr/>
        </p:nvSpPr>
        <p:spPr>
          <a:xfrm>
            <a:off x="15618864" y="10253070"/>
            <a:ext cx="1579672" cy="790006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uuid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layerProtocolName=snmpLayer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deviceName</a:t>
            </a:r>
          </a:p>
        </p:txBody>
      </p:sp>
      <p:cxnSp>
        <p:nvCxnSpPr>
          <p:cNvPr id="94" name="Gerade Verbindung mit Pfeil 93">
            <a:extLst>
              <a:ext uri="{FF2B5EF4-FFF2-40B4-BE49-F238E27FC236}">
                <a16:creationId xmlns:a16="http://schemas.microsoft.com/office/drawing/2014/main" id="{6993B356-34A0-6EF5-B7C8-165FDE6B0E48}"/>
              </a:ext>
            </a:extLst>
          </p:cNvPr>
          <p:cNvCxnSpPr>
            <a:cxnSpLocks/>
            <a:stCxn id="87" idx="2"/>
            <a:endCxn id="93" idx="0"/>
          </p:cNvCxnSpPr>
          <p:nvPr/>
        </p:nvCxnSpPr>
        <p:spPr>
          <a:xfrm>
            <a:off x="15899163" y="9901315"/>
            <a:ext cx="509537" cy="35175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5" name="Gerade Verbindung mit Pfeil 94">
            <a:extLst>
              <a:ext uri="{FF2B5EF4-FFF2-40B4-BE49-F238E27FC236}">
                <a16:creationId xmlns:a16="http://schemas.microsoft.com/office/drawing/2014/main" id="{82F36CDE-9238-8488-B7F4-4BEE05C8B522}"/>
              </a:ext>
            </a:extLst>
          </p:cNvPr>
          <p:cNvCxnSpPr>
            <a:cxnSpLocks/>
            <a:stCxn id="87" idx="2"/>
          </p:cNvCxnSpPr>
          <p:nvPr/>
        </p:nvCxnSpPr>
        <p:spPr>
          <a:xfrm>
            <a:off x="15899163" y="9901315"/>
            <a:ext cx="3708050" cy="60237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ysDash"/>
            <a:miter lim="800000"/>
            <a:tailEnd type="arrow"/>
          </a:ln>
          <a:effectLst/>
        </p:spPr>
      </p:cxnSp>
      <p:sp>
        <p:nvSpPr>
          <p:cNvPr id="117" name="Abgerundetes Rechteck 1">
            <a:extLst>
              <a:ext uri="{FF2B5EF4-FFF2-40B4-BE49-F238E27FC236}">
                <a16:creationId xmlns:a16="http://schemas.microsoft.com/office/drawing/2014/main" id="{8FAD0FAB-F7D4-B1C2-7009-798052A9B1D9}"/>
              </a:ext>
            </a:extLst>
          </p:cNvPr>
          <p:cNvSpPr/>
          <p:nvPr/>
        </p:nvSpPr>
        <p:spPr>
          <a:xfrm>
            <a:off x="9580315" y="285293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NCD</a:t>
            </a:r>
            <a:endParaRPr lang="de-DE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121" name="Gerade Verbindung mit Pfeil 120">
            <a:extLst>
              <a:ext uri="{FF2B5EF4-FFF2-40B4-BE49-F238E27FC236}">
                <a16:creationId xmlns:a16="http://schemas.microsoft.com/office/drawing/2014/main" id="{8513C110-D9EE-BEC7-C0AA-D36B474C31B5}"/>
              </a:ext>
            </a:extLst>
          </p:cNvPr>
          <p:cNvCxnSpPr>
            <a:cxnSpLocks/>
            <a:stCxn id="117" idx="2"/>
            <a:endCxn id="129" idx="0"/>
          </p:cNvCxnSpPr>
          <p:nvPr/>
        </p:nvCxnSpPr>
        <p:spPr>
          <a:xfrm>
            <a:off x="9848965" y="730865"/>
            <a:ext cx="1235948" cy="329345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37" name="Abgerundetes Rechteck 2">
            <a:extLst>
              <a:ext uri="{FF2B5EF4-FFF2-40B4-BE49-F238E27FC236}">
                <a16:creationId xmlns:a16="http://schemas.microsoft.com/office/drawing/2014/main" id="{1A507A33-5B7D-11FC-CBDD-02AB3012B323}"/>
              </a:ext>
            </a:extLst>
          </p:cNvPr>
          <p:cNvSpPr/>
          <p:nvPr/>
        </p:nvSpPr>
        <p:spPr>
          <a:xfrm>
            <a:off x="10844820" y="1332516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FD</a:t>
            </a:r>
          </a:p>
        </p:txBody>
      </p:sp>
      <p:cxnSp>
        <p:nvCxnSpPr>
          <p:cNvPr id="138" name="Gerade Verbindung mit Pfeil 137">
            <a:extLst>
              <a:ext uri="{FF2B5EF4-FFF2-40B4-BE49-F238E27FC236}">
                <a16:creationId xmlns:a16="http://schemas.microsoft.com/office/drawing/2014/main" id="{76E43E38-FB74-A194-3F98-3C678B7007CC}"/>
              </a:ext>
            </a:extLst>
          </p:cNvPr>
          <p:cNvCxnSpPr>
            <a:cxnSpLocks/>
            <a:stCxn id="117" idx="2"/>
            <a:endCxn id="137" idx="0"/>
          </p:cNvCxnSpPr>
          <p:nvPr/>
        </p:nvCxnSpPr>
        <p:spPr>
          <a:xfrm>
            <a:off x="9848965" y="730865"/>
            <a:ext cx="1264505" cy="601651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46" name="Verbinder: gewinkelt 145">
            <a:extLst>
              <a:ext uri="{FF2B5EF4-FFF2-40B4-BE49-F238E27FC236}">
                <a16:creationId xmlns:a16="http://schemas.microsoft.com/office/drawing/2014/main" id="{77591B36-B1C3-1160-95D2-646678063A41}"/>
              </a:ext>
            </a:extLst>
          </p:cNvPr>
          <p:cNvCxnSpPr>
            <a:cxnSpLocks/>
            <a:stCxn id="299" idx="1"/>
            <a:endCxn id="240" idx="7"/>
          </p:cNvCxnSpPr>
          <p:nvPr/>
        </p:nvCxnSpPr>
        <p:spPr>
          <a:xfrm rot="10800000" flipV="1">
            <a:off x="2913848" y="2458173"/>
            <a:ext cx="7930973" cy="5721157"/>
          </a:xfrm>
          <a:prstGeom prst="bentConnector2">
            <a:avLst/>
          </a:prstGeom>
          <a:noFill/>
          <a:ln w="6350" cap="flat" cmpd="sng" algn="ctr">
            <a:solidFill>
              <a:srgbClr val="5B9BD5"/>
            </a:solidFill>
            <a:prstDash val="sysDash"/>
            <a:miter lim="800000"/>
            <a:tailEnd type="arrow"/>
          </a:ln>
          <a:effectLst/>
        </p:spPr>
      </p:cxnSp>
      <p:cxnSp>
        <p:nvCxnSpPr>
          <p:cNvPr id="162" name="Verbinder: gewinkelt 161">
            <a:extLst>
              <a:ext uri="{FF2B5EF4-FFF2-40B4-BE49-F238E27FC236}">
                <a16:creationId xmlns:a16="http://schemas.microsoft.com/office/drawing/2014/main" id="{D7BF3E62-D368-E9DC-ABAC-7F3B9C8CDCF9}"/>
              </a:ext>
            </a:extLst>
          </p:cNvPr>
          <p:cNvCxnSpPr>
            <a:cxnSpLocks/>
            <a:stCxn id="299" idx="3"/>
            <a:endCxn id="291" idx="0"/>
          </p:cNvCxnSpPr>
          <p:nvPr/>
        </p:nvCxnSpPr>
        <p:spPr>
          <a:xfrm>
            <a:off x="11382119" y="2458174"/>
            <a:ext cx="8215502" cy="5692052"/>
          </a:xfrm>
          <a:prstGeom prst="bentConnector2">
            <a:avLst/>
          </a:prstGeom>
          <a:noFill/>
          <a:ln w="6350" cap="flat" cmpd="sng" algn="ctr">
            <a:solidFill>
              <a:srgbClr val="5B9BD5"/>
            </a:solidFill>
            <a:prstDash val="sysDash"/>
            <a:miter lim="800000"/>
            <a:tailEnd type="arrow"/>
          </a:ln>
          <a:effectLst/>
        </p:spPr>
      </p:cxnSp>
      <p:sp>
        <p:nvSpPr>
          <p:cNvPr id="212" name="Rechteck 211">
            <a:extLst>
              <a:ext uri="{FF2B5EF4-FFF2-40B4-BE49-F238E27FC236}">
                <a16:creationId xmlns:a16="http://schemas.microsoft.com/office/drawing/2014/main" id="{3555123F-9A90-1011-D300-F33B1A856F75}"/>
              </a:ext>
            </a:extLst>
          </p:cNvPr>
          <p:cNvSpPr/>
          <p:nvPr/>
        </p:nvSpPr>
        <p:spPr>
          <a:xfrm>
            <a:off x="4776148" y="8963723"/>
            <a:ext cx="1949140" cy="2982214"/>
          </a:xfrm>
          <a:prstGeom prst="rect">
            <a:avLst/>
          </a:prstGeom>
          <a:solidFill>
            <a:schemeClr val="accent5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1400">
                <a:solidFill>
                  <a:schemeClr val="tx1"/>
                </a:solidFill>
              </a:rPr>
              <a:t>Link</a:t>
            </a:r>
          </a:p>
        </p:txBody>
      </p:sp>
      <p:sp>
        <p:nvSpPr>
          <p:cNvPr id="213" name="Abgerundetes Rechteck 1">
            <a:extLst>
              <a:ext uri="{FF2B5EF4-FFF2-40B4-BE49-F238E27FC236}">
                <a16:creationId xmlns:a16="http://schemas.microsoft.com/office/drawing/2014/main" id="{F8D37D0E-8516-6BFB-1627-49D94B22AC46}"/>
              </a:ext>
            </a:extLst>
          </p:cNvPr>
          <p:cNvSpPr/>
          <p:nvPr/>
        </p:nvSpPr>
        <p:spPr>
          <a:xfrm>
            <a:off x="4934259" y="9457028"/>
            <a:ext cx="542452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</a:t>
            </a:r>
            <a:endParaRPr lang="de-DE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4" name="Rechteck 213">
            <a:extLst>
              <a:ext uri="{FF2B5EF4-FFF2-40B4-BE49-F238E27FC236}">
                <a16:creationId xmlns:a16="http://schemas.microsoft.com/office/drawing/2014/main" id="{150AAFD4-5ED8-C6EA-8AEE-E8CB41A2FEFE}"/>
              </a:ext>
            </a:extLst>
          </p:cNvPr>
          <p:cNvSpPr/>
          <p:nvPr/>
        </p:nvSpPr>
        <p:spPr>
          <a:xfrm>
            <a:off x="4922610" y="10254355"/>
            <a:ext cx="1594821" cy="872086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uuid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layerProtocolName=netconfLayer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deviceName</a:t>
            </a:r>
          </a:p>
        </p:txBody>
      </p:sp>
      <p:cxnSp>
        <p:nvCxnSpPr>
          <p:cNvPr id="215" name="Gerade Verbindung mit Pfeil 214">
            <a:extLst>
              <a:ext uri="{FF2B5EF4-FFF2-40B4-BE49-F238E27FC236}">
                <a16:creationId xmlns:a16="http://schemas.microsoft.com/office/drawing/2014/main" id="{7F5FA94B-7893-5429-17CA-4EC5B28F25B0}"/>
              </a:ext>
            </a:extLst>
          </p:cNvPr>
          <p:cNvCxnSpPr>
            <a:cxnSpLocks/>
            <a:stCxn id="213" idx="2"/>
            <a:endCxn id="214" idx="0"/>
          </p:cNvCxnSpPr>
          <p:nvPr/>
        </p:nvCxnSpPr>
        <p:spPr>
          <a:xfrm>
            <a:off x="5205485" y="9902600"/>
            <a:ext cx="514536" cy="35175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1" name="Gerade Verbindung mit Pfeil 220">
            <a:extLst>
              <a:ext uri="{FF2B5EF4-FFF2-40B4-BE49-F238E27FC236}">
                <a16:creationId xmlns:a16="http://schemas.microsoft.com/office/drawing/2014/main" id="{FB1E9696-FB30-4DD2-5C4A-5233B0FAE6B6}"/>
              </a:ext>
            </a:extLst>
          </p:cNvPr>
          <p:cNvCxnSpPr>
            <a:cxnSpLocks/>
            <a:stCxn id="213" idx="2"/>
            <a:endCxn id="334" idx="0"/>
          </p:cNvCxnSpPr>
          <p:nvPr/>
        </p:nvCxnSpPr>
        <p:spPr>
          <a:xfrm flipH="1">
            <a:off x="2887137" y="9902600"/>
            <a:ext cx="2318348" cy="605233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ysDash"/>
            <a:miter lim="800000"/>
            <a:tailEnd type="arrow"/>
          </a:ln>
          <a:effectLst/>
        </p:spPr>
      </p:cxnSp>
      <p:cxnSp>
        <p:nvCxnSpPr>
          <p:cNvPr id="226" name="Gerade Verbindung mit Pfeil 225">
            <a:extLst>
              <a:ext uri="{FF2B5EF4-FFF2-40B4-BE49-F238E27FC236}">
                <a16:creationId xmlns:a16="http://schemas.microsoft.com/office/drawing/2014/main" id="{867860DD-30C5-F9EB-DD2B-EC606399AB32}"/>
              </a:ext>
            </a:extLst>
          </p:cNvPr>
          <p:cNvCxnSpPr>
            <a:cxnSpLocks/>
            <a:stCxn id="213" idx="2"/>
            <a:endCxn id="331" idx="2"/>
          </p:cNvCxnSpPr>
          <p:nvPr/>
        </p:nvCxnSpPr>
        <p:spPr>
          <a:xfrm>
            <a:off x="5205485" y="9902600"/>
            <a:ext cx="3916966" cy="629466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ysDash"/>
            <a:miter lim="800000"/>
            <a:tailEnd type="arrow"/>
          </a:ln>
          <a:effectLst/>
        </p:spPr>
      </p:cxnSp>
      <p:sp>
        <p:nvSpPr>
          <p:cNvPr id="240" name="Ellipse 239">
            <a:extLst>
              <a:ext uri="{FF2B5EF4-FFF2-40B4-BE49-F238E27FC236}">
                <a16:creationId xmlns:a16="http://schemas.microsoft.com/office/drawing/2014/main" id="{7C3D2B24-925A-C56A-31E1-ACB846FD2315}"/>
              </a:ext>
            </a:extLst>
          </p:cNvPr>
          <p:cNvSpPr/>
          <p:nvPr/>
        </p:nvSpPr>
        <p:spPr>
          <a:xfrm>
            <a:off x="2874823" y="8172636"/>
            <a:ext cx="45719" cy="45719"/>
          </a:xfrm>
          <a:prstGeom prst="ellipse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de-DE" sz="1050" kern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247" name="Verbinder: gewinkelt 246">
            <a:extLst>
              <a:ext uri="{FF2B5EF4-FFF2-40B4-BE49-F238E27FC236}">
                <a16:creationId xmlns:a16="http://schemas.microsoft.com/office/drawing/2014/main" id="{B1B6F187-424B-B5E7-210A-081BDFAD519A}"/>
              </a:ext>
            </a:extLst>
          </p:cNvPr>
          <p:cNvCxnSpPr>
            <a:stCxn id="117" idx="2"/>
            <a:endCxn id="56" idx="0"/>
          </p:cNvCxnSpPr>
          <p:nvPr/>
        </p:nvCxnSpPr>
        <p:spPr>
          <a:xfrm rot="5400000">
            <a:off x="3753990" y="-2072538"/>
            <a:ext cx="3291572" cy="8898379"/>
          </a:xfrm>
          <a:prstGeom prst="bentConnector3">
            <a:avLst>
              <a:gd name="adj1" fmla="val 240"/>
            </a:avLst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52" name="Verbinder: gewinkelt 251">
            <a:extLst>
              <a:ext uri="{FF2B5EF4-FFF2-40B4-BE49-F238E27FC236}">
                <a16:creationId xmlns:a16="http://schemas.microsoft.com/office/drawing/2014/main" id="{7B4D9739-6606-A338-2C87-5405BC25C7D6}"/>
              </a:ext>
            </a:extLst>
          </p:cNvPr>
          <p:cNvCxnSpPr>
            <a:cxnSpLocks/>
            <a:stCxn id="117" idx="2"/>
            <a:endCxn id="216" idx="0"/>
          </p:cNvCxnSpPr>
          <p:nvPr/>
        </p:nvCxnSpPr>
        <p:spPr>
          <a:xfrm rot="16200000" flipH="1">
            <a:off x="14410058" y="-3830229"/>
            <a:ext cx="3293105" cy="12415291"/>
          </a:xfrm>
          <a:prstGeom prst="bentConnector3">
            <a:avLst>
              <a:gd name="adj1" fmla="val 263"/>
            </a:avLst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91" name="Ellipse 290">
            <a:extLst>
              <a:ext uri="{FF2B5EF4-FFF2-40B4-BE49-F238E27FC236}">
                <a16:creationId xmlns:a16="http://schemas.microsoft.com/office/drawing/2014/main" id="{78BFD825-BF84-9280-8427-C73FF02EDC16}"/>
              </a:ext>
            </a:extLst>
          </p:cNvPr>
          <p:cNvSpPr/>
          <p:nvPr/>
        </p:nvSpPr>
        <p:spPr>
          <a:xfrm>
            <a:off x="19574761" y="8150226"/>
            <a:ext cx="45719" cy="45719"/>
          </a:xfrm>
          <a:prstGeom prst="ellipse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de-DE" sz="1050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3" name="Ellipse 292">
            <a:extLst>
              <a:ext uri="{FF2B5EF4-FFF2-40B4-BE49-F238E27FC236}">
                <a16:creationId xmlns:a16="http://schemas.microsoft.com/office/drawing/2014/main" id="{A96271CD-4392-8057-D43D-25709C941E70}"/>
              </a:ext>
            </a:extLst>
          </p:cNvPr>
          <p:cNvSpPr/>
          <p:nvPr/>
        </p:nvSpPr>
        <p:spPr>
          <a:xfrm>
            <a:off x="19586825" y="10507833"/>
            <a:ext cx="45719" cy="45719"/>
          </a:xfrm>
          <a:prstGeom prst="ellipse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de-DE" sz="1050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9" name="Abgerundetes Rechteck 2">
            <a:extLst>
              <a:ext uri="{FF2B5EF4-FFF2-40B4-BE49-F238E27FC236}">
                <a16:creationId xmlns:a16="http://schemas.microsoft.com/office/drawing/2014/main" id="{E996A483-AF97-CBE6-3673-7E031A0BFEC8}"/>
              </a:ext>
            </a:extLst>
          </p:cNvPr>
          <p:cNvSpPr/>
          <p:nvPr/>
        </p:nvSpPr>
        <p:spPr>
          <a:xfrm>
            <a:off x="10844820" y="2235388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FC</a:t>
            </a:r>
          </a:p>
        </p:txBody>
      </p:sp>
      <p:cxnSp>
        <p:nvCxnSpPr>
          <p:cNvPr id="311" name="Gerade Verbindung mit Pfeil 310">
            <a:extLst>
              <a:ext uri="{FF2B5EF4-FFF2-40B4-BE49-F238E27FC236}">
                <a16:creationId xmlns:a16="http://schemas.microsoft.com/office/drawing/2014/main" id="{9AD30391-92FB-0C52-26B6-00EDE85050C8}"/>
              </a:ext>
            </a:extLst>
          </p:cNvPr>
          <p:cNvCxnSpPr>
            <a:cxnSpLocks/>
            <a:stCxn id="137" idx="2"/>
            <a:endCxn id="299" idx="0"/>
          </p:cNvCxnSpPr>
          <p:nvPr/>
        </p:nvCxnSpPr>
        <p:spPr>
          <a:xfrm>
            <a:off x="11113470" y="1778088"/>
            <a:ext cx="0" cy="45730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26" name="Ellipse 325">
            <a:extLst>
              <a:ext uri="{FF2B5EF4-FFF2-40B4-BE49-F238E27FC236}">
                <a16:creationId xmlns:a16="http://schemas.microsoft.com/office/drawing/2014/main" id="{CEDD7DE9-3657-184D-6997-0AECEE8A55A8}"/>
              </a:ext>
            </a:extLst>
          </p:cNvPr>
          <p:cNvSpPr/>
          <p:nvPr/>
        </p:nvSpPr>
        <p:spPr>
          <a:xfrm>
            <a:off x="13006357" y="10517755"/>
            <a:ext cx="45719" cy="45719"/>
          </a:xfrm>
          <a:prstGeom prst="ellipse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de-DE" sz="1050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31" name="Ellipse 330">
            <a:extLst>
              <a:ext uri="{FF2B5EF4-FFF2-40B4-BE49-F238E27FC236}">
                <a16:creationId xmlns:a16="http://schemas.microsoft.com/office/drawing/2014/main" id="{6ECA586B-08D6-6157-F7C2-3AFD86937CB5}"/>
              </a:ext>
            </a:extLst>
          </p:cNvPr>
          <p:cNvSpPr/>
          <p:nvPr/>
        </p:nvSpPr>
        <p:spPr>
          <a:xfrm>
            <a:off x="9122451" y="10509206"/>
            <a:ext cx="45719" cy="45719"/>
          </a:xfrm>
          <a:prstGeom prst="ellipse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de-DE" sz="1050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34" name="Ellipse 333">
            <a:extLst>
              <a:ext uri="{FF2B5EF4-FFF2-40B4-BE49-F238E27FC236}">
                <a16:creationId xmlns:a16="http://schemas.microsoft.com/office/drawing/2014/main" id="{1D7BD267-291E-DC8C-588E-3D75EF535FF1}"/>
              </a:ext>
            </a:extLst>
          </p:cNvPr>
          <p:cNvSpPr/>
          <p:nvPr/>
        </p:nvSpPr>
        <p:spPr>
          <a:xfrm>
            <a:off x="2864277" y="10507833"/>
            <a:ext cx="45719" cy="45719"/>
          </a:xfrm>
          <a:prstGeom prst="ellipse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de-DE" sz="1050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38" name="Rechteck 337">
            <a:extLst>
              <a:ext uri="{FF2B5EF4-FFF2-40B4-BE49-F238E27FC236}">
                <a16:creationId xmlns:a16="http://schemas.microsoft.com/office/drawing/2014/main" id="{6B7619B2-4D08-FB1B-998F-EDD62FBAD183}"/>
              </a:ext>
            </a:extLst>
          </p:cNvPr>
          <p:cNvSpPr/>
          <p:nvPr/>
        </p:nvSpPr>
        <p:spPr>
          <a:xfrm>
            <a:off x="12358907" y="2517699"/>
            <a:ext cx="2177708" cy="49060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uuid=[deviceName]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_ltp*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route*{_fc*,_link*}</a:t>
            </a:r>
          </a:p>
        </p:txBody>
      </p:sp>
      <p:cxnSp>
        <p:nvCxnSpPr>
          <p:cNvPr id="339" name="Gerade Verbindung mit Pfeil 338">
            <a:extLst>
              <a:ext uri="{FF2B5EF4-FFF2-40B4-BE49-F238E27FC236}">
                <a16:creationId xmlns:a16="http://schemas.microsoft.com/office/drawing/2014/main" id="{04457B5A-442B-C146-CFDE-630B014736C1}"/>
              </a:ext>
            </a:extLst>
          </p:cNvPr>
          <p:cNvCxnSpPr>
            <a:cxnSpLocks/>
            <a:stCxn id="299" idx="3"/>
            <a:endCxn id="338" idx="1"/>
          </p:cNvCxnSpPr>
          <p:nvPr/>
        </p:nvCxnSpPr>
        <p:spPr>
          <a:xfrm>
            <a:off x="11382119" y="2458174"/>
            <a:ext cx="976788" cy="304828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44" name="Gerade Verbindung mit Pfeil 343">
            <a:extLst>
              <a:ext uri="{FF2B5EF4-FFF2-40B4-BE49-F238E27FC236}">
                <a16:creationId xmlns:a16="http://schemas.microsoft.com/office/drawing/2014/main" id="{D28C6540-345B-0998-5400-9316EF1C712C}"/>
              </a:ext>
            </a:extLst>
          </p:cNvPr>
          <p:cNvCxnSpPr>
            <a:cxnSpLocks/>
            <a:stCxn id="183" idx="2"/>
            <a:endCxn id="16" idx="0"/>
          </p:cNvCxnSpPr>
          <p:nvPr/>
        </p:nvCxnSpPr>
        <p:spPr>
          <a:xfrm>
            <a:off x="12430898" y="9689947"/>
            <a:ext cx="55559" cy="80304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ysDash"/>
            <a:miter lim="800000"/>
            <a:tailEnd type="arrow"/>
          </a:ln>
          <a:effectLst/>
        </p:spPr>
      </p:cxnSp>
      <p:sp>
        <p:nvSpPr>
          <p:cNvPr id="372" name="Rechteck 371">
            <a:extLst>
              <a:ext uri="{FF2B5EF4-FFF2-40B4-BE49-F238E27FC236}">
                <a16:creationId xmlns:a16="http://schemas.microsoft.com/office/drawing/2014/main" id="{299B7DF5-19AC-8F66-E5E8-A2D6F953C18B}"/>
              </a:ext>
            </a:extLst>
          </p:cNvPr>
          <p:cNvSpPr/>
          <p:nvPr/>
        </p:nvSpPr>
        <p:spPr>
          <a:xfrm>
            <a:off x="12354266" y="1391397"/>
            <a:ext cx="2190409" cy="33607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uuid=management-plane-transport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layerProtocolName = managementPlaneTransport</a:t>
            </a:r>
          </a:p>
        </p:txBody>
      </p:sp>
      <p:cxnSp>
        <p:nvCxnSpPr>
          <p:cNvPr id="373" name="Gerade Verbindung mit Pfeil 372">
            <a:extLst>
              <a:ext uri="{FF2B5EF4-FFF2-40B4-BE49-F238E27FC236}">
                <a16:creationId xmlns:a16="http://schemas.microsoft.com/office/drawing/2014/main" id="{6B2DFD95-1A35-3DA4-C789-C6E9A402E774}"/>
              </a:ext>
            </a:extLst>
          </p:cNvPr>
          <p:cNvCxnSpPr>
            <a:cxnSpLocks/>
            <a:endCxn id="372" idx="1"/>
          </p:cNvCxnSpPr>
          <p:nvPr/>
        </p:nvCxnSpPr>
        <p:spPr>
          <a:xfrm flipV="1">
            <a:off x="11377492" y="1559434"/>
            <a:ext cx="976774" cy="1364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069E344D-E9E9-0504-2F76-55E5D19915CD}"/>
              </a:ext>
            </a:extLst>
          </p:cNvPr>
          <p:cNvCxnSpPr>
            <a:cxnSpLocks/>
            <a:endCxn id="18" idx="1"/>
          </p:cNvCxnSpPr>
          <p:nvPr/>
        </p:nvCxnSpPr>
        <p:spPr>
          <a:xfrm flipV="1">
            <a:off x="1215033" y="4233825"/>
            <a:ext cx="461367" cy="7832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8" name="Rechteck 17">
            <a:extLst>
              <a:ext uri="{FF2B5EF4-FFF2-40B4-BE49-F238E27FC236}">
                <a16:creationId xmlns:a16="http://schemas.microsoft.com/office/drawing/2014/main" id="{A49FE695-23BD-7D89-28AB-A480FCDDCB7B}"/>
              </a:ext>
            </a:extLst>
          </p:cNvPr>
          <p:cNvSpPr/>
          <p:nvPr/>
        </p:nvSpPr>
        <p:spPr>
          <a:xfrm>
            <a:off x="1676400" y="4013195"/>
            <a:ext cx="1083165" cy="44126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uuid=[controllerName]</a:t>
            </a:r>
          </a:p>
          <a:p>
            <a:pPr defTabSz="914400">
              <a:defRPr/>
            </a:pP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B9D40B9E-07E7-DA55-A483-1F59E59377DD}"/>
              </a:ext>
            </a:extLst>
          </p:cNvPr>
          <p:cNvSpPr/>
          <p:nvPr/>
        </p:nvSpPr>
        <p:spPr>
          <a:xfrm>
            <a:off x="11084910" y="326402"/>
            <a:ext cx="1685583" cy="33607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uuid=running,operational, …</a:t>
            </a:r>
          </a:p>
        </p:txBody>
      </p: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BD64C054-7133-4A97-8504-E3EEC9F56FF0}"/>
              </a:ext>
            </a:extLst>
          </p:cNvPr>
          <p:cNvCxnSpPr>
            <a:cxnSpLocks/>
            <a:stCxn id="117" idx="3"/>
            <a:endCxn id="49" idx="1"/>
          </p:cNvCxnSpPr>
          <p:nvPr/>
        </p:nvCxnSpPr>
        <p:spPr>
          <a:xfrm flipV="1">
            <a:off x="10117614" y="494439"/>
            <a:ext cx="967296" cy="1364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53" name="Rechteck 52">
            <a:extLst>
              <a:ext uri="{FF2B5EF4-FFF2-40B4-BE49-F238E27FC236}">
                <a16:creationId xmlns:a16="http://schemas.microsoft.com/office/drawing/2014/main" id="{644A63E5-CCE7-47F2-3316-9750250FD876}"/>
              </a:ext>
            </a:extLst>
          </p:cNvPr>
          <p:cNvSpPr/>
          <p:nvPr/>
        </p:nvSpPr>
        <p:spPr>
          <a:xfrm>
            <a:off x="20505060" y="3364692"/>
            <a:ext cx="1083165" cy="441260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uuid=[deviceName]</a:t>
            </a:r>
          </a:p>
          <a:p>
            <a:pPr defTabSz="914400"/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97" name="Verbinder: gewinkelt 96">
            <a:extLst>
              <a:ext uri="{FF2B5EF4-FFF2-40B4-BE49-F238E27FC236}">
                <a16:creationId xmlns:a16="http://schemas.microsoft.com/office/drawing/2014/main" id="{4FB777F2-9BC2-B162-76FE-7A8189EE1282}"/>
              </a:ext>
            </a:extLst>
          </p:cNvPr>
          <p:cNvCxnSpPr>
            <a:cxnSpLocks/>
            <a:stCxn id="299" idx="2"/>
            <a:endCxn id="213" idx="0"/>
          </p:cNvCxnSpPr>
          <p:nvPr/>
        </p:nvCxnSpPr>
        <p:spPr>
          <a:xfrm rot="5400000">
            <a:off x="4771444" y="3115002"/>
            <a:ext cx="6776068" cy="5907985"/>
          </a:xfrm>
          <a:prstGeom prst="bentConnector3">
            <a:avLst>
              <a:gd name="adj1" fmla="val 6748"/>
            </a:avLst>
          </a:prstGeom>
          <a:noFill/>
          <a:ln w="6350" cap="flat" cmpd="sng" algn="ctr">
            <a:solidFill>
              <a:srgbClr val="5B9BD5"/>
            </a:solidFill>
            <a:prstDash val="sysDash"/>
            <a:miter lim="800000"/>
            <a:tailEnd type="arrow"/>
          </a:ln>
          <a:effectLst/>
        </p:spPr>
      </p:cxnSp>
      <p:cxnSp>
        <p:nvCxnSpPr>
          <p:cNvPr id="101" name="Verbinder: gewinkelt 100">
            <a:extLst>
              <a:ext uri="{FF2B5EF4-FFF2-40B4-BE49-F238E27FC236}">
                <a16:creationId xmlns:a16="http://schemas.microsoft.com/office/drawing/2014/main" id="{B2F73060-0FC4-FD9A-B4C5-AB4D2A57B553}"/>
              </a:ext>
            </a:extLst>
          </p:cNvPr>
          <p:cNvCxnSpPr>
            <a:cxnSpLocks/>
            <a:stCxn id="299" idx="2"/>
            <a:endCxn id="87" idx="0"/>
          </p:cNvCxnSpPr>
          <p:nvPr/>
        </p:nvCxnSpPr>
        <p:spPr>
          <a:xfrm rot="16200000" flipH="1">
            <a:off x="10118925" y="3675504"/>
            <a:ext cx="6774783" cy="4785693"/>
          </a:xfrm>
          <a:prstGeom prst="bentConnector3">
            <a:avLst>
              <a:gd name="adj1" fmla="val 6740"/>
            </a:avLst>
          </a:prstGeom>
          <a:noFill/>
          <a:ln w="6350" cap="flat" cmpd="sng" algn="ctr">
            <a:solidFill>
              <a:srgbClr val="5B9BD5"/>
            </a:solidFill>
            <a:prstDash val="sysDash"/>
            <a:miter lim="800000"/>
            <a:tailEnd type="arrow"/>
          </a:ln>
          <a:effectLst/>
        </p:spPr>
      </p:cxnSp>
      <p:cxnSp>
        <p:nvCxnSpPr>
          <p:cNvPr id="105" name="Verbinder: gewinkelt 104">
            <a:extLst>
              <a:ext uri="{FF2B5EF4-FFF2-40B4-BE49-F238E27FC236}">
                <a16:creationId xmlns:a16="http://schemas.microsoft.com/office/drawing/2014/main" id="{4BF9E255-0917-93C7-EB10-57F359F8E1C8}"/>
              </a:ext>
            </a:extLst>
          </p:cNvPr>
          <p:cNvCxnSpPr>
            <a:cxnSpLocks/>
            <a:stCxn id="299" idx="2"/>
            <a:endCxn id="183" idx="3"/>
          </p:cNvCxnSpPr>
          <p:nvPr/>
        </p:nvCxnSpPr>
        <p:spPr>
          <a:xfrm rot="16200000" flipH="1">
            <a:off x="8513408" y="5281021"/>
            <a:ext cx="6786201" cy="1586077"/>
          </a:xfrm>
          <a:prstGeom prst="bentConnector4">
            <a:avLst>
              <a:gd name="adj1" fmla="val 11564"/>
              <a:gd name="adj2" fmla="val 114413"/>
            </a:avLst>
          </a:prstGeom>
          <a:noFill/>
          <a:ln w="6350" cap="flat" cmpd="sng" algn="ctr">
            <a:solidFill>
              <a:srgbClr val="5B9BD5"/>
            </a:solidFill>
            <a:prstDash val="sysDash"/>
            <a:miter lim="800000"/>
            <a:tailEnd type="arrow"/>
          </a:ln>
          <a:effectLst/>
        </p:spPr>
      </p:cxnSp>
      <p:sp>
        <p:nvSpPr>
          <p:cNvPr id="115" name="Rechteck 114">
            <a:extLst>
              <a:ext uri="{FF2B5EF4-FFF2-40B4-BE49-F238E27FC236}">
                <a16:creationId xmlns:a16="http://schemas.microsoft.com/office/drawing/2014/main" id="{6DC2F35F-8489-E4CF-5EDA-73031CB9FAE1}"/>
              </a:ext>
            </a:extLst>
          </p:cNvPr>
          <p:cNvSpPr/>
          <p:nvPr/>
        </p:nvSpPr>
        <p:spPr>
          <a:xfrm>
            <a:off x="14806391" y="1007941"/>
            <a:ext cx="2672717" cy="441260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layerProtocolName = managementPlaneTransport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 noch benötigt?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23" name="Gerader Verbinder 122">
            <a:extLst>
              <a:ext uri="{FF2B5EF4-FFF2-40B4-BE49-F238E27FC236}">
                <a16:creationId xmlns:a16="http://schemas.microsoft.com/office/drawing/2014/main" id="{FD627FB4-407B-8377-7F1C-8911B44A9742}"/>
              </a:ext>
            </a:extLst>
          </p:cNvPr>
          <p:cNvCxnSpPr>
            <a:cxnSpLocks/>
          </p:cNvCxnSpPr>
          <p:nvPr/>
        </p:nvCxnSpPr>
        <p:spPr>
          <a:xfrm rot="5400000">
            <a:off x="-4240112" y="10420090"/>
            <a:ext cx="889932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9" name="Rechteck 198">
            <a:extLst>
              <a:ext uri="{FF2B5EF4-FFF2-40B4-BE49-F238E27FC236}">
                <a16:creationId xmlns:a16="http://schemas.microsoft.com/office/drawing/2014/main" id="{328B03C8-5BF3-B623-CC54-6BCBD2621386}"/>
              </a:ext>
            </a:extLst>
          </p:cNvPr>
          <p:cNvSpPr/>
          <p:nvPr/>
        </p:nvSpPr>
        <p:spPr>
          <a:xfrm>
            <a:off x="13634389" y="9467411"/>
            <a:ext cx="1425833" cy="49060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uuid=[deviceName]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_ltp*</a:t>
            </a:r>
          </a:p>
        </p:txBody>
      </p:sp>
      <p:cxnSp>
        <p:nvCxnSpPr>
          <p:cNvPr id="200" name="Gerade Verbindung mit Pfeil 199">
            <a:extLst>
              <a:ext uri="{FF2B5EF4-FFF2-40B4-BE49-F238E27FC236}">
                <a16:creationId xmlns:a16="http://schemas.microsoft.com/office/drawing/2014/main" id="{B6E76DB8-22E4-AB6C-2986-552B09772221}"/>
              </a:ext>
            </a:extLst>
          </p:cNvPr>
          <p:cNvCxnSpPr>
            <a:cxnSpLocks/>
            <a:stCxn id="183" idx="3"/>
            <a:endCxn id="199" idx="1"/>
          </p:cNvCxnSpPr>
          <p:nvPr/>
        </p:nvCxnSpPr>
        <p:spPr>
          <a:xfrm>
            <a:off x="12699547" y="9467161"/>
            <a:ext cx="934842" cy="245553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44" name="Wolke 243">
            <a:extLst>
              <a:ext uri="{FF2B5EF4-FFF2-40B4-BE49-F238E27FC236}">
                <a16:creationId xmlns:a16="http://schemas.microsoft.com/office/drawing/2014/main" id="{5A65A86B-9D96-F38A-CDF9-88FBEC7A5B36}"/>
              </a:ext>
            </a:extLst>
          </p:cNvPr>
          <p:cNvSpPr/>
          <p:nvPr/>
        </p:nvSpPr>
        <p:spPr>
          <a:xfrm>
            <a:off x="5440680" y="278340"/>
            <a:ext cx="3560798" cy="1203343"/>
          </a:xfrm>
          <a:prstGeom prst="cloud">
            <a:avLst/>
          </a:prstGeom>
          <a:solidFill>
            <a:srgbClr val="FF0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de-DE" sz="8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Problem:</a:t>
            </a:r>
          </a:p>
          <a:p>
            <a:r>
              <a:rPr lang="de-DE" sz="8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when DDM gets addressed to provide the operationalState of a m</a:t>
            </a:r>
            <a:r>
              <a:rPr lang="de-DE" sz="800" kern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anagementPlaneTransportFC.</a:t>
            </a:r>
          </a:p>
          <a:p>
            <a:r>
              <a:rPr lang="de-DE" sz="800" kern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FC is referencing the mediatorProcessFC by uuid</a:t>
            </a:r>
            <a:r>
              <a:rPr lang="de-DE" sz="800" ker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the DDM has to search all mediatorVmCC for the uuid.</a:t>
            </a:r>
            <a:endParaRPr lang="de-DE" sz="800" kern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5" name="Rechteck 244">
            <a:extLst>
              <a:ext uri="{FF2B5EF4-FFF2-40B4-BE49-F238E27FC236}">
                <a16:creationId xmlns:a16="http://schemas.microsoft.com/office/drawing/2014/main" id="{A3A50379-0F51-41DC-CD60-2A5D942DCDF5}"/>
              </a:ext>
            </a:extLst>
          </p:cNvPr>
          <p:cNvSpPr/>
          <p:nvPr/>
        </p:nvSpPr>
        <p:spPr>
          <a:xfrm>
            <a:off x="13638919" y="5300067"/>
            <a:ext cx="1646802" cy="33607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uuid=mediator-process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layerProtocolName=mediatorProcess</a:t>
            </a:r>
          </a:p>
        </p:txBody>
      </p:sp>
      <p:cxnSp>
        <p:nvCxnSpPr>
          <p:cNvPr id="246" name="Gerade Verbindung mit Pfeil 245">
            <a:extLst>
              <a:ext uri="{FF2B5EF4-FFF2-40B4-BE49-F238E27FC236}">
                <a16:creationId xmlns:a16="http://schemas.microsoft.com/office/drawing/2014/main" id="{F1A5CE87-F769-814B-B48D-FA919087F934}"/>
              </a:ext>
            </a:extLst>
          </p:cNvPr>
          <p:cNvCxnSpPr>
            <a:cxnSpLocks/>
            <a:stCxn id="178" idx="3"/>
            <a:endCxn id="245" idx="1"/>
          </p:cNvCxnSpPr>
          <p:nvPr/>
        </p:nvCxnSpPr>
        <p:spPr>
          <a:xfrm flipV="1">
            <a:off x="12699547" y="5468104"/>
            <a:ext cx="939372" cy="3326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41829812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Rechteck 365">
            <a:extLst>
              <a:ext uri="{FF2B5EF4-FFF2-40B4-BE49-F238E27FC236}">
                <a16:creationId xmlns:a16="http://schemas.microsoft.com/office/drawing/2014/main" id="{89126B1C-AB98-2536-5B7D-4CB226C62850}"/>
              </a:ext>
            </a:extLst>
          </p:cNvPr>
          <p:cNvSpPr/>
          <p:nvPr/>
        </p:nvSpPr>
        <p:spPr>
          <a:xfrm>
            <a:off x="361950" y="2098430"/>
            <a:ext cx="22659975" cy="119348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1400">
                <a:solidFill>
                  <a:schemeClr val="tx1"/>
                </a:solidFill>
              </a:rPr>
              <a:t>DeviceDomain</a:t>
            </a:r>
          </a:p>
        </p:txBody>
      </p:sp>
      <p:sp>
        <p:nvSpPr>
          <p:cNvPr id="316" name="Rechteck 315">
            <a:extLst>
              <a:ext uri="{FF2B5EF4-FFF2-40B4-BE49-F238E27FC236}">
                <a16:creationId xmlns:a16="http://schemas.microsoft.com/office/drawing/2014/main" id="{D57623F4-8ABE-DD3B-C833-81B69C5863F1}"/>
              </a:ext>
            </a:extLst>
          </p:cNvPr>
          <p:cNvSpPr/>
          <p:nvPr/>
        </p:nvSpPr>
        <p:spPr>
          <a:xfrm>
            <a:off x="2719646" y="4006916"/>
            <a:ext cx="17091659" cy="6901184"/>
          </a:xfrm>
          <a:prstGeom prst="rect">
            <a:avLst/>
          </a:prstGeom>
          <a:solidFill>
            <a:schemeClr val="accent5">
              <a:lumMod val="40000"/>
              <a:lumOff val="6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1400">
                <a:solidFill>
                  <a:schemeClr val="tx1"/>
                </a:solidFill>
              </a:rPr>
              <a:t>ManagementPlaneTransport</a:t>
            </a:r>
          </a:p>
        </p:txBody>
      </p:sp>
      <p:sp>
        <p:nvSpPr>
          <p:cNvPr id="367" name="Rechteck 366">
            <a:extLst>
              <a:ext uri="{FF2B5EF4-FFF2-40B4-BE49-F238E27FC236}">
                <a16:creationId xmlns:a16="http://schemas.microsoft.com/office/drawing/2014/main" id="{D27FA544-7C02-8D40-50CA-21561FEBE7C1}"/>
              </a:ext>
            </a:extLst>
          </p:cNvPr>
          <p:cNvSpPr/>
          <p:nvPr/>
        </p:nvSpPr>
        <p:spPr>
          <a:xfrm>
            <a:off x="17392957" y="9548568"/>
            <a:ext cx="5507681" cy="43434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endParaRPr lang="de-DE" sz="1400">
              <a:solidFill>
                <a:schemeClr val="tx1"/>
              </a:solidFill>
            </a:endParaRPr>
          </a:p>
        </p:txBody>
      </p:sp>
      <p:sp>
        <p:nvSpPr>
          <p:cNvPr id="134" name="Rechteck 133">
            <a:extLst>
              <a:ext uri="{FF2B5EF4-FFF2-40B4-BE49-F238E27FC236}">
                <a16:creationId xmlns:a16="http://schemas.microsoft.com/office/drawing/2014/main" id="{AFFCDDF8-5262-FA25-5EC2-B581A809C4EE}"/>
              </a:ext>
            </a:extLst>
          </p:cNvPr>
          <p:cNvSpPr/>
          <p:nvPr/>
        </p:nvSpPr>
        <p:spPr>
          <a:xfrm>
            <a:off x="19811305" y="5586167"/>
            <a:ext cx="3089334" cy="3962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1400">
                <a:solidFill>
                  <a:schemeClr val="tx1"/>
                </a:solidFill>
              </a:rPr>
              <a:t>Device</a:t>
            </a:r>
          </a:p>
        </p:txBody>
      </p:sp>
      <p:sp>
        <p:nvSpPr>
          <p:cNvPr id="281" name="Rechteck 280">
            <a:extLst>
              <a:ext uri="{FF2B5EF4-FFF2-40B4-BE49-F238E27FC236}">
                <a16:creationId xmlns:a16="http://schemas.microsoft.com/office/drawing/2014/main" id="{2D320F09-9AA6-A469-D6F0-BE4E94481CB3}"/>
              </a:ext>
            </a:extLst>
          </p:cNvPr>
          <p:cNvSpPr/>
          <p:nvPr/>
        </p:nvSpPr>
        <p:spPr>
          <a:xfrm>
            <a:off x="6725291" y="5586167"/>
            <a:ext cx="8738197" cy="83058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1400">
                <a:solidFill>
                  <a:schemeClr val="tx1"/>
                </a:solidFill>
              </a:rPr>
              <a:t>MediatorVM</a:t>
            </a:r>
          </a:p>
        </p:txBody>
      </p:sp>
      <p:sp>
        <p:nvSpPr>
          <p:cNvPr id="286" name="Rechteck 285">
            <a:extLst>
              <a:ext uri="{FF2B5EF4-FFF2-40B4-BE49-F238E27FC236}">
                <a16:creationId xmlns:a16="http://schemas.microsoft.com/office/drawing/2014/main" id="{D8AE4052-8F1E-F4E2-B431-FFA8193EC50D}"/>
              </a:ext>
            </a:extLst>
          </p:cNvPr>
          <p:cNvSpPr/>
          <p:nvPr/>
        </p:nvSpPr>
        <p:spPr>
          <a:xfrm>
            <a:off x="6851185" y="10909753"/>
            <a:ext cx="8496789" cy="293036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1400">
                <a:solidFill>
                  <a:schemeClr val="tx1"/>
                </a:solidFill>
              </a:rPr>
              <a:t>MediatorProcess</a:t>
            </a:r>
          </a:p>
        </p:txBody>
      </p:sp>
      <p:sp>
        <p:nvSpPr>
          <p:cNvPr id="279" name="Rechteck 278">
            <a:extLst>
              <a:ext uri="{FF2B5EF4-FFF2-40B4-BE49-F238E27FC236}">
                <a16:creationId xmlns:a16="http://schemas.microsoft.com/office/drawing/2014/main" id="{C83F54BE-E7F0-D9AE-A1D5-FC225483FC63}"/>
              </a:ext>
            </a:extLst>
          </p:cNvPr>
          <p:cNvSpPr/>
          <p:nvPr/>
        </p:nvSpPr>
        <p:spPr>
          <a:xfrm>
            <a:off x="492983" y="5586167"/>
            <a:ext cx="4283165" cy="8305800"/>
          </a:xfrm>
          <a:prstGeom prst="rect">
            <a:avLst/>
          </a:prstGeom>
          <a:solidFill>
            <a:srgbClr val="FFDD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1400">
                <a:solidFill>
                  <a:schemeClr val="tx1"/>
                </a:solidFill>
              </a:rPr>
              <a:t>Controller</a:t>
            </a:r>
          </a:p>
        </p:txBody>
      </p:sp>
      <p:sp>
        <p:nvSpPr>
          <p:cNvPr id="280" name="Rechteck 279">
            <a:extLst>
              <a:ext uri="{FF2B5EF4-FFF2-40B4-BE49-F238E27FC236}">
                <a16:creationId xmlns:a16="http://schemas.microsoft.com/office/drawing/2014/main" id="{92D55D44-2758-C888-E7D3-17F8487BBFAA}"/>
              </a:ext>
            </a:extLst>
          </p:cNvPr>
          <p:cNvSpPr/>
          <p:nvPr/>
        </p:nvSpPr>
        <p:spPr>
          <a:xfrm>
            <a:off x="574352" y="9456205"/>
            <a:ext cx="4084142" cy="434215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1400">
                <a:solidFill>
                  <a:schemeClr val="tx1"/>
                </a:solidFill>
              </a:rPr>
              <a:t>MountPoint</a:t>
            </a:r>
          </a:p>
        </p:txBody>
      </p:sp>
      <p:sp>
        <p:nvSpPr>
          <p:cNvPr id="56" name="Abgerundetes Rechteck 1">
            <a:extLst>
              <a:ext uri="{FF2B5EF4-FFF2-40B4-BE49-F238E27FC236}">
                <a16:creationId xmlns:a16="http://schemas.microsoft.com/office/drawing/2014/main" id="{5403E44F-74C3-C3A1-D91F-775BF540BEEE}"/>
              </a:ext>
            </a:extLst>
          </p:cNvPr>
          <p:cNvSpPr/>
          <p:nvPr/>
        </p:nvSpPr>
        <p:spPr>
          <a:xfrm>
            <a:off x="681936" y="5968467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 dirty="0">
                <a:solidFill>
                  <a:prstClr val="white"/>
                </a:solidFill>
                <a:latin typeface="Calibri" panose="020F0502020204030204"/>
              </a:rPr>
              <a:t>CC</a:t>
            </a:r>
          </a:p>
        </p:txBody>
      </p:sp>
      <p:cxnSp>
        <p:nvCxnSpPr>
          <p:cNvPr id="59" name="Gerade Verbindung mit Pfeil 58">
            <a:extLst>
              <a:ext uri="{FF2B5EF4-FFF2-40B4-BE49-F238E27FC236}">
                <a16:creationId xmlns:a16="http://schemas.microsoft.com/office/drawing/2014/main" id="{F05705B2-207A-7473-B0D3-D0E210757D90}"/>
              </a:ext>
            </a:extLst>
          </p:cNvPr>
          <p:cNvCxnSpPr>
            <a:cxnSpLocks/>
            <a:stCxn id="56" idx="2"/>
            <a:endCxn id="3" idx="0"/>
          </p:cNvCxnSpPr>
          <p:nvPr/>
        </p:nvCxnSpPr>
        <p:spPr>
          <a:xfrm>
            <a:off x="950586" y="6414039"/>
            <a:ext cx="0" cy="4767623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62" name="Abgerundetes Rechteck 8">
            <a:extLst>
              <a:ext uri="{FF2B5EF4-FFF2-40B4-BE49-F238E27FC236}">
                <a16:creationId xmlns:a16="http://schemas.microsoft.com/office/drawing/2014/main" id="{D931E7C7-2676-B390-3748-944ED677BBE8}"/>
              </a:ext>
            </a:extLst>
          </p:cNvPr>
          <p:cNvSpPr/>
          <p:nvPr/>
        </p:nvSpPr>
        <p:spPr>
          <a:xfrm>
            <a:off x="1771402" y="12436699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NetconfClient [1]</a:t>
            </a:r>
          </a:p>
        </p:txBody>
      </p:sp>
      <p:sp>
        <p:nvSpPr>
          <p:cNvPr id="63" name="Abgerundetes Rechteck 9">
            <a:extLst>
              <a:ext uri="{FF2B5EF4-FFF2-40B4-BE49-F238E27FC236}">
                <a16:creationId xmlns:a16="http://schemas.microsoft.com/office/drawing/2014/main" id="{CD324EEE-7E30-AD7C-F620-BB3FA6A55BF3}"/>
              </a:ext>
            </a:extLst>
          </p:cNvPr>
          <p:cNvSpPr/>
          <p:nvPr/>
        </p:nvSpPr>
        <p:spPr>
          <a:xfrm>
            <a:off x="1771401" y="13168634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TcpClient [1]</a:t>
            </a:r>
          </a:p>
        </p:txBody>
      </p:sp>
      <p:cxnSp>
        <p:nvCxnSpPr>
          <p:cNvPr id="69" name="Gerade Verbindung mit Pfeil 68">
            <a:extLst>
              <a:ext uri="{FF2B5EF4-FFF2-40B4-BE49-F238E27FC236}">
                <a16:creationId xmlns:a16="http://schemas.microsoft.com/office/drawing/2014/main" id="{61405C5D-4998-3705-F84F-AA9A6D7300F6}"/>
              </a:ext>
            </a:extLst>
          </p:cNvPr>
          <p:cNvCxnSpPr>
            <a:cxnSpLocks/>
            <a:stCxn id="63" idx="3"/>
            <a:endCxn id="73" idx="1"/>
          </p:cNvCxnSpPr>
          <p:nvPr/>
        </p:nvCxnSpPr>
        <p:spPr>
          <a:xfrm flipV="1">
            <a:off x="2932854" y="13295258"/>
            <a:ext cx="431670" cy="96162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73" name="Rechteck 72">
            <a:extLst>
              <a:ext uri="{FF2B5EF4-FFF2-40B4-BE49-F238E27FC236}">
                <a16:creationId xmlns:a16="http://schemas.microsoft.com/office/drawing/2014/main" id="{D4C53D9F-5A49-C19A-5474-E3DC89FF2AB8}"/>
              </a:ext>
            </a:extLst>
          </p:cNvPr>
          <p:cNvSpPr/>
          <p:nvPr/>
        </p:nvSpPr>
        <p:spPr>
          <a:xfrm>
            <a:off x="3364524" y="13072471"/>
            <a:ext cx="1147836" cy="445573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local-id=tcpClient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remoteIpAddress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remotePort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0" name="Rechteck 89">
            <a:extLst>
              <a:ext uri="{FF2B5EF4-FFF2-40B4-BE49-F238E27FC236}">
                <a16:creationId xmlns:a16="http://schemas.microsoft.com/office/drawing/2014/main" id="{8E303147-0B25-3184-7D85-94E7D636036D}"/>
              </a:ext>
            </a:extLst>
          </p:cNvPr>
          <p:cNvSpPr/>
          <p:nvPr/>
        </p:nvSpPr>
        <p:spPr>
          <a:xfrm>
            <a:off x="3352800" y="12424736"/>
            <a:ext cx="1158235" cy="27413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local-id=netconfClient</a:t>
            </a:r>
          </a:p>
        </p:txBody>
      </p:sp>
      <p:cxnSp>
        <p:nvCxnSpPr>
          <p:cNvPr id="91" name="Gerade Verbindung mit Pfeil 90">
            <a:extLst>
              <a:ext uri="{FF2B5EF4-FFF2-40B4-BE49-F238E27FC236}">
                <a16:creationId xmlns:a16="http://schemas.microsoft.com/office/drawing/2014/main" id="{3065BECA-C0D8-DABC-4838-03A9DADBC8E4}"/>
              </a:ext>
            </a:extLst>
          </p:cNvPr>
          <p:cNvCxnSpPr>
            <a:cxnSpLocks/>
            <a:stCxn id="62" idx="3"/>
            <a:endCxn id="90" idx="1"/>
          </p:cNvCxnSpPr>
          <p:nvPr/>
        </p:nvCxnSpPr>
        <p:spPr>
          <a:xfrm flipV="1">
            <a:off x="2932855" y="12561803"/>
            <a:ext cx="419945" cy="97682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6" name="Abgerundetes Rechteck 8">
            <a:extLst>
              <a:ext uri="{FF2B5EF4-FFF2-40B4-BE49-F238E27FC236}">
                <a16:creationId xmlns:a16="http://schemas.microsoft.com/office/drawing/2014/main" id="{FA04FE7A-8C91-5969-0B4C-381A07F25EF4}"/>
              </a:ext>
            </a:extLst>
          </p:cNvPr>
          <p:cNvSpPr/>
          <p:nvPr/>
        </p:nvSpPr>
        <p:spPr>
          <a:xfrm>
            <a:off x="11905730" y="12439017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SnmpClient [1]</a:t>
            </a:r>
          </a:p>
        </p:txBody>
      </p:sp>
      <p:sp>
        <p:nvSpPr>
          <p:cNvPr id="17" name="Abgerundetes Rechteck 9">
            <a:extLst>
              <a:ext uri="{FF2B5EF4-FFF2-40B4-BE49-F238E27FC236}">
                <a16:creationId xmlns:a16="http://schemas.microsoft.com/office/drawing/2014/main" id="{DB15B1A3-8090-1C0B-973D-BF8F69FAEBA4}"/>
              </a:ext>
            </a:extLst>
          </p:cNvPr>
          <p:cNvSpPr/>
          <p:nvPr/>
        </p:nvSpPr>
        <p:spPr>
          <a:xfrm>
            <a:off x="11905730" y="13159256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TcpClient [1]</a:t>
            </a:r>
          </a:p>
        </p:txBody>
      </p: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70F4C1EE-BA58-27B6-3CEB-D51FD6F237BD}"/>
              </a:ext>
            </a:extLst>
          </p:cNvPr>
          <p:cNvCxnSpPr>
            <a:cxnSpLocks/>
            <a:stCxn id="17" idx="3"/>
            <a:endCxn id="27" idx="1"/>
          </p:cNvCxnSpPr>
          <p:nvPr/>
        </p:nvCxnSpPr>
        <p:spPr>
          <a:xfrm>
            <a:off x="13067183" y="13382042"/>
            <a:ext cx="470208" cy="9378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7" name="Rechteck 26">
            <a:extLst>
              <a:ext uri="{FF2B5EF4-FFF2-40B4-BE49-F238E27FC236}">
                <a16:creationId xmlns:a16="http://schemas.microsoft.com/office/drawing/2014/main" id="{141A7E87-1BDC-31FA-FF1D-F3854B2C1EF8}"/>
              </a:ext>
            </a:extLst>
          </p:cNvPr>
          <p:cNvSpPr/>
          <p:nvPr/>
        </p:nvSpPr>
        <p:spPr>
          <a:xfrm>
            <a:off x="13537391" y="13168634"/>
            <a:ext cx="1682087" cy="445572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local-id=tcpClient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remoteIpAddress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remotePort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Abgerundetes Rechteck 88">
            <a:extLst>
              <a:ext uri="{FF2B5EF4-FFF2-40B4-BE49-F238E27FC236}">
                <a16:creationId xmlns:a16="http://schemas.microsoft.com/office/drawing/2014/main" id="{E0866C50-0FC1-8A65-C2E4-AFEDC9C879A3}"/>
              </a:ext>
            </a:extLst>
          </p:cNvPr>
          <p:cNvSpPr/>
          <p:nvPr/>
        </p:nvSpPr>
        <p:spPr>
          <a:xfrm>
            <a:off x="9102644" y="13159256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TcpServer [1]</a:t>
            </a:r>
          </a:p>
        </p:txBody>
      </p:sp>
      <p:sp>
        <p:nvSpPr>
          <p:cNvPr id="29" name="Abgerundetes Rechteck 89">
            <a:extLst>
              <a:ext uri="{FF2B5EF4-FFF2-40B4-BE49-F238E27FC236}">
                <a16:creationId xmlns:a16="http://schemas.microsoft.com/office/drawing/2014/main" id="{0CCFFAAB-77ED-5692-76E1-51970536581E}"/>
              </a:ext>
            </a:extLst>
          </p:cNvPr>
          <p:cNvSpPr/>
          <p:nvPr/>
        </p:nvSpPr>
        <p:spPr>
          <a:xfrm>
            <a:off x="9102644" y="12438239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NetconfServer[1]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7839F9AB-0E9E-3CD3-0688-75C82B3622F5}"/>
              </a:ext>
            </a:extLst>
          </p:cNvPr>
          <p:cNvSpPr/>
          <p:nvPr/>
        </p:nvSpPr>
        <p:spPr>
          <a:xfrm>
            <a:off x="6991939" y="13168634"/>
            <a:ext cx="1537099" cy="49142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local-id=tcpServer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localIpAddress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localPort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6893C73A-48A8-6D1F-40D2-0A9F5851FE5C}"/>
              </a:ext>
            </a:extLst>
          </p:cNvPr>
          <p:cNvCxnSpPr>
            <a:cxnSpLocks/>
            <a:stCxn id="28" idx="1"/>
            <a:endCxn id="36" idx="3"/>
          </p:cNvCxnSpPr>
          <p:nvPr/>
        </p:nvCxnSpPr>
        <p:spPr>
          <a:xfrm flipH="1">
            <a:off x="8529038" y="13382042"/>
            <a:ext cx="573606" cy="3230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8" name="Rechteck 37">
            <a:extLst>
              <a:ext uri="{FF2B5EF4-FFF2-40B4-BE49-F238E27FC236}">
                <a16:creationId xmlns:a16="http://schemas.microsoft.com/office/drawing/2014/main" id="{D6180C09-80DE-B8FB-D98B-2D79204A965B}"/>
              </a:ext>
            </a:extLst>
          </p:cNvPr>
          <p:cNvSpPr/>
          <p:nvPr/>
        </p:nvSpPr>
        <p:spPr>
          <a:xfrm>
            <a:off x="6991939" y="12399083"/>
            <a:ext cx="1537099" cy="258271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local-id=netconfServer</a:t>
            </a:r>
          </a:p>
        </p:txBody>
      </p: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12D49DF6-85AB-4875-3211-DF09274DF36A}"/>
              </a:ext>
            </a:extLst>
          </p:cNvPr>
          <p:cNvCxnSpPr>
            <a:cxnSpLocks/>
            <a:stCxn id="29" idx="1"/>
            <a:endCxn id="38" idx="3"/>
          </p:cNvCxnSpPr>
          <p:nvPr/>
        </p:nvCxnSpPr>
        <p:spPr>
          <a:xfrm flipH="1" flipV="1">
            <a:off x="8529038" y="12528219"/>
            <a:ext cx="573606" cy="132806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4" name="Rechteck 43">
            <a:extLst>
              <a:ext uri="{FF2B5EF4-FFF2-40B4-BE49-F238E27FC236}">
                <a16:creationId xmlns:a16="http://schemas.microsoft.com/office/drawing/2014/main" id="{DDD580D5-0B17-FEDA-A7D7-84BCAB8DD12F}"/>
              </a:ext>
            </a:extLst>
          </p:cNvPr>
          <p:cNvSpPr/>
          <p:nvPr/>
        </p:nvSpPr>
        <p:spPr>
          <a:xfrm>
            <a:off x="13537391" y="12455235"/>
            <a:ext cx="1682087" cy="264703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local-id=snmpClient</a:t>
            </a:r>
          </a:p>
        </p:txBody>
      </p: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BA13D890-B8BA-7E5D-B4EB-3559460FEA0B}"/>
              </a:ext>
            </a:extLst>
          </p:cNvPr>
          <p:cNvCxnSpPr>
            <a:cxnSpLocks/>
            <a:stCxn id="16" idx="3"/>
            <a:endCxn id="44" idx="1"/>
          </p:cNvCxnSpPr>
          <p:nvPr/>
        </p:nvCxnSpPr>
        <p:spPr>
          <a:xfrm flipV="1">
            <a:off x="13067183" y="12587587"/>
            <a:ext cx="470208" cy="74216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29" name="Abgerundetes Rechteck 1">
            <a:extLst>
              <a:ext uri="{FF2B5EF4-FFF2-40B4-BE49-F238E27FC236}">
                <a16:creationId xmlns:a16="http://schemas.microsoft.com/office/drawing/2014/main" id="{0B3696B8-459B-81BC-F007-25C4FCAE7AF6}"/>
              </a:ext>
            </a:extLst>
          </p:cNvPr>
          <p:cNvSpPr/>
          <p:nvPr/>
        </p:nvSpPr>
        <p:spPr>
          <a:xfrm>
            <a:off x="10816263" y="5970350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 dirty="0">
                <a:solidFill>
                  <a:prstClr val="white"/>
                </a:solidFill>
                <a:latin typeface="Calibri" panose="020F0502020204030204"/>
              </a:rPr>
              <a:t>CC</a:t>
            </a:r>
          </a:p>
        </p:txBody>
      </p:sp>
      <p:sp>
        <p:nvSpPr>
          <p:cNvPr id="145" name="Abgerundetes Rechteck 74">
            <a:extLst>
              <a:ext uri="{FF2B5EF4-FFF2-40B4-BE49-F238E27FC236}">
                <a16:creationId xmlns:a16="http://schemas.microsoft.com/office/drawing/2014/main" id="{9F76D0E1-4E66-342A-E3B2-52119B669652}"/>
              </a:ext>
            </a:extLst>
          </p:cNvPr>
          <p:cNvSpPr/>
          <p:nvPr/>
        </p:nvSpPr>
        <p:spPr>
          <a:xfrm>
            <a:off x="9102643" y="7757851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OperationServer[*]</a:t>
            </a:r>
          </a:p>
        </p:txBody>
      </p:sp>
      <p:sp>
        <p:nvSpPr>
          <p:cNvPr id="147" name="Abgerundetes Rechteck 88">
            <a:extLst>
              <a:ext uri="{FF2B5EF4-FFF2-40B4-BE49-F238E27FC236}">
                <a16:creationId xmlns:a16="http://schemas.microsoft.com/office/drawing/2014/main" id="{8BC9E276-53B6-5995-622D-0AC9EB9DE1B3}"/>
              </a:ext>
            </a:extLst>
          </p:cNvPr>
          <p:cNvSpPr/>
          <p:nvPr/>
        </p:nvSpPr>
        <p:spPr>
          <a:xfrm>
            <a:off x="9102643" y="9199885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TcpServer [1]</a:t>
            </a:r>
          </a:p>
        </p:txBody>
      </p:sp>
      <p:sp>
        <p:nvSpPr>
          <p:cNvPr id="148" name="Abgerundetes Rechteck 89">
            <a:extLst>
              <a:ext uri="{FF2B5EF4-FFF2-40B4-BE49-F238E27FC236}">
                <a16:creationId xmlns:a16="http://schemas.microsoft.com/office/drawing/2014/main" id="{14E901DD-3FD2-DD78-E2D1-8BE2B4D09279}"/>
              </a:ext>
            </a:extLst>
          </p:cNvPr>
          <p:cNvSpPr/>
          <p:nvPr/>
        </p:nvSpPr>
        <p:spPr>
          <a:xfrm>
            <a:off x="9102643" y="8478868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HttpServer [1]</a:t>
            </a:r>
          </a:p>
        </p:txBody>
      </p:sp>
      <p:sp>
        <p:nvSpPr>
          <p:cNvPr id="152" name="Rechteck 151">
            <a:extLst>
              <a:ext uri="{FF2B5EF4-FFF2-40B4-BE49-F238E27FC236}">
                <a16:creationId xmlns:a16="http://schemas.microsoft.com/office/drawing/2014/main" id="{E3E04050-9C25-B09E-3C76-37E1DD41737D}"/>
              </a:ext>
            </a:extLst>
          </p:cNvPr>
          <p:cNvSpPr/>
          <p:nvPr/>
        </p:nvSpPr>
        <p:spPr>
          <a:xfrm>
            <a:off x="6851185" y="7825361"/>
            <a:ext cx="1815783" cy="329527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local-id=mediatorVmOperationServer[N]</a:t>
            </a:r>
          </a:p>
        </p:txBody>
      </p:sp>
      <p:sp>
        <p:nvSpPr>
          <p:cNvPr id="154" name="Rechteck 153">
            <a:extLst>
              <a:ext uri="{FF2B5EF4-FFF2-40B4-BE49-F238E27FC236}">
                <a16:creationId xmlns:a16="http://schemas.microsoft.com/office/drawing/2014/main" id="{603038BB-B38F-04CB-CE97-EB1D3BC5A2ED}"/>
              </a:ext>
            </a:extLst>
          </p:cNvPr>
          <p:cNvSpPr/>
          <p:nvPr/>
        </p:nvSpPr>
        <p:spPr>
          <a:xfrm>
            <a:off x="6851185" y="9199884"/>
            <a:ext cx="1815783" cy="445572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local-id=tcpServer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localIpAddress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localPort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55" name="Gerade Verbindung mit Pfeil 154">
            <a:extLst>
              <a:ext uri="{FF2B5EF4-FFF2-40B4-BE49-F238E27FC236}">
                <a16:creationId xmlns:a16="http://schemas.microsoft.com/office/drawing/2014/main" id="{AE72E1DE-8F09-CAEE-F70B-BD74C656E315}"/>
              </a:ext>
            </a:extLst>
          </p:cNvPr>
          <p:cNvCxnSpPr>
            <a:cxnSpLocks/>
            <a:stCxn id="147" idx="1"/>
            <a:endCxn id="154" idx="3"/>
          </p:cNvCxnSpPr>
          <p:nvPr/>
        </p:nvCxnSpPr>
        <p:spPr>
          <a:xfrm flipH="1" flipV="1">
            <a:off x="8666968" y="9422670"/>
            <a:ext cx="435675" cy="1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56" name="Rechteck 155">
            <a:extLst>
              <a:ext uri="{FF2B5EF4-FFF2-40B4-BE49-F238E27FC236}">
                <a16:creationId xmlns:a16="http://schemas.microsoft.com/office/drawing/2014/main" id="{A2DD233B-D011-6931-E9B5-093D279C83E7}"/>
              </a:ext>
            </a:extLst>
          </p:cNvPr>
          <p:cNvSpPr/>
          <p:nvPr/>
        </p:nvSpPr>
        <p:spPr>
          <a:xfrm>
            <a:off x="6851185" y="8269283"/>
            <a:ext cx="1815783" cy="606622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local-id=mediator-vm-httpServer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mediatorVmTemplateName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mediatorUserName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mediatorUserPassword</a:t>
            </a:r>
          </a:p>
        </p:txBody>
      </p:sp>
      <p:cxnSp>
        <p:nvCxnSpPr>
          <p:cNvPr id="158" name="Gerade Verbindung mit Pfeil 157">
            <a:extLst>
              <a:ext uri="{FF2B5EF4-FFF2-40B4-BE49-F238E27FC236}">
                <a16:creationId xmlns:a16="http://schemas.microsoft.com/office/drawing/2014/main" id="{7F8AF69D-63A6-BB6A-B020-F4C20183069E}"/>
              </a:ext>
            </a:extLst>
          </p:cNvPr>
          <p:cNvCxnSpPr>
            <a:cxnSpLocks/>
            <a:stCxn id="145" idx="1"/>
            <a:endCxn id="152" idx="3"/>
          </p:cNvCxnSpPr>
          <p:nvPr/>
        </p:nvCxnSpPr>
        <p:spPr>
          <a:xfrm flipH="1">
            <a:off x="8666968" y="7980637"/>
            <a:ext cx="435675" cy="9488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59" name="Gerade Verbindung mit Pfeil 158">
            <a:extLst>
              <a:ext uri="{FF2B5EF4-FFF2-40B4-BE49-F238E27FC236}">
                <a16:creationId xmlns:a16="http://schemas.microsoft.com/office/drawing/2014/main" id="{E0072063-E071-5BFA-07F7-75E642B28E77}"/>
              </a:ext>
            </a:extLst>
          </p:cNvPr>
          <p:cNvCxnSpPr>
            <a:cxnSpLocks/>
            <a:stCxn id="148" idx="1"/>
            <a:endCxn id="156" idx="3"/>
          </p:cNvCxnSpPr>
          <p:nvPr/>
        </p:nvCxnSpPr>
        <p:spPr>
          <a:xfrm flipH="1" flipV="1">
            <a:off x="8666968" y="8572594"/>
            <a:ext cx="435675" cy="12906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68" name="Rechteck 167">
            <a:extLst>
              <a:ext uri="{FF2B5EF4-FFF2-40B4-BE49-F238E27FC236}">
                <a16:creationId xmlns:a16="http://schemas.microsoft.com/office/drawing/2014/main" id="{CF8AC0D9-3EBA-3573-B442-A8577BA331CA}"/>
              </a:ext>
            </a:extLst>
          </p:cNvPr>
          <p:cNvSpPr/>
          <p:nvPr/>
        </p:nvSpPr>
        <p:spPr>
          <a:xfrm>
            <a:off x="8716066" y="5989927"/>
            <a:ext cx="1425832" cy="375828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local-id=[mediatorVmName]</a:t>
            </a:r>
          </a:p>
        </p:txBody>
      </p:sp>
      <p:cxnSp>
        <p:nvCxnSpPr>
          <p:cNvPr id="169" name="Gerade Verbindung mit Pfeil 168">
            <a:extLst>
              <a:ext uri="{FF2B5EF4-FFF2-40B4-BE49-F238E27FC236}">
                <a16:creationId xmlns:a16="http://schemas.microsoft.com/office/drawing/2014/main" id="{BA0DE7E0-3E00-4D1E-00E4-096475C7D555}"/>
              </a:ext>
            </a:extLst>
          </p:cNvPr>
          <p:cNvCxnSpPr>
            <a:cxnSpLocks/>
            <a:stCxn id="129" idx="1"/>
            <a:endCxn id="168" idx="3"/>
          </p:cNvCxnSpPr>
          <p:nvPr/>
        </p:nvCxnSpPr>
        <p:spPr>
          <a:xfrm flipH="1" flipV="1">
            <a:off x="10141898" y="6177841"/>
            <a:ext cx="674365" cy="1529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16" name="Abgerundetes Rechteck 1">
            <a:extLst>
              <a:ext uri="{FF2B5EF4-FFF2-40B4-BE49-F238E27FC236}">
                <a16:creationId xmlns:a16="http://schemas.microsoft.com/office/drawing/2014/main" id="{E4A62BC8-924C-84E9-9ED3-A6A081AB7FE4}"/>
              </a:ext>
            </a:extLst>
          </p:cNvPr>
          <p:cNvSpPr/>
          <p:nvPr/>
        </p:nvSpPr>
        <p:spPr>
          <a:xfrm>
            <a:off x="21995606" y="5970000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 dirty="0">
                <a:solidFill>
                  <a:prstClr val="white"/>
                </a:solidFill>
                <a:latin typeface="Calibri" panose="020F0502020204030204"/>
              </a:rPr>
              <a:t>CC</a:t>
            </a:r>
          </a:p>
        </p:txBody>
      </p:sp>
      <p:cxnSp>
        <p:nvCxnSpPr>
          <p:cNvPr id="219" name="Gerade Verbindung mit Pfeil 218">
            <a:extLst>
              <a:ext uri="{FF2B5EF4-FFF2-40B4-BE49-F238E27FC236}">
                <a16:creationId xmlns:a16="http://schemas.microsoft.com/office/drawing/2014/main" id="{F3812ADC-C552-3888-AD96-B6C6C4A66D2D}"/>
              </a:ext>
            </a:extLst>
          </p:cNvPr>
          <p:cNvCxnSpPr>
            <a:cxnSpLocks/>
            <a:stCxn id="216" idx="2"/>
            <a:endCxn id="25" idx="0"/>
          </p:cNvCxnSpPr>
          <p:nvPr/>
        </p:nvCxnSpPr>
        <p:spPr>
          <a:xfrm>
            <a:off x="22264256" y="6415572"/>
            <a:ext cx="0" cy="4771091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22" name="Abgerundetes Rechteck 88">
            <a:extLst>
              <a:ext uri="{FF2B5EF4-FFF2-40B4-BE49-F238E27FC236}">
                <a16:creationId xmlns:a16="http://schemas.microsoft.com/office/drawing/2014/main" id="{CA0AEA30-500F-B7AD-AACA-E7D8EDE7AACC}"/>
              </a:ext>
            </a:extLst>
          </p:cNvPr>
          <p:cNvSpPr/>
          <p:nvPr/>
        </p:nvSpPr>
        <p:spPr>
          <a:xfrm>
            <a:off x="19565706" y="13155585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TcpServer [1]</a:t>
            </a:r>
          </a:p>
        </p:txBody>
      </p:sp>
      <p:sp>
        <p:nvSpPr>
          <p:cNvPr id="223" name="Abgerundetes Rechteck 89">
            <a:extLst>
              <a:ext uri="{FF2B5EF4-FFF2-40B4-BE49-F238E27FC236}">
                <a16:creationId xmlns:a16="http://schemas.microsoft.com/office/drawing/2014/main" id="{044D5B40-A091-29AF-E39A-C4A69555BAD1}"/>
              </a:ext>
            </a:extLst>
          </p:cNvPr>
          <p:cNvSpPr/>
          <p:nvPr/>
        </p:nvSpPr>
        <p:spPr>
          <a:xfrm>
            <a:off x="19565706" y="12434568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SnmpServer [*]</a:t>
            </a:r>
          </a:p>
        </p:txBody>
      </p:sp>
      <p:sp>
        <p:nvSpPr>
          <p:cNvPr id="230" name="Rechteck 229">
            <a:extLst>
              <a:ext uri="{FF2B5EF4-FFF2-40B4-BE49-F238E27FC236}">
                <a16:creationId xmlns:a16="http://schemas.microsoft.com/office/drawing/2014/main" id="{3A0F905E-26BB-EADC-40B0-7140549F1DE4}"/>
              </a:ext>
            </a:extLst>
          </p:cNvPr>
          <p:cNvSpPr/>
          <p:nvPr/>
        </p:nvSpPr>
        <p:spPr>
          <a:xfrm>
            <a:off x="17566269" y="13170395"/>
            <a:ext cx="1425832" cy="434433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local-id=tcpServer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localIpAddress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localPort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31" name="Gerade Verbindung mit Pfeil 230">
            <a:extLst>
              <a:ext uri="{FF2B5EF4-FFF2-40B4-BE49-F238E27FC236}">
                <a16:creationId xmlns:a16="http://schemas.microsoft.com/office/drawing/2014/main" id="{E2AA1378-2624-C82E-46F5-DAE3598C92F9}"/>
              </a:ext>
            </a:extLst>
          </p:cNvPr>
          <p:cNvCxnSpPr>
            <a:cxnSpLocks/>
            <a:stCxn id="222" idx="1"/>
            <a:endCxn id="230" idx="3"/>
          </p:cNvCxnSpPr>
          <p:nvPr/>
        </p:nvCxnSpPr>
        <p:spPr>
          <a:xfrm flipH="1">
            <a:off x="18992101" y="13378371"/>
            <a:ext cx="573605" cy="9241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32" name="Rechteck 231">
            <a:extLst>
              <a:ext uri="{FF2B5EF4-FFF2-40B4-BE49-F238E27FC236}">
                <a16:creationId xmlns:a16="http://schemas.microsoft.com/office/drawing/2014/main" id="{D24AFCEE-3415-2633-C02F-42F690432881}"/>
              </a:ext>
            </a:extLst>
          </p:cNvPr>
          <p:cNvSpPr/>
          <p:nvPr/>
        </p:nvSpPr>
        <p:spPr>
          <a:xfrm>
            <a:off x="17566269" y="12402702"/>
            <a:ext cx="1425832" cy="592333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local-id=[mediatorUserName]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deviceModelName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mediatorUserName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mediatorUserPassword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35" name="Gerade Verbindung mit Pfeil 234">
            <a:extLst>
              <a:ext uri="{FF2B5EF4-FFF2-40B4-BE49-F238E27FC236}">
                <a16:creationId xmlns:a16="http://schemas.microsoft.com/office/drawing/2014/main" id="{4A5D1682-99D1-7876-EEFC-EA1180222379}"/>
              </a:ext>
            </a:extLst>
          </p:cNvPr>
          <p:cNvCxnSpPr>
            <a:cxnSpLocks/>
            <a:stCxn id="223" idx="1"/>
            <a:endCxn id="232" idx="3"/>
          </p:cNvCxnSpPr>
          <p:nvPr/>
        </p:nvCxnSpPr>
        <p:spPr>
          <a:xfrm flipH="1">
            <a:off x="18992101" y="12657354"/>
            <a:ext cx="573605" cy="4151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41" name="Rechteck 240">
            <a:extLst>
              <a:ext uri="{FF2B5EF4-FFF2-40B4-BE49-F238E27FC236}">
                <a16:creationId xmlns:a16="http://schemas.microsoft.com/office/drawing/2014/main" id="{8AE67609-FF85-AA36-4EAC-A2C055DD14DD}"/>
              </a:ext>
            </a:extLst>
          </p:cNvPr>
          <p:cNvSpPr/>
          <p:nvPr/>
        </p:nvSpPr>
        <p:spPr>
          <a:xfrm>
            <a:off x="19945629" y="5969361"/>
            <a:ext cx="1471132" cy="276083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local-id=[deviceName]</a:t>
            </a:r>
          </a:p>
        </p:txBody>
      </p:sp>
      <p:cxnSp>
        <p:nvCxnSpPr>
          <p:cNvPr id="242" name="Gerade Verbindung mit Pfeil 241">
            <a:extLst>
              <a:ext uri="{FF2B5EF4-FFF2-40B4-BE49-F238E27FC236}">
                <a16:creationId xmlns:a16="http://schemas.microsoft.com/office/drawing/2014/main" id="{D02907C9-C5BE-29CD-04AE-14DC78D81D7F}"/>
              </a:ext>
            </a:extLst>
          </p:cNvPr>
          <p:cNvCxnSpPr>
            <a:cxnSpLocks/>
            <a:stCxn id="216" idx="1"/>
            <a:endCxn id="241" idx="3"/>
          </p:cNvCxnSpPr>
          <p:nvPr/>
        </p:nvCxnSpPr>
        <p:spPr>
          <a:xfrm flipH="1" flipV="1">
            <a:off x="21416761" y="6107403"/>
            <a:ext cx="578845" cy="85383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6" name="Abgerundetes Rechteck 8">
            <a:extLst>
              <a:ext uri="{FF2B5EF4-FFF2-40B4-BE49-F238E27FC236}">
                <a16:creationId xmlns:a16="http://schemas.microsoft.com/office/drawing/2014/main" id="{C08FEA06-0BBB-3C97-6307-ABA2F45E722D}"/>
              </a:ext>
            </a:extLst>
          </p:cNvPr>
          <p:cNvSpPr/>
          <p:nvPr/>
        </p:nvSpPr>
        <p:spPr>
          <a:xfrm>
            <a:off x="1771402" y="10090496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900" kern="0">
                <a:solidFill>
                  <a:prstClr val="white"/>
                </a:solidFill>
                <a:latin typeface="Calibri" panose="020F0502020204030204"/>
              </a:rPr>
              <a:t>ManagementPlaneTransportClient [1]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02E1F362-069A-0B5C-E60F-1A5089DA1175}"/>
              </a:ext>
            </a:extLst>
          </p:cNvPr>
          <p:cNvSpPr/>
          <p:nvPr/>
        </p:nvSpPr>
        <p:spPr>
          <a:xfrm>
            <a:off x="3348541" y="9841552"/>
            <a:ext cx="1309953" cy="506596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local-id= managementPlaneTransportClient</a:t>
            </a:r>
          </a:p>
        </p:txBody>
      </p: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B08F7353-0D9C-0B8A-280F-2B532941101E}"/>
              </a:ext>
            </a:extLst>
          </p:cNvPr>
          <p:cNvCxnSpPr>
            <a:cxnSpLocks/>
            <a:stCxn id="26" idx="3"/>
            <a:endCxn id="33" idx="1"/>
          </p:cNvCxnSpPr>
          <p:nvPr/>
        </p:nvCxnSpPr>
        <p:spPr>
          <a:xfrm flipV="1">
            <a:off x="2932855" y="10094850"/>
            <a:ext cx="415686" cy="218432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9" name="Abgerundetes Rechteck 89">
            <a:extLst>
              <a:ext uri="{FF2B5EF4-FFF2-40B4-BE49-F238E27FC236}">
                <a16:creationId xmlns:a16="http://schemas.microsoft.com/office/drawing/2014/main" id="{BA6A142A-8968-8D51-EBC7-F17CAD126C7C}"/>
              </a:ext>
            </a:extLst>
          </p:cNvPr>
          <p:cNvSpPr/>
          <p:nvPr/>
        </p:nvSpPr>
        <p:spPr>
          <a:xfrm>
            <a:off x="19543537" y="10080696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900" kern="0">
                <a:solidFill>
                  <a:prstClr val="white"/>
                </a:solidFill>
                <a:latin typeface="Calibri" panose="020F0502020204030204"/>
              </a:rPr>
              <a:t>ManagementPlaneTransportServer [1]</a:t>
            </a: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D912CA03-AB19-80BD-40B1-B51E6FA159DA}"/>
              </a:ext>
            </a:extLst>
          </p:cNvPr>
          <p:cNvSpPr/>
          <p:nvPr/>
        </p:nvSpPr>
        <p:spPr>
          <a:xfrm>
            <a:off x="17566960" y="10045015"/>
            <a:ext cx="1425832" cy="491053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local-id=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managementPlaneTransportServer</a:t>
            </a:r>
          </a:p>
        </p:txBody>
      </p: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E85C71F8-90F7-2EEE-D6FD-EA06A730B16B}"/>
              </a:ext>
            </a:extLst>
          </p:cNvPr>
          <p:cNvCxnSpPr>
            <a:cxnSpLocks/>
            <a:stCxn id="39" idx="1"/>
            <a:endCxn id="42" idx="3"/>
          </p:cNvCxnSpPr>
          <p:nvPr/>
        </p:nvCxnSpPr>
        <p:spPr>
          <a:xfrm flipH="1" flipV="1">
            <a:off x="18992792" y="10290542"/>
            <a:ext cx="550745" cy="1294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86" name="Rechteck 85">
            <a:extLst>
              <a:ext uri="{FF2B5EF4-FFF2-40B4-BE49-F238E27FC236}">
                <a16:creationId xmlns:a16="http://schemas.microsoft.com/office/drawing/2014/main" id="{4EF8BD69-F08C-B9E7-5DF2-848F27B7FE4E}"/>
              </a:ext>
            </a:extLst>
          </p:cNvPr>
          <p:cNvSpPr/>
          <p:nvPr/>
        </p:nvSpPr>
        <p:spPr>
          <a:xfrm>
            <a:off x="15462332" y="10909753"/>
            <a:ext cx="1930625" cy="2982213"/>
          </a:xfrm>
          <a:prstGeom prst="rect">
            <a:avLst/>
          </a:prstGeom>
          <a:solidFill>
            <a:schemeClr val="accent5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1400">
                <a:solidFill>
                  <a:schemeClr val="tx1"/>
                </a:solidFill>
              </a:rPr>
              <a:t>Link</a:t>
            </a:r>
          </a:p>
        </p:txBody>
      </p:sp>
      <p:sp>
        <p:nvSpPr>
          <p:cNvPr id="87" name="Abgerundetes Rechteck 1">
            <a:extLst>
              <a:ext uri="{FF2B5EF4-FFF2-40B4-BE49-F238E27FC236}">
                <a16:creationId xmlns:a16="http://schemas.microsoft.com/office/drawing/2014/main" id="{D6ADBF88-D669-757C-3A92-67D4C6EA3D42}"/>
              </a:ext>
            </a:extLst>
          </p:cNvPr>
          <p:cNvSpPr/>
          <p:nvPr/>
        </p:nvSpPr>
        <p:spPr>
          <a:xfrm>
            <a:off x="15630513" y="11401773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</a:t>
            </a:r>
            <a:endParaRPr lang="de-DE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88" name="Gerade Verbindung mit Pfeil 87">
            <a:extLst>
              <a:ext uri="{FF2B5EF4-FFF2-40B4-BE49-F238E27FC236}">
                <a16:creationId xmlns:a16="http://schemas.microsoft.com/office/drawing/2014/main" id="{A2B87E04-CA80-7121-47DB-E8E9A36D9020}"/>
              </a:ext>
            </a:extLst>
          </p:cNvPr>
          <p:cNvCxnSpPr>
            <a:cxnSpLocks/>
            <a:stCxn id="87" idx="2"/>
            <a:endCxn id="326" idx="7"/>
          </p:cNvCxnSpPr>
          <p:nvPr/>
        </p:nvCxnSpPr>
        <p:spPr>
          <a:xfrm flipH="1">
            <a:off x="13045381" y="11847345"/>
            <a:ext cx="2853782" cy="62313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ysDash"/>
            <a:miter lim="800000"/>
            <a:tailEnd type="arrow"/>
          </a:ln>
          <a:effectLst/>
        </p:spPr>
      </p:cxnSp>
      <p:sp>
        <p:nvSpPr>
          <p:cNvPr id="93" name="Rechteck 92">
            <a:extLst>
              <a:ext uri="{FF2B5EF4-FFF2-40B4-BE49-F238E27FC236}">
                <a16:creationId xmlns:a16="http://schemas.microsoft.com/office/drawing/2014/main" id="{FCFF00EF-0576-E422-EDCD-26AB376B788C}"/>
              </a:ext>
            </a:extLst>
          </p:cNvPr>
          <p:cNvSpPr/>
          <p:nvPr/>
        </p:nvSpPr>
        <p:spPr>
          <a:xfrm>
            <a:off x="15618864" y="12199100"/>
            <a:ext cx="1579672" cy="362703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local-id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linktp*[{_cc,_ltp,_lp}]</a:t>
            </a:r>
          </a:p>
        </p:txBody>
      </p:sp>
      <p:cxnSp>
        <p:nvCxnSpPr>
          <p:cNvPr id="94" name="Gerade Verbindung mit Pfeil 93">
            <a:extLst>
              <a:ext uri="{FF2B5EF4-FFF2-40B4-BE49-F238E27FC236}">
                <a16:creationId xmlns:a16="http://schemas.microsoft.com/office/drawing/2014/main" id="{6993B356-34A0-6EF5-B7C8-165FDE6B0E48}"/>
              </a:ext>
            </a:extLst>
          </p:cNvPr>
          <p:cNvCxnSpPr>
            <a:cxnSpLocks/>
            <a:stCxn id="87" idx="2"/>
            <a:endCxn id="93" idx="0"/>
          </p:cNvCxnSpPr>
          <p:nvPr/>
        </p:nvCxnSpPr>
        <p:spPr>
          <a:xfrm>
            <a:off x="15899163" y="11847345"/>
            <a:ext cx="509537" cy="35175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5" name="Gerade Verbindung mit Pfeil 94">
            <a:extLst>
              <a:ext uri="{FF2B5EF4-FFF2-40B4-BE49-F238E27FC236}">
                <a16:creationId xmlns:a16="http://schemas.microsoft.com/office/drawing/2014/main" id="{82F36CDE-9238-8488-B7F4-4BEE05C8B522}"/>
              </a:ext>
            </a:extLst>
          </p:cNvPr>
          <p:cNvCxnSpPr>
            <a:cxnSpLocks/>
            <a:stCxn id="87" idx="2"/>
          </p:cNvCxnSpPr>
          <p:nvPr/>
        </p:nvCxnSpPr>
        <p:spPr>
          <a:xfrm>
            <a:off x="15899163" y="11847345"/>
            <a:ext cx="3708050" cy="60237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ysDash"/>
            <a:miter lim="800000"/>
            <a:tailEnd type="arrow"/>
          </a:ln>
          <a:effectLst/>
        </p:spPr>
      </p:cxnSp>
      <p:sp>
        <p:nvSpPr>
          <p:cNvPr id="117" name="Abgerundetes Rechteck 1">
            <a:extLst>
              <a:ext uri="{FF2B5EF4-FFF2-40B4-BE49-F238E27FC236}">
                <a16:creationId xmlns:a16="http://schemas.microsoft.com/office/drawing/2014/main" id="{8FAD0FAB-F7D4-B1C2-7009-798052A9B1D9}"/>
              </a:ext>
            </a:extLst>
          </p:cNvPr>
          <p:cNvSpPr/>
          <p:nvPr/>
        </p:nvSpPr>
        <p:spPr>
          <a:xfrm>
            <a:off x="9580315" y="2231323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NCD</a:t>
            </a:r>
            <a:endParaRPr lang="de-DE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121" name="Gerade Verbindung mit Pfeil 120">
            <a:extLst>
              <a:ext uri="{FF2B5EF4-FFF2-40B4-BE49-F238E27FC236}">
                <a16:creationId xmlns:a16="http://schemas.microsoft.com/office/drawing/2014/main" id="{8513C110-D9EE-BEC7-C0AA-D36B474C31B5}"/>
              </a:ext>
            </a:extLst>
          </p:cNvPr>
          <p:cNvCxnSpPr>
            <a:cxnSpLocks/>
            <a:stCxn id="117" idx="2"/>
            <a:endCxn id="129" idx="0"/>
          </p:cNvCxnSpPr>
          <p:nvPr/>
        </p:nvCxnSpPr>
        <p:spPr>
          <a:xfrm>
            <a:off x="9848965" y="2676895"/>
            <a:ext cx="1235948" cy="329345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37" name="Abgerundetes Rechteck 2">
            <a:extLst>
              <a:ext uri="{FF2B5EF4-FFF2-40B4-BE49-F238E27FC236}">
                <a16:creationId xmlns:a16="http://schemas.microsoft.com/office/drawing/2014/main" id="{1A507A33-5B7D-11FC-CBDD-02AB3012B323}"/>
              </a:ext>
            </a:extLst>
          </p:cNvPr>
          <p:cNvSpPr/>
          <p:nvPr/>
        </p:nvSpPr>
        <p:spPr>
          <a:xfrm>
            <a:off x="10844820" y="3278546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FD</a:t>
            </a:r>
          </a:p>
        </p:txBody>
      </p:sp>
      <p:cxnSp>
        <p:nvCxnSpPr>
          <p:cNvPr id="138" name="Gerade Verbindung mit Pfeil 137">
            <a:extLst>
              <a:ext uri="{FF2B5EF4-FFF2-40B4-BE49-F238E27FC236}">
                <a16:creationId xmlns:a16="http://schemas.microsoft.com/office/drawing/2014/main" id="{76E43E38-FB74-A194-3F98-3C678B7007CC}"/>
              </a:ext>
            </a:extLst>
          </p:cNvPr>
          <p:cNvCxnSpPr>
            <a:cxnSpLocks/>
            <a:stCxn id="117" idx="2"/>
            <a:endCxn id="137" idx="0"/>
          </p:cNvCxnSpPr>
          <p:nvPr/>
        </p:nvCxnSpPr>
        <p:spPr>
          <a:xfrm>
            <a:off x="9848965" y="2676895"/>
            <a:ext cx="1264505" cy="601651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46" name="Verbinder: gewinkelt 145">
            <a:extLst>
              <a:ext uri="{FF2B5EF4-FFF2-40B4-BE49-F238E27FC236}">
                <a16:creationId xmlns:a16="http://schemas.microsoft.com/office/drawing/2014/main" id="{77591B36-B1C3-1160-95D2-646678063A41}"/>
              </a:ext>
            </a:extLst>
          </p:cNvPr>
          <p:cNvCxnSpPr>
            <a:cxnSpLocks/>
            <a:stCxn id="299" idx="1"/>
            <a:endCxn id="240" idx="7"/>
          </p:cNvCxnSpPr>
          <p:nvPr/>
        </p:nvCxnSpPr>
        <p:spPr>
          <a:xfrm rot="10800000" flipV="1">
            <a:off x="2913848" y="4404203"/>
            <a:ext cx="7930973" cy="5721157"/>
          </a:xfrm>
          <a:prstGeom prst="bentConnector2">
            <a:avLst/>
          </a:prstGeom>
          <a:noFill/>
          <a:ln w="6350" cap="flat" cmpd="sng" algn="ctr">
            <a:solidFill>
              <a:srgbClr val="5B9BD5"/>
            </a:solidFill>
            <a:prstDash val="sysDash"/>
            <a:miter lim="800000"/>
            <a:tailEnd type="arrow"/>
          </a:ln>
          <a:effectLst/>
        </p:spPr>
      </p:cxnSp>
      <p:cxnSp>
        <p:nvCxnSpPr>
          <p:cNvPr id="162" name="Verbinder: gewinkelt 161">
            <a:extLst>
              <a:ext uri="{FF2B5EF4-FFF2-40B4-BE49-F238E27FC236}">
                <a16:creationId xmlns:a16="http://schemas.microsoft.com/office/drawing/2014/main" id="{D7BF3E62-D368-E9DC-ABAC-7F3B9C8CDCF9}"/>
              </a:ext>
            </a:extLst>
          </p:cNvPr>
          <p:cNvCxnSpPr>
            <a:cxnSpLocks/>
            <a:stCxn id="299" idx="3"/>
            <a:endCxn id="291" idx="0"/>
          </p:cNvCxnSpPr>
          <p:nvPr/>
        </p:nvCxnSpPr>
        <p:spPr>
          <a:xfrm>
            <a:off x="11382119" y="4404204"/>
            <a:ext cx="8215502" cy="5692052"/>
          </a:xfrm>
          <a:prstGeom prst="bentConnector2">
            <a:avLst/>
          </a:prstGeom>
          <a:noFill/>
          <a:ln w="6350" cap="flat" cmpd="sng" algn="ctr">
            <a:solidFill>
              <a:srgbClr val="5B9BD5"/>
            </a:solidFill>
            <a:prstDash val="sysDash"/>
            <a:miter lim="800000"/>
            <a:tailEnd type="arrow"/>
          </a:ln>
          <a:effectLst/>
        </p:spPr>
      </p:cxnSp>
      <p:sp>
        <p:nvSpPr>
          <p:cNvPr id="212" name="Rechteck 211">
            <a:extLst>
              <a:ext uri="{FF2B5EF4-FFF2-40B4-BE49-F238E27FC236}">
                <a16:creationId xmlns:a16="http://schemas.microsoft.com/office/drawing/2014/main" id="{3555123F-9A90-1011-D300-F33B1A856F75}"/>
              </a:ext>
            </a:extLst>
          </p:cNvPr>
          <p:cNvSpPr/>
          <p:nvPr/>
        </p:nvSpPr>
        <p:spPr>
          <a:xfrm>
            <a:off x="4776148" y="10909753"/>
            <a:ext cx="1949140" cy="2982214"/>
          </a:xfrm>
          <a:prstGeom prst="rect">
            <a:avLst/>
          </a:prstGeom>
          <a:solidFill>
            <a:schemeClr val="accent5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1400">
                <a:solidFill>
                  <a:schemeClr val="tx1"/>
                </a:solidFill>
              </a:rPr>
              <a:t>Link</a:t>
            </a:r>
          </a:p>
        </p:txBody>
      </p:sp>
      <p:sp>
        <p:nvSpPr>
          <p:cNvPr id="213" name="Abgerundetes Rechteck 1">
            <a:extLst>
              <a:ext uri="{FF2B5EF4-FFF2-40B4-BE49-F238E27FC236}">
                <a16:creationId xmlns:a16="http://schemas.microsoft.com/office/drawing/2014/main" id="{F8D37D0E-8516-6BFB-1627-49D94B22AC46}"/>
              </a:ext>
            </a:extLst>
          </p:cNvPr>
          <p:cNvSpPr/>
          <p:nvPr/>
        </p:nvSpPr>
        <p:spPr>
          <a:xfrm>
            <a:off x="4934259" y="11403058"/>
            <a:ext cx="542452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</a:t>
            </a:r>
            <a:endParaRPr lang="de-DE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4" name="Rechteck 213">
            <a:extLst>
              <a:ext uri="{FF2B5EF4-FFF2-40B4-BE49-F238E27FC236}">
                <a16:creationId xmlns:a16="http://schemas.microsoft.com/office/drawing/2014/main" id="{150AAFD4-5ED8-C6EA-8AEE-E8CB41A2FEFE}"/>
              </a:ext>
            </a:extLst>
          </p:cNvPr>
          <p:cNvSpPr/>
          <p:nvPr/>
        </p:nvSpPr>
        <p:spPr>
          <a:xfrm>
            <a:off x="4922610" y="12200385"/>
            <a:ext cx="1629369" cy="361418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local-id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linktp*[{_cc,_ltp,_lp}]</a:t>
            </a:r>
          </a:p>
        </p:txBody>
      </p:sp>
      <p:cxnSp>
        <p:nvCxnSpPr>
          <p:cNvPr id="215" name="Gerade Verbindung mit Pfeil 214">
            <a:extLst>
              <a:ext uri="{FF2B5EF4-FFF2-40B4-BE49-F238E27FC236}">
                <a16:creationId xmlns:a16="http://schemas.microsoft.com/office/drawing/2014/main" id="{7F5FA94B-7893-5429-17CA-4EC5B28F25B0}"/>
              </a:ext>
            </a:extLst>
          </p:cNvPr>
          <p:cNvCxnSpPr>
            <a:cxnSpLocks/>
            <a:stCxn id="213" idx="2"/>
            <a:endCxn id="214" idx="0"/>
          </p:cNvCxnSpPr>
          <p:nvPr/>
        </p:nvCxnSpPr>
        <p:spPr>
          <a:xfrm>
            <a:off x="5205485" y="11848630"/>
            <a:ext cx="531810" cy="35175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1" name="Gerade Verbindung mit Pfeil 220">
            <a:extLst>
              <a:ext uri="{FF2B5EF4-FFF2-40B4-BE49-F238E27FC236}">
                <a16:creationId xmlns:a16="http://schemas.microsoft.com/office/drawing/2014/main" id="{FB1E9696-FB30-4DD2-5C4A-5233B0FAE6B6}"/>
              </a:ext>
            </a:extLst>
          </p:cNvPr>
          <p:cNvCxnSpPr>
            <a:cxnSpLocks/>
            <a:stCxn id="213" idx="2"/>
            <a:endCxn id="334" idx="0"/>
          </p:cNvCxnSpPr>
          <p:nvPr/>
        </p:nvCxnSpPr>
        <p:spPr>
          <a:xfrm flipH="1">
            <a:off x="2887137" y="11848630"/>
            <a:ext cx="2318348" cy="605233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ysDash"/>
            <a:miter lim="800000"/>
            <a:tailEnd type="arrow"/>
          </a:ln>
          <a:effectLst/>
        </p:spPr>
      </p:cxnSp>
      <p:cxnSp>
        <p:nvCxnSpPr>
          <p:cNvPr id="226" name="Gerade Verbindung mit Pfeil 225">
            <a:extLst>
              <a:ext uri="{FF2B5EF4-FFF2-40B4-BE49-F238E27FC236}">
                <a16:creationId xmlns:a16="http://schemas.microsoft.com/office/drawing/2014/main" id="{867860DD-30C5-F9EB-DD2B-EC606399AB32}"/>
              </a:ext>
            </a:extLst>
          </p:cNvPr>
          <p:cNvCxnSpPr>
            <a:cxnSpLocks/>
            <a:stCxn id="213" idx="2"/>
            <a:endCxn id="331" idx="2"/>
          </p:cNvCxnSpPr>
          <p:nvPr/>
        </p:nvCxnSpPr>
        <p:spPr>
          <a:xfrm>
            <a:off x="5205485" y="11848630"/>
            <a:ext cx="3916966" cy="629466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ysDash"/>
            <a:miter lim="800000"/>
            <a:tailEnd type="arrow"/>
          </a:ln>
          <a:effectLst/>
        </p:spPr>
      </p:cxnSp>
      <p:sp>
        <p:nvSpPr>
          <p:cNvPr id="240" name="Ellipse 239">
            <a:extLst>
              <a:ext uri="{FF2B5EF4-FFF2-40B4-BE49-F238E27FC236}">
                <a16:creationId xmlns:a16="http://schemas.microsoft.com/office/drawing/2014/main" id="{7C3D2B24-925A-C56A-31E1-ACB846FD2315}"/>
              </a:ext>
            </a:extLst>
          </p:cNvPr>
          <p:cNvSpPr/>
          <p:nvPr/>
        </p:nvSpPr>
        <p:spPr>
          <a:xfrm>
            <a:off x="2874823" y="10118666"/>
            <a:ext cx="45719" cy="45719"/>
          </a:xfrm>
          <a:prstGeom prst="ellipse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de-DE" sz="1050" kern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247" name="Verbinder: gewinkelt 246">
            <a:extLst>
              <a:ext uri="{FF2B5EF4-FFF2-40B4-BE49-F238E27FC236}">
                <a16:creationId xmlns:a16="http://schemas.microsoft.com/office/drawing/2014/main" id="{B1B6F187-424B-B5E7-210A-081BDFAD519A}"/>
              </a:ext>
            </a:extLst>
          </p:cNvPr>
          <p:cNvCxnSpPr>
            <a:stCxn id="117" idx="2"/>
            <a:endCxn id="56" idx="0"/>
          </p:cNvCxnSpPr>
          <p:nvPr/>
        </p:nvCxnSpPr>
        <p:spPr>
          <a:xfrm rot="5400000">
            <a:off x="3753990" y="-126508"/>
            <a:ext cx="3291572" cy="8898379"/>
          </a:xfrm>
          <a:prstGeom prst="bentConnector3">
            <a:avLst>
              <a:gd name="adj1" fmla="val 240"/>
            </a:avLst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52" name="Verbinder: gewinkelt 251">
            <a:extLst>
              <a:ext uri="{FF2B5EF4-FFF2-40B4-BE49-F238E27FC236}">
                <a16:creationId xmlns:a16="http://schemas.microsoft.com/office/drawing/2014/main" id="{7B4D9739-6606-A338-2C87-5405BC25C7D6}"/>
              </a:ext>
            </a:extLst>
          </p:cNvPr>
          <p:cNvCxnSpPr>
            <a:cxnSpLocks/>
            <a:stCxn id="117" idx="2"/>
            <a:endCxn id="216" idx="0"/>
          </p:cNvCxnSpPr>
          <p:nvPr/>
        </p:nvCxnSpPr>
        <p:spPr>
          <a:xfrm rot="16200000" flipH="1">
            <a:off x="14410058" y="-1884199"/>
            <a:ext cx="3293105" cy="12415291"/>
          </a:xfrm>
          <a:prstGeom prst="bentConnector3">
            <a:avLst>
              <a:gd name="adj1" fmla="val 263"/>
            </a:avLst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91" name="Ellipse 290">
            <a:extLst>
              <a:ext uri="{FF2B5EF4-FFF2-40B4-BE49-F238E27FC236}">
                <a16:creationId xmlns:a16="http://schemas.microsoft.com/office/drawing/2014/main" id="{78BFD825-BF84-9280-8427-C73FF02EDC16}"/>
              </a:ext>
            </a:extLst>
          </p:cNvPr>
          <p:cNvSpPr/>
          <p:nvPr/>
        </p:nvSpPr>
        <p:spPr>
          <a:xfrm>
            <a:off x="19574761" y="10096256"/>
            <a:ext cx="45719" cy="45719"/>
          </a:xfrm>
          <a:prstGeom prst="ellipse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de-DE" sz="1050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3" name="Ellipse 292">
            <a:extLst>
              <a:ext uri="{FF2B5EF4-FFF2-40B4-BE49-F238E27FC236}">
                <a16:creationId xmlns:a16="http://schemas.microsoft.com/office/drawing/2014/main" id="{A96271CD-4392-8057-D43D-25709C941E70}"/>
              </a:ext>
            </a:extLst>
          </p:cNvPr>
          <p:cNvSpPr/>
          <p:nvPr/>
        </p:nvSpPr>
        <p:spPr>
          <a:xfrm>
            <a:off x="19586825" y="12453863"/>
            <a:ext cx="45719" cy="45719"/>
          </a:xfrm>
          <a:prstGeom prst="ellipse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de-DE" sz="1050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9" name="Abgerundetes Rechteck 2">
            <a:extLst>
              <a:ext uri="{FF2B5EF4-FFF2-40B4-BE49-F238E27FC236}">
                <a16:creationId xmlns:a16="http://schemas.microsoft.com/office/drawing/2014/main" id="{E996A483-AF97-CBE6-3673-7E031A0BFEC8}"/>
              </a:ext>
            </a:extLst>
          </p:cNvPr>
          <p:cNvSpPr/>
          <p:nvPr/>
        </p:nvSpPr>
        <p:spPr>
          <a:xfrm>
            <a:off x="10844820" y="4181418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FC</a:t>
            </a:r>
          </a:p>
        </p:txBody>
      </p:sp>
      <p:cxnSp>
        <p:nvCxnSpPr>
          <p:cNvPr id="311" name="Gerade Verbindung mit Pfeil 310">
            <a:extLst>
              <a:ext uri="{FF2B5EF4-FFF2-40B4-BE49-F238E27FC236}">
                <a16:creationId xmlns:a16="http://schemas.microsoft.com/office/drawing/2014/main" id="{9AD30391-92FB-0C52-26B6-00EDE85050C8}"/>
              </a:ext>
            </a:extLst>
          </p:cNvPr>
          <p:cNvCxnSpPr>
            <a:cxnSpLocks/>
            <a:stCxn id="137" idx="2"/>
            <a:endCxn id="299" idx="0"/>
          </p:cNvCxnSpPr>
          <p:nvPr/>
        </p:nvCxnSpPr>
        <p:spPr>
          <a:xfrm>
            <a:off x="11113470" y="3724118"/>
            <a:ext cx="0" cy="45730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26" name="Ellipse 325">
            <a:extLst>
              <a:ext uri="{FF2B5EF4-FFF2-40B4-BE49-F238E27FC236}">
                <a16:creationId xmlns:a16="http://schemas.microsoft.com/office/drawing/2014/main" id="{CEDD7DE9-3657-184D-6997-0AECEE8A55A8}"/>
              </a:ext>
            </a:extLst>
          </p:cNvPr>
          <p:cNvSpPr/>
          <p:nvPr/>
        </p:nvSpPr>
        <p:spPr>
          <a:xfrm>
            <a:off x="13006357" y="12463785"/>
            <a:ext cx="45719" cy="45719"/>
          </a:xfrm>
          <a:prstGeom prst="ellipse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de-DE" sz="1050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31" name="Ellipse 330">
            <a:extLst>
              <a:ext uri="{FF2B5EF4-FFF2-40B4-BE49-F238E27FC236}">
                <a16:creationId xmlns:a16="http://schemas.microsoft.com/office/drawing/2014/main" id="{6ECA586B-08D6-6157-F7C2-3AFD86937CB5}"/>
              </a:ext>
            </a:extLst>
          </p:cNvPr>
          <p:cNvSpPr/>
          <p:nvPr/>
        </p:nvSpPr>
        <p:spPr>
          <a:xfrm>
            <a:off x="9122451" y="12455236"/>
            <a:ext cx="45719" cy="45719"/>
          </a:xfrm>
          <a:prstGeom prst="ellipse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de-DE" sz="1050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34" name="Ellipse 333">
            <a:extLst>
              <a:ext uri="{FF2B5EF4-FFF2-40B4-BE49-F238E27FC236}">
                <a16:creationId xmlns:a16="http://schemas.microsoft.com/office/drawing/2014/main" id="{1D7BD267-291E-DC8C-588E-3D75EF535FF1}"/>
              </a:ext>
            </a:extLst>
          </p:cNvPr>
          <p:cNvSpPr/>
          <p:nvPr/>
        </p:nvSpPr>
        <p:spPr>
          <a:xfrm>
            <a:off x="2864277" y="12453863"/>
            <a:ext cx="45719" cy="45719"/>
          </a:xfrm>
          <a:prstGeom prst="ellipse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de-DE" sz="1050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38" name="Rechteck 337">
            <a:extLst>
              <a:ext uri="{FF2B5EF4-FFF2-40B4-BE49-F238E27FC236}">
                <a16:creationId xmlns:a16="http://schemas.microsoft.com/office/drawing/2014/main" id="{6B7619B2-4D08-FB1B-998F-EDD62FBAD183}"/>
              </a:ext>
            </a:extLst>
          </p:cNvPr>
          <p:cNvSpPr/>
          <p:nvPr/>
        </p:nvSpPr>
        <p:spPr>
          <a:xfrm>
            <a:off x="12358907" y="4463730"/>
            <a:ext cx="1703846" cy="31059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local-id=[deviceName]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fctp*[{_cc,_ltp,_lp}]</a:t>
            </a:r>
          </a:p>
        </p:txBody>
      </p:sp>
      <p:cxnSp>
        <p:nvCxnSpPr>
          <p:cNvPr id="339" name="Gerade Verbindung mit Pfeil 338">
            <a:extLst>
              <a:ext uri="{FF2B5EF4-FFF2-40B4-BE49-F238E27FC236}">
                <a16:creationId xmlns:a16="http://schemas.microsoft.com/office/drawing/2014/main" id="{04457B5A-442B-C146-CFDE-630B014736C1}"/>
              </a:ext>
            </a:extLst>
          </p:cNvPr>
          <p:cNvCxnSpPr>
            <a:cxnSpLocks/>
            <a:stCxn id="299" idx="3"/>
            <a:endCxn id="338" idx="1"/>
          </p:cNvCxnSpPr>
          <p:nvPr/>
        </p:nvCxnSpPr>
        <p:spPr>
          <a:xfrm>
            <a:off x="11382119" y="4404204"/>
            <a:ext cx="976788" cy="214823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72" name="Rechteck 371">
            <a:extLst>
              <a:ext uri="{FF2B5EF4-FFF2-40B4-BE49-F238E27FC236}">
                <a16:creationId xmlns:a16="http://schemas.microsoft.com/office/drawing/2014/main" id="{299B7DF5-19AC-8F66-E5E8-A2D6F953C18B}"/>
              </a:ext>
            </a:extLst>
          </p:cNvPr>
          <p:cNvSpPr/>
          <p:nvPr/>
        </p:nvSpPr>
        <p:spPr>
          <a:xfrm>
            <a:off x="12354266" y="3337427"/>
            <a:ext cx="1713783" cy="33607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local-id=management-plane-transport</a:t>
            </a:r>
          </a:p>
        </p:txBody>
      </p:sp>
      <p:cxnSp>
        <p:nvCxnSpPr>
          <p:cNvPr id="373" name="Gerade Verbindung mit Pfeil 372">
            <a:extLst>
              <a:ext uri="{FF2B5EF4-FFF2-40B4-BE49-F238E27FC236}">
                <a16:creationId xmlns:a16="http://schemas.microsoft.com/office/drawing/2014/main" id="{6B2DFD95-1A35-3DA4-C789-C6E9A402E774}"/>
              </a:ext>
            </a:extLst>
          </p:cNvPr>
          <p:cNvCxnSpPr>
            <a:cxnSpLocks/>
            <a:endCxn id="372" idx="1"/>
          </p:cNvCxnSpPr>
          <p:nvPr/>
        </p:nvCxnSpPr>
        <p:spPr>
          <a:xfrm flipV="1">
            <a:off x="11377492" y="3505464"/>
            <a:ext cx="976774" cy="1364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069E344D-E9E9-0504-2F76-55E5D19915CD}"/>
              </a:ext>
            </a:extLst>
          </p:cNvPr>
          <p:cNvCxnSpPr>
            <a:cxnSpLocks/>
            <a:endCxn id="18" idx="1"/>
          </p:cNvCxnSpPr>
          <p:nvPr/>
        </p:nvCxnSpPr>
        <p:spPr>
          <a:xfrm flipV="1">
            <a:off x="1215033" y="6135649"/>
            <a:ext cx="461367" cy="52038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8" name="Rechteck 17">
            <a:extLst>
              <a:ext uri="{FF2B5EF4-FFF2-40B4-BE49-F238E27FC236}">
                <a16:creationId xmlns:a16="http://schemas.microsoft.com/office/drawing/2014/main" id="{A49FE695-23BD-7D89-28AB-A480FCDDCB7B}"/>
              </a:ext>
            </a:extLst>
          </p:cNvPr>
          <p:cNvSpPr/>
          <p:nvPr/>
        </p:nvSpPr>
        <p:spPr>
          <a:xfrm>
            <a:off x="1676400" y="5959225"/>
            <a:ext cx="1311894" cy="352847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local-id=[controllerName]</a:t>
            </a: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B9D40B9E-07E7-DA55-A483-1F59E59377DD}"/>
              </a:ext>
            </a:extLst>
          </p:cNvPr>
          <p:cNvSpPr/>
          <p:nvPr/>
        </p:nvSpPr>
        <p:spPr>
          <a:xfrm>
            <a:off x="11084910" y="2272432"/>
            <a:ext cx="1685583" cy="33607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local-id =running,operational, …</a:t>
            </a:r>
          </a:p>
        </p:txBody>
      </p: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BD64C054-7133-4A97-8504-E3EEC9F56FF0}"/>
              </a:ext>
            </a:extLst>
          </p:cNvPr>
          <p:cNvCxnSpPr>
            <a:cxnSpLocks/>
            <a:stCxn id="117" idx="3"/>
            <a:endCxn id="49" idx="1"/>
          </p:cNvCxnSpPr>
          <p:nvPr/>
        </p:nvCxnSpPr>
        <p:spPr>
          <a:xfrm flipV="1">
            <a:off x="10117614" y="2440469"/>
            <a:ext cx="967296" cy="1364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7" name="Verbinder: gewinkelt 96">
            <a:extLst>
              <a:ext uri="{FF2B5EF4-FFF2-40B4-BE49-F238E27FC236}">
                <a16:creationId xmlns:a16="http://schemas.microsoft.com/office/drawing/2014/main" id="{4FB777F2-9BC2-B162-76FE-7A8189EE1282}"/>
              </a:ext>
            </a:extLst>
          </p:cNvPr>
          <p:cNvCxnSpPr>
            <a:cxnSpLocks/>
            <a:stCxn id="21" idx="1"/>
            <a:endCxn id="213" idx="0"/>
          </p:cNvCxnSpPr>
          <p:nvPr/>
        </p:nvCxnSpPr>
        <p:spPr>
          <a:xfrm rot="10800000" flipV="1">
            <a:off x="5205485" y="5084494"/>
            <a:ext cx="5639334" cy="6318563"/>
          </a:xfrm>
          <a:prstGeom prst="bentConnector2">
            <a:avLst/>
          </a:prstGeom>
          <a:noFill/>
          <a:ln w="6350" cap="flat" cmpd="sng" algn="ctr">
            <a:solidFill>
              <a:srgbClr val="5B9BD5"/>
            </a:solidFill>
            <a:prstDash val="sysDash"/>
            <a:miter lim="800000"/>
            <a:tailEnd type="arrow"/>
          </a:ln>
          <a:effectLst/>
        </p:spPr>
      </p:cxnSp>
      <p:cxnSp>
        <p:nvCxnSpPr>
          <p:cNvPr id="101" name="Verbinder: gewinkelt 100">
            <a:extLst>
              <a:ext uri="{FF2B5EF4-FFF2-40B4-BE49-F238E27FC236}">
                <a16:creationId xmlns:a16="http://schemas.microsoft.com/office/drawing/2014/main" id="{B2F73060-0FC4-FD9A-B4C5-AB4D2A57B553}"/>
              </a:ext>
            </a:extLst>
          </p:cNvPr>
          <p:cNvCxnSpPr>
            <a:cxnSpLocks/>
            <a:stCxn id="21" idx="3"/>
            <a:endCxn id="87" idx="0"/>
          </p:cNvCxnSpPr>
          <p:nvPr/>
        </p:nvCxnSpPr>
        <p:spPr>
          <a:xfrm>
            <a:off x="11382118" y="5084495"/>
            <a:ext cx="4517045" cy="6317278"/>
          </a:xfrm>
          <a:prstGeom prst="bentConnector2">
            <a:avLst/>
          </a:prstGeom>
          <a:noFill/>
          <a:ln w="6350" cap="flat" cmpd="sng" algn="ctr">
            <a:solidFill>
              <a:srgbClr val="5B9BD5"/>
            </a:solidFill>
            <a:prstDash val="sysDash"/>
            <a:miter lim="800000"/>
            <a:tailEnd type="arrow"/>
          </a:ln>
          <a:effectLst/>
        </p:spPr>
      </p:cxnSp>
      <p:cxnSp>
        <p:nvCxnSpPr>
          <p:cNvPr id="123" name="Gerader Verbinder 122">
            <a:extLst>
              <a:ext uri="{FF2B5EF4-FFF2-40B4-BE49-F238E27FC236}">
                <a16:creationId xmlns:a16="http://schemas.microsoft.com/office/drawing/2014/main" id="{FD627FB4-407B-8377-7F1C-8911B44A9742}"/>
              </a:ext>
            </a:extLst>
          </p:cNvPr>
          <p:cNvCxnSpPr>
            <a:cxnSpLocks/>
          </p:cNvCxnSpPr>
          <p:nvPr/>
        </p:nvCxnSpPr>
        <p:spPr>
          <a:xfrm rot="5400000">
            <a:off x="-4240112" y="10420090"/>
            <a:ext cx="889932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Abgerundetes Rechteck 2">
            <a:extLst>
              <a:ext uri="{FF2B5EF4-FFF2-40B4-BE49-F238E27FC236}">
                <a16:creationId xmlns:a16="http://schemas.microsoft.com/office/drawing/2014/main" id="{481F8CF6-7664-D3A4-0A71-6FA8CC1C8444}"/>
              </a:ext>
            </a:extLst>
          </p:cNvPr>
          <p:cNvSpPr/>
          <p:nvPr/>
        </p:nvSpPr>
        <p:spPr>
          <a:xfrm>
            <a:off x="681936" y="11181662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LTP</a:t>
            </a:r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0CA5299D-8C38-1F55-39EE-D0750543757B}"/>
              </a:ext>
            </a:extLst>
          </p:cNvPr>
          <p:cNvSpPr/>
          <p:nvPr/>
        </p:nvSpPr>
        <p:spPr>
          <a:xfrm>
            <a:off x="681936" y="12435921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LP</a:t>
            </a:r>
          </a:p>
        </p:txBody>
      </p: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C80F8A7C-F87B-9B2C-410A-345ED15A0F3E}"/>
              </a:ext>
            </a:extLst>
          </p:cNvPr>
          <p:cNvCxnSpPr>
            <a:stCxn id="3" idx="2"/>
            <a:endCxn id="4" idx="0"/>
          </p:cNvCxnSpPr>
          <p:nvPr/>
        </p:nvCxnSpPr>
        <p:spPr>
          <a:xfrm>
            <a:off x="950583" y="11627237"/>
            <a:ext cx="0" cy="808687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E16475AB-66D8-F383-4DC7-0A00FAD07F5B}"/>
              </a:ext>
            </a:extLst>
          </p:cNvPr>
          <p:cNvCxnSpPr>
            <a:cxnSpLocks/>
            <a:stCxn id="62" idx="1"/>
            <a:endCxn id="4" idx="3"/>
          </p:cNvCxnSpPr>
          <p:nvPr/>
        </p:nvCxnSpPr>
        <p:spPr>
          <a:xfrm flipH="1" flipV="1">
            <a:off x="1219235" y="12658707"/>
            <a:ext cx="552167" cy="778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4C052C17-707D-946A-4D09-75681F8D0028}"/>
              </a:ext>
            </a:extLst>
          </p:cNvPr>
          <p:cNvCxnSpPr>
            <a:cxnSpLocks/>
            <a:stCxn id="63" idx="1"/>
            <a:endCxn id="4" idx="3"/>
          </p:cNvCxnSpPr>
          <p:nvPr/>
        </p:nvCxnSpPr>
        <p:spPr>
          <a:xfrm flipH="1" flipV="1">
            <a:off x="1219235" y="12658707"/>
            <a:ext cx="552166" cy="732713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CF9399A1-0115-1607-2776-B080F78B88E0}"/>
              </a:ext>
            </a:extLst>
          </p:cNvPr>
          <p:cNvCxnSpPr>
            <a:cxnSpLocks/>
            <a:stCxn id="26" idx="1"/>
            <a:endCxn id="4" idx="3"/>
          </p:cNvCxnSpPr>
          <p:nvPr/>
        </p:nvCxnSpPr>
        <p:spPr>
          <a:xfrm flipH="1">
            <a:off x="1219235" y="10313282"/>
            <a:ext cx="552167" cy="234542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99535941-4DCE-6677-6D22-A5E8B767428E}"/>
              </a:ext>
            </a:extLst>
          </p:cNvPr>
          <p:cNvCxnSpPr>
            <a:cxnSpLocks/>
            <a:stCxn id="3" idx="3"/>
            <a:endCxn id="11" idx="1"/>
          </p:cNvCxnSpPr>
          <p:nvPr/>
        </p:nvCxnSpPr>
        <p:spPr>
          <a:xfrm flipV="1">
            <a:off x="1219235" y="11338656"/>
            <a:ext cx="474802" cy="65792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1" name="Rechteck 10">
            <a:extLst>
              <a:ext uri="{FF2B5EF4-FFF2-40B4-BE49-F238E27FC236}">
                <a16:creationId xmlns:a16="http://schemas.microsoft.com/office/drawing/2014/main" id="{D5909574-AA9F-78EE-AF15-61F210D87FD2}"/>
              </a:ext>
            </a:extLst>
          </p:cNvPr>
          <p:cNvSpPr/>
          <p:nvPr/>
        </p:nvSpPr>
        <p:spPr>
          <a:xfrm>
            <a:off x="1694037" y="11181143"/>
            <a:ext cx="1083165" cy="315026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local-id=[deviceName]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F9C320F7-1BE1-119D-E122-B62DD3204440}"/>
              </a:ext>
            </a:extLst>
          </p:cNvPr>
          <p:cNvSpPr/>
          <p:nvPr/>
        </p:nvSpPr>
        <p:spPr>
          <a:xfrm>
            <a:off x="20014600" y="11194717"/>
            <a:ext cx="1083165" cy="247163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local-id=management</a:t>
            </a:r>
          </a:p>
        </p:txBody>
      </p:sp>
      <p:sp>
        <p:nvSpPr>
          <p:cNvPr id="25" name="Abgerundetes Rechteck 2">
            <a:extLst>
              <a:ext uri="{FF2B5EF4-FFF2-40B4-BE49-F238E27FC236}">
                <a16:creationId xmlns:a16="http://schemas.microsoft.com/office/drawing/2014/main" id="{2AF408CD-34DB-C428-E0BF-1217C1E02073}"/>
              </a:ext>
            </a:extLst>
          </p:cNvPr>
          <p:cNvSpPr/>
          <p:nvPr/>
        </p:nvSpPr>
        <p:spPr>
          <a:xfrm>
            <a:off x="21995606" y="11186663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LTP</a:t>
            </a:r>
          </a:p>
        </p:txBody>
      </p:sp>
      <p:sp>
        <p:nvSpPr>
          <p:cNvPr id="35" name="Abgerundetes Rechteck 3">
            <a:extLst>
              <a:ext uri="{FF2B5EF4-FFF2-40B4-BE49-F238E27FC236}">
                <a16:creationId xmlns:a16="http://schemas.microsoft.com/office/drawing/2014/main" id="{F7D26EA4-96A3-0DFE-F516-71C0AAAE8061}"/>
              </a:ext>
            </a:extLst>
          </p:cNvPr>
          <p:cNvSpPr/>
          <p:nvPr/>
        </p:nvSpPr>
        <p:spPr>
          <a:xfrm>
            <a:off x="21995606" y="12434568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LP</a:t>
            </a:r>
          </a:p>
        </p:txBody>
      </p:sp>
      <p:cxnSp>
        <p:nvCxnSpPr>
          <p:cNvPr id="46" name="Gerade Verbindung mit Pfeil 45">
            <a:extLst>
              <a:ext uri="{FF2B5EF4-FFF2-40B4-BE49-F238E27FC236}">
                <a16:creationId xmlns:a16="http://schemas.microsoft.com/office/drawing/2014/main" id="{8E9FC093-1E1D-AFB8-EDA1-74BB30C0EC74}"/>
              </a:ext>
            </a:extLst>
          </p:cNvPr>
          <p:cNvCxnSpPr>
            <a:stCxn id="25" idx="2"/>
            <a:endCxn id="35" idx="0"/>
          </p:cNvCxnSpPr>
          <p:nvPr/>
        </p:nvCxnSpPr>
        <p:spPr>
          <a:xfrm>
            <a:off x="22264256" y="11632235"/>
            <a:ext cx="0" cy="802333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EDAA76C0-8B20-2581-751D-97C11B18D597}"/>
              </a:ext>
            </a:extLst>
          </p:cNvPr>
          <p:cNvCxnSpPr>
            <a:cxnSpLocks/>
            <a:stCxn id="223" idx="3"/>
            <a:endCxn id="35" idx="1"/>
          </p:cNvCxnSpPr>
          <p:nvPr/>
        </p:nvCxnSpPr>
        <p:spPr>
          <a:xfrm>
            <a:off x="20727159" y="12657354"/>
            <a:ext cx="1268447" cy="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DE9FF65D-332E-5702-D4B7-0CD33B820016}"/>
              </a:ext>
            </a:extLst>
          </p:cNvPr>
          <p:cNvCxnSpPr>
            <a:cxnSpLocks/>
            <a:stCxn id="222" idx="3"/>
            <a:endCxn id="35" idx="1"/>
          </p:cNvCxnSpPr>
          <p:nvPr/>
        </p:nvCxnSpPr>
        <p:spPr>
          <a:xfrm flipV="1">
            <a:off x="20727159" y="12657354"/>
            <a:ext cx="1268447" cy="721017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95DE5A31-DF9A-E1CE-23BB-6874E3FA3579}"/>
              </a:ext>
            </a:extLst>
          </p:cNvPr>
          <p:cNvCxnSpPr>
            <a:cxnSpLocks/>
            <a:stCxn id="39" idx="3"/>
            <a:endCxn id="35" idx="1"/>
          </p:cNvCxnSpPr>
          <p:nvPr/>
        </p:nvCxnSpPr>
        <p:spPr>
          <a:xfrm>
            <a:off x="20704990" y="10303482"/>
            <a:ext cx="1290616" cy="2353872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0D67C123-0516-88EF-34E3-FD36957D0983}"/>
              </a:ext>
            </a:extLst>
          </p:cNvPr>
          <p:cNvCxnSpPr>
            <a:cxnSpLocks/>
            <a:stCxn id="25" idx="1"/>
            <a:endCxn id="14" idx="3"/>
          </p:cNvCxnSpPr>
          <p:nvPr/>
        </p:nvCxnSpPr>
        <p:spPr>
          <a:xfrm flipH="1" flipV="1">
            <a:off x="21097765" y="11318299"/>
            <a:ext cx="897841" cy="9115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8" name="Gerade Verbindung mit Pfeil 107">
            <a:extLst>
              <a:ext uri="{FF2B5EF4-FFF2-40B4-BE49-F238E27FC236}">
                <a16:creationId xmlns:a16="http://schemas.microsoft.com/office/drawing/2014/main" id="{319FF6AC-10D8-4761-C3A3-AA2085CCD928}"/>
              </a:ext>
            </a:extLst>
          </p:cNvPr>
          <p:cNvCxnSpPr>
            <a:cxnSpLocks/>
            <a:stCxn id="125" idx="3"/>
            <a:endCxn id="109" idx="1"/>
          </p:cNvCxnSpPr>
          <p:nvPr/>
        </p:nvCxnSpPr>
        <p:spPr>
          <a:xfrm flipV="1">
            <a:off x="12372737" y="11353952"/>
            <a:ext cx="474802" cy="52379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09" name="Rechteck 108">
            <a:extLst>
              <a:ext uri="{FF2B5EF4-FFF2-40B4-BE49-F238E27FC236}">
                <a16:creationId xmlns:a16="http://schemas.microsoft.com/office/drawing/2014/main" id="{8D677BCD-9D02-BC68-5EE7-23DBFA48C29E}"/>
              </a:ext>
            </a:extLst>
          </p:cNvPr>
          <p:cNvSpPr/>
          <p:nvPr/>
        </p:nvSpPr>
        <p:spPr>
          <a:xfrm>
            <a:off x="12847539" y="11208132"/>
            <a:ext cx="1083165" cy="29164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local-id=[deviceName]</a:t>
            </a:r>
          </a:p>
        </p:txBody>
      </p:sp>
      <p:cxnSp>
        <p:nvCxnSpPr>
          <p:cNvPr id="119" name="Gerade Verbindung mit Pfeil 118">
            <a:extLst>
              <a:ext uri="{FF2B5EF4-FFF2-40B4-BE49-F238E27FC236}">
                <a16:creationId xmlns:a16="http://schemas.microsoft.com/office/drawing/2014/main" id="{18D2E143-544D-442F-7F6A-5EE88F9FE5D7}"/>
              </a:ext>
            </a:extLst>
          </p:cNvPr>
          <p:cNvCxnSpPr>
            <a:cxnSpLocks/>
            <a:stCxn id="16" idx="1"/>
            <a:endCxn id="126" idx="3"/>
          </p:cNvCxnSpPr>
          <p:nvPr/>
        </p:nvCxnSpPr>
        <p:spPr>
          <a:xfrm flipH="1" flipV="1">
            <a:off x="11353562" y="12658518"/>
            <a:ext cx="552168" cy="328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120" name="Gerade Verbindung mit Pfeil 119">
            <a:extLst>
              <a:ext uri="{FF2B5EF4-FFF2-40B4-BE49-F238E27FC236}">
                <a16:creationId xmlns:a16="http://schemas.microsoft.com/office/drawing/2014/main" id="{25DE5E17-1444-4A31-5DB1-1C8E50B266F6}"/>
              </a:ext>
            </a:extLst>
          </p:cNvPr>
          <p:cNvCxnSpPr>
            <a:cxnSpLocks/>
            <a:stCxn id="17" idx="1"/>
            <a:endCxn id="126" idx="3"/>
          </p:cNvCxnSpPr>
          <p:nvPr/>
        </p:nvCxnSpPr>
        <p:spPr>
          <a:xfrm flipH="1" flipV="1">
            <a:off x="11353562" y="12658518"/>
            <a:ext cx="552168" cy="723524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122" name="Gerade Verbindung mit Pfeil 121">
            <a:extLst>
              <a:ext uri="{FF2B5EF4-FFF2-40B4-BE49-F238E27FC236}">
                <a16:creationId xmlns:a16="http://schemas.microsoft.com/office/drawing/2014/main" id="{E459C471-8B93-20A8-224F-9B788E7C9D01}"/>
              </a:ext>
            </a:extLst>
          </p:cNvPr>
          <p:cNvCxnSpPr>
            <a:cxnSpLocks/>
            <a:stCxn id="29" idx="3"/>
            <a:endCxn id="126" idx="1"/>
          </p:cNvCxnSpPr>
          <p:nvPr/>
        </p:nvCxnSpPr>
        <p:spPr>
          <a:xfrm flipV="1">
            <a:off x="10264097" y="12658518"/>
            <a:ext cx="552166" cy="2507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124" name="Gerade Verbindung mit Pfeil 123">
            <a:extLst>
              <a:ext uri="{FF2B5EF4-FFF2-40B4-BE49-F238E27FC236}">
                <a16:creationId xmlns:a16="http://schemas.microsoft.com/office/drawing/2014/main" id="{47F5AA49-24E2-CB2F-6102-18AE6D0C7C6E}"/>
              </a:ext>
            </a:extLst>
          </p:cNvPr>
          <p:cNvCxnSpPr>
            <a:cxnSpLocks/>
            <a:stCxn id="28" idx="3"/>
            <a:endCxn id="126" idx="1"/>
          </p:cNvCxnSpPr>
          <p:nvPr/>
        </p:nvCxnSpPr>
        <p:spPr>
          <a:xfrm flipV="1">
            <a:off x="10264097" y="12658518"/>
            <a:ext cx="552166" cy="723524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sp>
        <p:nvSpPr>
          <p:cNvPr id="125" name="Abgerundetes Rechteck 2">
            <a:extLst>
              <a:ext uri="{FF2B5EF4-FFF2-40B4-BE49-F238E27FC236}">
                <a16:creationId xmlns:a16="http://schemas.microsoft.com/office/drawing/2014/main" id="{DB4DE718-D5F3-A5B5-C3F7-5BA5D0645841}"/>
              </a:ext>
            </a:extLst>
          </p:cNvPr>
          <p:cNvSpPr/>
          <p:nvPr/>
        </p:nvSpPr>
        <p:spPr>
          <a:xfrm>
            <a:off x="11835438" y="11183545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LTP</a:t>
            </a:r>
          </a:p>
        </p:txBody>
      </p:sp>
      <p:sp>
        <p:nvSpPr>
          <p:cNvPr id="126" name="Abgerundetes Rechteck 3">
            <a:extLst>
              <a:ext uri="{FF2B5EF4-FFF2-40B4-BE49-F238E27FC236}">
                <a16:creationId xmlns:a16="http://schemas.microsoft.com/office/drawing/2014/main" id="{07AF8A7F-9AAD-C266-C597-FD9838FD0AED}"/>
              </a:ext>
            </a:extLst>
          </p:cNvPr>
          <p:cNvSpPr/>
          <p:nvPr/>
        </p:nvSpPr>
        <p:spPr>
          <a:xfrm>
            <a:off x="10816263" y="12435732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LP</a:t>
            </a:r>
          </a:p>
        </p:txBody>
      </p:sp>
      <p:cxnSp>
        <p:nvCxnSpPr>
          <p:cNvPr id="127" name="Gerade Verbindung mit Pfeil 126">
            <a:extLst>
              <a:ext uri="{FF2B5EF4-FFF2-40B4-BE49-F238E27FC236}">
                <a16:creationId xmlns:a16="http://schemas.microsoft.com/office/drawing/2014/main" id="{ABF0B6DB-5D81-C9A6-9E34-661F1D8D3E8D}"/>
              </a:ext>
            </a:extLst>
          </p:cNvPr>
          <p:cNvCxnSpPr>
            <a:stCxn id="125" idx="2"/>
            <a:endCxn id="126" idx="0"/>
          </p:cNvCxnSpPr>
          <p:nvPr/>
        </p:nvCxnSpPr>
        <p:spPr>
          <a:xfrm flipH="1">
            <a:off x="11084913" y="11629117"/>
            <a:ext cx="1019175" cy="80661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28" name="Gerade Verbindung mit Pfeil 127">
            <a:extLst>
              <a:ext uri="{FF2B5EF4-FFF2-40B4-BE49-F238E27FC236}">
                <a16:creationId xmlns:a16="http://schemas.microsoft.com/office/drawing/2014/main" id="{A988F830-4D1D-F2C9-1087-112C9898DA36}"/>
              </a:ext>
            </a:extLst>
          </p:cNvPr>
          <p:cNvCxnSpPr>
            <a:cxnSpLocks/>
            <a:stCxn id="148" idx="3"/>
            <a:endCxn id="263" idx="1"/>
          </p:cNvCxnSpPr>
          <p:nvPr/>
        </p:nvCxnSpPr>
        <p:spPr>
          <a:xfrm flipV="1">
            <a:off x="10264096" y="8650770"/>
            <a:ext cx="552166" cy="50884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131" name="Gerade Verbindung mit Pfeil 130">
            <a:extLst>
              <a:ext uri="{FF2B5EF4-FFF2-40B4-BE49-F238E27FC236}">
                <a16:creationId xmlns:a16="http://schemas.microsoft.com/office/drawing/2014/main" id="{20D49745-3C5C-7663-153C-A1EF71FBCE2C}"/>
              </a:ext>
            </a:extLst>
          </p:cNvPr>
          <p:cNvCxnSpPr>
            <a:cxnSpLocks/>
            <a:stCxn id="147" idx="3"/>
            <a:endCxn id="263" idx="1"/>
          </p:cNvCxnSpPr>
          <p:nvPr/>
        </p:nvCxnSpPr>
        <p:spPr>
          <a:xfrm flipV="1">
            <a:off x="10264096" y="8650770"/>
            <a:ext cx="552166" cy="771901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133" name="Gerade Verbindung mit Pfeil 132">
            <a:extLst>
              <a:ext uri="{FF2B5EF4-FFF2-40B4-BE49-F238E27FC236}">
                <a16:creationId xmlns:a16="http://schemas.microsoft.com/office/drawing/2014/main" id="{4AD2C3A7-1543-C30B-19E9-CB195885EC19}"/>
              </a:ext>
            </a:extLst>
          </p:cNvPr>
          <p:cNvCxnSpPr>
            <a:cxnSpLocks/>
            <a:stCxn id="145" idx="3"/>
            <a:endCxn id="263" idx="1"/>
          </p:cNvCxnSpPr>
          <p:nvPr/>
        </p:nvCxnSpPr>
        <p:spPr>
          <a:xfrm>
            <a:off x="10264096" y="7980637"/>
            <a:ext cx="552166" cy="670133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sp>
        <p:nvSpPr>
          <p:cNvPr id="175" name="Abgerundetes Rechteck 1">
            <a:extLst>
              <a:ext uri="{FF2B5EF4-FFF2-40B4-BE49-F238E27FC236}">
                <a16:creationId xmlns:a16="http://schemas.microsoft.com/office/drawing/2014/main" id="{1248D903-9440-2321-354B-14170C2F2A21}"/>
              </a:ext>
            </a:extLst>
          </p:cNvPr>
          <p:cNvSpPr/>
          <p:nvPr/>
        </p:nvSpPr>
        <p:spPr>
          <a:xfrm>
            <a:off x="9580314" y="640545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DC</a:t>
            </a:r>
            <a:endParaRPr lang="de-DE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176" name="Gerade Verbindung mit Pfeil 175">
            <a:extLst>
              <a:ext uri="{FF2B5EF4-FFF2-40B4-BE49-F238E27FC236}">
                <a16:creationId xmlns:a16="http://schemas.microsoft.com/office/drawing/2014/main" id="{DD5C7406-3C7F-347B-3FAF-7F90934EFE1D}"/>
              </a:ext>
            </a:extLst>
          </p:cNvPr>
          <p:cNvCxnSpPr>
            <a:cxnSpLocks/>
            <a:stCxn id="175" idx="2"/>
            <a:endCxn id="117" idx="0"/>
          </p:cNvCxnSpPr>
          <p:nvPr/>
        </p:nvCxnSpPr>
        <p:spPr>
          <a:xfrm>
            <a:off x="9848964" y="1086117"/>
            <a:ext cx="1" cy="1145206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91" name="Abgerundetes Rechteck 1">
            <a:extLst>
              <a:ext uri="{FF2B5EF4-FFF2-40B4-BE49-F238E27FC236}">
                <a16:creationId xmlns:a16="http://schemas.microsoft.com/office/drawing/2014/main" id="{44E48014-242B-1327-6AB6-2553D28DAC32}"/>
              </a:ext>
            </a:extLst>
          </p:cNvPr>
          <p:cNvSpPr/>
          <p:nvPr/>
        </p:nvSpPr>
        <p:spPr>
          <a:xfrm>
            <a:off x="10729609" y="645567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AP</a:t>
            </a:r>
            <a:endParaRPr lang="de-DE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2" name="Abgerundetes Rechteck 1">
            <a:extLst>
              <a:ext uri="{FF2B5EF4-FFF2-40B4-BE49-F238E27FC236}">
                <a16:creationId xmlns:a16="http://schemas.microsoft.com/office/drawing/2014/main" id="{BF0C2F74-F3BA-292A-B365-41FC81CF7E1E}"/>
              </a:ext>
            </a:extLst>
          </p:cNvPr>
          <p:cNvSpPr/>
          <p:nvPr/>
        </p:nvSpPr>
        <p:spPr>
          <a:xfrm>
            <a:off x="10728176" y="1456719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CA</a:t>
            </a:r>
            <a:endParaRPr lang="de-DE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193" name="Gerade Verbindung mit Pfeil 192">
            <a:extLst>
              <a:ext uri="{FF2B5EF4-FFF2-40B4-BE49-F238E27FC236}">
                <a16:creationId xmlns:a16="http://schemas.microsoft.com/office/drawing/2014/main" id="{57DF4D2C-9B0B-A33B-2C76-40E5450EAEF7}"/>
              </a:ext>
            </a:extLst>
          </p:cNvPr>
          <p:cNvCxnSpPr>
            <a:cxnSpLocks/>
            <a:stCxn id="175" idx="3"/>
            <a:endCxn id="191" idx="1"/>
          </p:cNvCxnSpPr>
          <p:nvPr/>
        </p:nvCxnSpPr>
        <p:spPr>
          <a:xfrm>
            <a:off x="10117613" y="863331"/>
            <a:ext cx="611996" cy="5022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6" name="Gerade Verbindung mit Pfeil 195">
            <a:extLst>
              <a:ext uri="{FF2B5EF4-FFF2-40B4-BE49-F238E27FC236}">
                <a16:creationId xmlns:a16="http://schemas.microsoft.com/office/drawing/2014/main" id="{65958A75-08CD-E777-02D1-45615CF0D213}"/>
              </a:ext>
            </a:extLst>
          </p:cNvPr>
          <p:cNvCxnSpPr>
            <a:cxnSpLocks/>
            <a:stCxn id="191" idx="2"/>
            <a:endCxn id="192" idx="0"/>
          </p:cNvCxnSpPr>
          <p:nvPr/>
        </p:nvCxnSpPr>
        <p:spPr>
          <a:xfrm flipH="1">
            <a:off x="10996826" y="1091139"/>
            <a:ext cx="1433" cy="36558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61" name="Gerade Verbindung mit Pfeil 260">
            <a:extLst>
              <a:ext uri="{FF2B5EF4-FFF2-40B4-BE49-F238E27FC236}">
                <a16:creationId xmlns:a16="http://schemas.microsoft.com/office/drawing/2014/main" id="{56A1A339-04E9-5F4E-A8BE-DC660FC89A36}"/>
              </a:ext>
            </a:extLst>
          </p:cNvPr>
          <p:cNvCxnSpPr>
            <a:cxnSpLocks/>
            <a:stCxn id="129" idx="2"/>
            <a:endCxn id="262" idx="0"/>
          </p:cNvCxnSpPr>
          <p:nvPr/>
        </p:nvCxnSpPr>
        <p:spPr>
          <a:xfrm flipH="1">
            <a:off x="11084912" y="6415922"/>
            <a:ext cx="1" cy="75987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62" name="Abgerundetes Rechteck 2">
            <a:extLst>
              <a:ext uri="{FF2B5EF4-FFF2-40B4-BE49-F238E27FC236}">
                <a16:creationId xmlns:a16="http://schemas.microsoft.com/office/drawing/2014/main" id="{5CE196D1-6660-FF72-2056-778548350BFA}"/>
              </a:ext>
            </a:extLst>
          </p:cNvPr>
          <p:cNvSpPr/>
          <p:nvPr/>
        </p:nvSpPr>
        <p:spPr>
          <a:xfrm>
            <a:off x="10816262" y="7175797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LTP</a:t>
            </a:r>
          </a:p>
        </p:txBody>
      </p:sp>
      <p:sp>
        <p:nvSpPr>
          <p:cNvPr id="263" name="Abgerundetes Rechteck 3">
            <a:extLst>
              <a:ext uri="{FF2B5EF4-FFF2-40B4-BE49-F238E27FC236}">
                <a16:creationId xmlns:a16="http://schemas.microsoft.com/office/drawing/2014/main" id="{DDC4B0D3-252B-F636-C17E-BB93728D27B9}"/>
              </a:ext>
            </a:extLst>
          </p:cNvPr>
          <p:cNvSpPr/>
          <p:nvPr/>
        </p:nvSpPr>
        <p:spPr>
          <a:xfrm>
            <a:off x="10816262" y="8427984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LP</a:t>
            </a:r>
          </a:p>
        </p:txBody>
      </p:sp>
      <p:cxnSp>
        <p:nvCxnSpPr>
          <p:cNvPr id="264" name="Gerade Verbindung mit Pfeil 263">
            <a:extLst>
              <a:ext uri="{FF2B5EF4-FFF2-40B4-BE49-F238E27FC236}">
                <a16:creationId xmlns:a16="http://schemas.microsoft.com/office/drawing/2014/main" id="{E2C6BED8-5229-007D-D968-B7BCBC2208E2}"/>
              </a:ext>
            </a:extLst>
          </p:cNvPr>
          <p:cNvCxnSpPr>
            <a:stCxn id="262" idx="2"/>
            <a:endCxn id="263" idx="0"/>
          </p:cNvCxnSpPr>
          <p:nvPr/>
        </p:nvCxnSpPr>
        <p:spPr>
          <a:xfrm>
            <a:off x="11084909" y="7621372"/>
            <a:ext cx="0" cy="80661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67" name="Verbinder: gewinkelt 266">
            <a:extLst>
              <a:ext uri="{FF2B5EF4-FFF2-40B4-BE49-F238E27FC236}">
                <a16:creationId xmlns:a16="http://schemas.microsoft.com/office/drawing/2014/main" id="{FACF5606-F9B9-7871-8A09-1E43C239D999}"/>
              </a:ext>
            </a:extLst>
          </p:cNvPr>
          <p:cNvCxnSpPr>
            <a:stCxn id="129" idx="2"/>
            <a:endCxn id="125" idx="0"/>
          </p:cNvCxnSpPr>
          <p:nvPr/>
        </p:nvCxnSpPr>
        <p:spPr>
          <a:xfrm rot="16200000" flipH="1">
            <a:off x="9210689" y="8290145"/>
            <a:ext cx="4767623" cy="1019175"/>
          </a:xfrm>
          <a:prstGeom prst="bentConnector3">
            <a:avLst>
              <a:gd name="adj1" fmla="val 6047"/>
            </a:avLst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73" name="Gerade Verbindung mit Pfeil 272">
            <a:extLst>
              <a:ext uri="{FF2B5EF4-FFF2-40B4-BE49-F238E27FC236}">
                <a16:creationId xmlns:a16="http://schemas.microsoft.com/office/drawing/2014/main" id="{4799AC3F-8089-79C4-C3C5-5D947C1289F3}"/>
              </a:ext>
            </a:extLst>
          </p:cNvPr>
          <p:cNvCxnSpPr>
            <a:cxnSpLocks/>
            <a:stCxn id="262" idx="1"/>
            <a:endCxn id="274" idx="3"/>
          </p:cNvCxnSpPr>
          <p:nvPr/>
        </p:nvCxnSpPr>
        <p:spPr>
          <a:xfrm flipH="1" flipV="1">
            <a:off x="10121897" y="7183404"/>
            <a:ext cx="694365" cy="215179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74" name="Rechteck 273">
            <a:extLst>
              <a:ext uri="{FF2B5EF4-FFF2-40B4-BE49-F238E27FC236}">
                <a16:creationId xmlns:a16="http://schemas.microsoft.com/office/drawing/2014/main" id="{AE0A4A2D-3B74-F82D-ACEA-76ED4DCF66B5}"/>
              </a:ext>
            </a:extLst>
          </p:cNvPr>
          <p:cNvSpPr/>
          <p:nvPr/>
        </p:nvSpPr>
        <p:spPr>
          <a:xfrm>
            <a:off x="8716066" y="7037584"/>
            <a:ext cx="1405831" cy="29164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local-id=[mediatorVmName]</a:t>
            </a:r>
          </a:p>
        </p:txBody>
      </p:sp>
      <p:sp>
        <p:nvSpPr>
          <p:cNvPr id="21" name="Abgerundetes Rechteck 2">
            <a:extLst>
              <a:ext uri="{FF2B5EF4-FFF2-40B4-BE49-F238E27FC236}">
                <a16:creationId xmlns:a16="http://schemas.microsoft.com/office/drawing/2014/main" id="{4A727EEC-A892-B7D0-6A2D-BE4B5C3E9B49}"/>
              </a:ext>
            </a:extLst>
          </p:cNvPr>
          <p:cNvSpPr/>
          <p:nvPr/>
        </p:nvSpPr>
        <p:spPr>
          <a:xfrm>
            <a:off x="10844819" y="4861709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R</a:t>
            </a:r>
          </a:p>
        </p:txBody>
      </p: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0E73DD6D-6DA1-BAFE-B092-0D3BD0D9B4E1}"/>
              </a:ext>
            </a:extLst>
          </p:cNvPr>
          <p:cNvCxnSpPr>
            <a:cxnSpLocks/>
            <a:stCxn id="299" idx="2"/>
            <a:endCxn id="21" idx="0"/>
          </p:cNvCxnSpPr>
          <p:nvPr/>
        </p:nvCxnSpPr>
        <p:spPr>
          <a:xfrm flipH="1">
            <a:off x="11113469" y="4626990"/>
            <a:ext cx="1" cy="234719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53" name="Rechteck 52">
            <a:extLst>
              <a:ext uri="{FF2B5EF4-FFF2-40B4-BE49-F238E27FC236}">
                <a16:creationId xmlns:a16="http://schemas.microsoft.com/office/drawing/2014/main" id="{3B25F18C-D7F8-C289-1E10-CE4CD20D5885}"/>
              </a:ext>
            </a:extLst>
          </p:cNvPr>
          <p:cNvSpPr/>
          <p:nvPr/>
        </p:nvSpPr>
        <p:spPr>
          <a:xfrm>
            <a:off x="12345529" y="5199577"/>
            <a:ext cx="1703846" cy="328456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local-id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_link*</a:t>
            </a:r>
          </a:p>
        </p:txBody>
      </p:sp>
      <p:cxnSp>
        <p:nvCxnSpPr>
          <p:cNvPr id="55" name="Gerade Verbindung mit Pfeil 54">
            <a:extLst>
              <a:ext uri="{FF2B5EF4-FFF2-40B4-BE49-F238E27FC236}">
                <a16:creationId xmlns:a16="http://schemas.microsoft.com/office/drawing/2014/main" id="{88E602B1-8F77-D37A-F7AA-F3A7FDB797C6}"/>
              </a:ext>
            </a:extLst>
          </p:cNvPr>
          <p:cNvCxnSpPr>
            <a:cxnSpLocks/>
            <a:stCxn id="21" idx="3"/>
            <a:endCxn id="53" idx="1"/>
          </p:cNvCxnSpPr>
          <p:nvPr/>
        </p:nvCxnSpPr>
        <p:spPr>
          <a:xfrm>
            <a:off x="11382118" y="5084495"/>
            <a:ext cx="963411" cy="27931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9" name="Rechteck 8">
            <a:extLst>
              <a:ext uri="{FF2B5EF4-FFF2-40B4-BE49-F238E27FC236}">
                <a16:creationId xmlns:a16="http://schemas.microsoft.com/office/drawing/2014/main" id="{61652A37-9D04-F68D-B47F-C856369FDE5D}"/>
              </a:ext>
            </a:extLst>
          </p:cNvPr>
          <p:cNvSpPr/>
          <p:nvPr/>
        </p:nvSpPr>
        <p:spPr>
          <a:xfrm>
            <a:off x="9848964" y="14920226"/>
            <a:ext cx="1815783" cy="64151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&lt;-MetaData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creationDate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lastModificationDate</a:t>
            </a:r>
          </a:p>
          <a:p>
            <a:pPr defTabSz="914400"/>
            <a:endParaRPr lang="de-DE" sz="800" kern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Rechteck: gefaltete Ecke 12">
            <a:extLst>
              <a:ext uri="{FF2B5EF4-FFF2-40B4-BE49-F238E27FC236}">
                <a16:creationId xmlns:a16="http://schemas.microsoft.com/office/drawing/2014/main" id="{ECA924EB-D48C-5B3F-0146-F811DB1EF619}"/>
              </a:ext>
            </a:extLst>
          </p:cNvPr>
          <p:cNvSpPr/>
          <p:nvPr/>
        </p:nvSpPr>
        <p:spPr>
          <a:xfrm>
            <a:off x="2739729" y="6131201"/>
            <a:ext cx="1028700" cy="491507"/>
          </a:xfrm>
          <a:prstGeom prst="foldedCorner">
            <a:avLst>
              <a:gd name="adj" fmla="val 30232"/>
            </a:avLst>
          </a:prstGeom>
          <a:solidFill>
            <a:srgbClr val="FFFF00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? add ?: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category=controller</a:t>
            </a:r>
          </a:p>
        </p:txBody>
      </p:sp>
      <p:sp>
        <p:nvSpPr>
          <p:cNvPr id="19" name="Rechteck: gefaltete Ecke 18">
            <a:extLst>
              <a:ext uri="{FF2B5EF4-FFF2-40B4-BE49-F238E27FC236}">
                <a16:creationId xmlns:a16="http://schemas.microsoft.com/office/drawing/2014/main" id="{9E561952-AE67-C6AA-6BF6-2A873CEF614C}"/>
              </a:ext>
            </a:extLst>
          </p:cNvPr>
          <p:cNvSpPr/>
          <p:nvPr/>
        </p:nvSpPr>
        <p:spPr>
          <a:xfrm>
            <a:off x="7864534" y="6185488"/>
            <a:ext cx="1028700" cy="491507"/>
          </a:xfrm>
          <a:prstGeom prst="foldedCorner">
            <a:avLst>
              <a:gd name="adj" fmla="val 30232"/>
            </a:avLst>
          </a:prstGeom>
          <a:solidFill>
            <a:srgbClr val="FFFF00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? add ?: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category=mediatorVm</a:t>
            </a:r>
          </a:p>
        </p:txBody>
      </p:sp>
      <p:sp>
        <p:nvSpPr>
          <p:cNvPr id="20" name="Rechteck: gefaltete Ecke 19">
            <a:extLst>
              <a:ext uri="{FF2B5EF4-FFF2-40B4-BE49-F238E27FC236}">
                <a16:creationId xmlns:a16="http://schemas.microsoft.com/office/drawing/2014/main" id="{BC6B810D-0410-C9F5-B957-BD10214EA935}"/>
              </a:ext>
            </a:extLst>
          </p:cNvPr>
          <p:cNvSpPr/>
          <p:nvPr/>
        </p:nvSpPr>
        <p:spPr>
          <a:xfrm>
            <a:off x="19971320" y="6177841"/>
            <a:ext cx="1028700" cy="491507"/>
          </a:xfrm>
          <a:prstGeom prst="foldedCorner">
            <a:avLst>
              <a:gd name="adj" fmla="val 30232"/>
            </a:avLst>
          </a:prstGeom>
          <a:solidFill>
            <a:srgbClr val="FFFF00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? add ?: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category=device</a:t>
            </a:r>
          </a:p>
        </p:txBody>
      </p:sp>
      <p:sp>
        <p:nvSpPr>
          <p:cNvPr id="22" name="Rechteck: gefaltete Ecke 21">
            <a:extLst>
              <a:ext uri="{FF2B5EF4-FFF2-40B4-BE49-F238E27FC236}">
                <a16:creationId xmlns:a16="http://schemas.microsoft.com/office/drawing/2014/main" id="{6183E1E8-9DD5-219A-C61D-3E56B09F1F8A}"/>
              </a:ext>
            </a:extLst>
          </p:cNvPr>
          <p:cNvSpPr/>
          <p:nvPr/>
        </p:nvSpPr>
        <p:spPr>
          <a:xfrm>
            <a:off x="6123151" y="7529022"/>
            <a:ext cx="1028700" cy="491507"/>
          </a:xfrm>
          <a:prstGeom prst="foldedCorner">
            <a:avLst>
              <a:gd name="adj" fmla="val 30232"/>
            </a:avLst>
          </a:prstGeom>
          <a:solidFill>
            <a:srgbClr val="FFFF00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? add ?: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operationName</a:t>
            </a:r>
          </a:p>
        </p:txBody>
      </p:sp>
      <p:sp>
        <p:nvSpPr>
          <p:cNvPr id="24" name="Rechteck: gefaltete Ecke 23">
            <a:extLst>
              <a:ext uri="{FF2B5EF4-FFF2-40B4-BE49-F238E27FC236}">
                <a16:creationId xmlns:a16="http://schemas.microsoft.com/office/drawing/2014/main" id="{222CEDE3-9A22-FBB1-3407-0DA0FEB06D64}"/>
              </a:ext>
            </a:extLst>
          </p:cNvPr>
          <p:cNvSpPr/>
          <p:nvPr/>
        </p:nvSpPr>
        <p:spPr>
          <a:xfrm>
            <a:off x="11201156" y="1650401"/>
            <a:ext cx="1231325" cy="491507"/>
          </a:xfrm>
          <a:prstGeom prst="foldedCorner">
            <a:avLst>
              <a:gd name="adj" fmla="val 30232"/>
            </a:avLst>
          </a:prstGeom>
          <a:solidFill>
            <a:srgbClr val="FFFF00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r>
              <a:rPr lang="de-DE" sz="8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 needs to be detailed </a:t>
            </a:r>
            <a:endParaRPr lang="de-DE" sz="800" kern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Rechteck: gefaltete Ecke 30">
            <a:extLst>
              <a:ext uri="{FF2B5EF4-FFF2-40B4-BE49-F238E27FC236}">
                <a16:creationId xmlns:a16="http://schemas.microsoft.com/office/drawing/2014/main" id="{2A582747-710A-3734-35D0-D6CDC3A1C3EB}"/>
              </a:ext>
            </a:extLst>
          </p:cNvPr>
          <p:cNvSpPr/>
          <p:nvPr/>
        </p:nvSpPr>
        <p:spPr>
          <a:xfrm>
            <a:off x="11353562" y="14723711"/>
            <a:ext cx="1409938" cy="491507"/>
          </a:xfrm>
          <a:prstGeom prst="foldedCorner">
            <a:avLst>
              <a:gd name="adj" fmla="val 30232"/>
            </a:avLst>
          </a:prstGeom>
          <a:solidFill>
            <a:srgbClr val="FFFF00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r>
              <a:rPr lang="de-DE" sz="8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?Do we need MetaData at:</a:t>
            </a:r>
          </a:p>
          <a:p>
            <a:r>
              <a:rPr lang="de-DE" sz="800" ker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root elements of sub-domain?</a:t>
            </a:r>
            <a:endParaRPr lang="de-DE" sz="800" kern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70457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hteck 71">
            <a:extLst>
              <a:ext uri="{FF2B5EF4-FFF2-40B4-BE49-F238E27FC236}">
                <a16:creationId xmlns:a16="http://schemas.microsoft.com/office/drawing/2014/main" id="{11768FDB-BA6E-EAEB-5BB8-2ED406AD6C41}"/>
              </a:ext>
            </a:extLst>
          </p:cNvPr>
          <p:cNvSpPr/>
          <p:nvPr/>
        </p:nvSpPr>
        <p:spPr>
          <a:xfrm>
            <a:off x="3460400" y="4320839"/>
            <a:ext cx="12491027" cy="64923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2000">
                <a:solidFill>
                  <a:schemeClr val="tx1"/>
                </a:solidFill>
              </a:rPr>
              <a:t>Automation Application</a:t>
            </a:r>
          </a:p>
        </p:txBody>
      </p:sp>
      <p:sp>
        <p:nvSpPr>
          <p:cNvPr id="74" name="Rechteck 73">
            <a:extLst>
              <a:ext uri="{FF2B5EF4-FFF2-40B4-BE49-F238E27FC236}">
                <a16:creationId xmlns:a16="http://schemas.microsoft.com/office/drawing/2014/main" id="{E34E15D0-F58C-24F5-1C8F-16CA7C95A22A}"/>
              </a:ext>
            </a:extLst>
          </p:cNvPr>
          <p:cNvSpPr/>
          <p:nvPr/>
        </p:nvSpPr>
        <p:spPr>
          <a:xfrm>
            <a:off x="5625507" y="6138482"/>
            <a:ext cx="2853775" cy="218185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69" name="Rechteck 68">
            <a:extLst>
              <a:ext uri="{FF2B5EF4-FFF2-40B4-BE49-F238E27FC236}">
                <a16:creationId xmlns:a16="http://schemas.microsoft.com/office/drawing/2014/main" id="{08766F6C-6643-F487-EA05-49C2075FD706}"/>
              </a:ext>
            </a:extLst>
          </p:cNvPr>
          <p:cNvSpPr/>
          <p:nvPr/>
        </p:nvSpPr>
        <p:spPr>
          <a:xfrm>
            <a:off x="7032066" y="6907374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78" name="Rechteck 77">
            <a:extLst>
              <a:ext uri="{FF2B5EF4-FFF2-40B4-BE49-F238E27FC236}">
                <a16:creationId xmlns:a16="http://schemas.microsoft.com/office/drawing/2014/main" id="{58728409-DD53-4F5E-410F-51809028D5C6}"/>
              </a:ext>
            </a:extLst>
          </p:cNvPr>
          <p:cNvSpPr/>
          <p:nvPr/>
        </p:nvSpPr>
        <p:spPr>
          <a:xfrm>
            <a:off x="11413292" y="8172380"/>
            <a:ext cx="2691267" cy="24667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77" name="Rechteck 76">
            <a:extLst>
              <a:ext uri="{FF2B5EF4-FFF2-40B4-BE49-F238E27FC236}">
                <a16:creationId xmlns:a16="http://schemas.microsoft.com/office/drawing/2014/main" id="{9707959B-5A26-7BE3-760D-2FC620E8901C}"/>
              </a:ext>
            </a:extLst>
          </p:cNvPr>
          <p:cNvSpPr/>
          <p:nvPr/>
        </p:nvSpPr>
        <p:spPr>
          <a:xfrm>
            <a:off x="11902303" y="6900006"/>
            <a:ext cx="2465406" cy="15301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76" name="Rechteck 75">
            <a:extLst>
              <a:ext uri="{FF2B5EF4-FFF2-40B4-BE49-F238E27FC236}">
                <a16:creationId xmlns:a16="http://schemas.microsoft.com/office/drawing/2014/main" id="{6F1EFD85-439B-2FE8-5AAE-C84AA7312CAA}"/>
              </a:ext>
            </a:extLst>
          </p:cNvPr>
          <p:cNvSpPr/>
          <p:nvPr/>
        </p:nvSpPr>
        <p:spPr>
          <a:xfrm>
            <a:off x="8622859" y="6823308"/>
            <a:ext cx="2691267" cy="17720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73" name="Rechteck 72">
            <a:extLst>
              <a:ext uri="{FF2B5EF4-FFF2-40B4-BE49-F238E27FC236}">
                <a16:creationId xmlns:a16="http://schemas.microsoft.com/office/drawing/2014/main" id="{68AFF515-41F4-F81B-ADB9-A4A94586F5DA}"/>
              </a:ext>
            </a:extLst>
          </p:cNvPr>
          <p:cNvSpPr/>
          <p:nvPr/>
        </p:nvSpPr>
        <p:spPr>
          <a:xfrm>
            <a:off x="5016054" y="4772877"/>
            <a:ext cx="2426154" cy="2070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81679757-9FB1-0F6D-3098-BDE0BFEDE84D}"/>
              </a:ext>
            </a:extLst>
          </p:cNvPr>
          <p:cNvSpPr/>
          <p:nvPr/>
        </p:nvSpPr>
        <p:spPr>
          <a:xfrm>
            <a:off x="5405627" y="6077802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BCF78038-D1DC-7915-C516-0912B9772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1930" y="6156771"/>
            <a:ext cx="166165" cy="174914"/>
          </a:xfrm>
          <a:prstGeom prst="rect">
            <a:avLst/>
          </a:prstGeom>
        </p:spPr>
      </p:pic>
      <p:sp>
        <p:nvSpPr>
          <p:cNvPr id="2" name="Zylinder 1">
            <a:extLst>
              <a:ext uri="{FF2B5EF4-FFF2-40B4-BE49-F238E27FC236}">
                <a16:creationId xmlns:a16="http://schemas.microsoft.com/office/drawing/2014/main" id="{8651D4E8-1F7A-9069-1B56-0215F8312C74}"/>
              </a:ext>
            </a:extLst>
          </p:cNvPr>
          <p:cNvSpPr/>
          <p:nvPr/>
        </p:nvSpPr>
        <p:spPr>
          <a:xfrm>
            <a:off x="7246888" y="5825304"/>
            <a:ext cx="1534230" cy="570807"/>
          </a:xfrm>
          <a:prstGeom prst="can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200"/>
              <a:t>CandidateDS</a:t>
            </a:r>
            <a:endParaRPr lang="de-DE" sz="1200">
              <a:solidFill>
                <a:schemeClr val="tx1"/>
              </a:solidFill>
            </a:endParaRPr>
          </a:p>
        </p:txBody>
      </p:sp>
      <p:sp>
        <p:nvSpPr>
          <p:cNvPr id="3" name="Zylinder 2">
            <a:extLst>
              <a:ext uri="{FF2B5EF4-FFF2-40B4-BE49-F238E27FC236}">
                <a16:creationId xmlns:a16="http://schemas.microsoft.com/office/drawing/2014/main" id="{7DF83F7F-72CE-BA07-8399-1799F2491A81}"/>
              </a:ext>
            </a:extLst>
          </p:cNvPr>
          <p:cNvSpPr/>
          <p:nvPr/>
        </p:nvSpPr>
        <p:spPr>
          <a:xfrm>
            <a:off x="11064056" y="7926934"/>
            <a:ext cx="1534230" cy="570807"/>
          </a:xfrm>
          <a:prstGeom prst="can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200">
                <a:solidFill>
                  <a:schemeClr val="tx1"/>
                </a:solidFill>
              </a:rPr>
              <a:t>OperationalDS</a:t>
            </a:r>
          </a:p>
        </p:txBody>
      </p:sp>
      <p:sp>
        <p:nvSpPr>
          <p:cNvPr id="6" name="Scrollen: vertikal 5">
            <a:extLst>
              <a:ext uri="{FF2B5EF4-FFF2-40B4-BE49-F238E27FC236}">
                <a16:creationId xmlns:a16="http://schemas.microsoft.com/office/drawing/2014/main" id="{65808CD5-63F0-0767-C688-C4C5BD28C087}"/>
              </a:ext>
            </a:extLst>
          </p:cNvPr>
          <p:cNvSpPr/>
          <p:nvPr/>
        </p:nvSpPr>
        <p:spPr>
          <a:xfrm>
            <a:off x="9637852" y="8992374"/>
            <a:ext cx="1470660" cy="1303020"/>
          </a:xfrm>
          <a:prstGeom prst="verticalScroll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200">
                <a:solidFill>
                  <a:schemeClr val="tx1"/>
                </a:solidFill>
              </a:rPr>
              <a:t>AlarmList</a:t>
            </a:r>
          </a:p>
          <a:p>
            <a:pPr algn="ctr"/>
            <a:r>
              <a:rPr lang="de-DE" sz="1200">
                <a:solidFill>
                  <a:schemeClr val="tx1"/>
                </a:solidFill>
              </a:rPr>
              <a:t>(ToDo-List)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4921D2B2-A1CD-5B5A-7BDE-9B8F734176BC}"/>
              </a:ext>
            </a:extLst>
          </p:cNvPr>
          <p:cNvSpPr/>
          <p:nvPr/>
        </p:nvSpPr>
        <p:spPr>
          <a:xfrm>
            <a:off x="5248516" y="5171022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AB85860A-A1C5-AF4E-519F-B31760899D3D}"/>
              </a:ext>
            </a:extLst>
          </p:cNvPr>
          <p:cNvSpPr/>
          <p:nvPr/>
        </p:nvSpPr>
        <p:spPr>
          <a:xfrm>
            <a:off x="5367796" y="5433912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7AE13B01-B4C3-D5F1-CC62-E2FB37AD2428}"/>
              </a:ext>
            </a:extLst>
          </p:cNvPr>
          <p:cNvSpPr/>
          <p:nvPr/>
        </p:nvSpPr>
        <p:spPr>
          <a:xfrm>
            <a:off x="5596385" y="6331685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2518E1E4-7D07-0174-BD08-75A840537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512" y="6396108"/>
            <a:ext cx="166165" cy="174914"/>
          </a:xfrm>
          <a:prstGeom prst="rect">
            <a:avLst/>
          </a:prstGeom>
        </p:spPr>
      </p:pic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A41C170E-5BE5-4CC7-0B74-FD347727DFC6}"/>
              </a:ext>
            </a:extLst>
          </p:cNvPr>
          <p:cNvCxnSpPr/>
          <p:nvPr/>
        </p:nvCxnSpPr>
        <p:spPr>
          <a:xfrm>
            <a:off x="3608424" y="5380572"/>
            <a:ext cx="16400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9326039E-2586-A1D8-1CFF-BB0395E97CF5}"/>
              </a:ext>
            </a:extLst>
          </p:cNvPr>
          <p:cNvCxnSpPr>
            <a:cxnSpLocks/>
          </p:cNvCxnSpPr>
          <p:nvPr/>
        </p:nvCxnSpPr>
        <p:spPr>
          <a:xfrm flipH="1" flipV="1">
            <a:off x="3608424" y="5489892"/>
            <a:ext cx="1640092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feld 18">
            <a:extLst>
              <a:ext uri="{FF2B5EF4-FFF2-40B4-BE49-F238E27FC236}">
                <a16:creationId xmlns:a16="http://schemas.microsoft.com/office/drawing/2014/main" id="{B15F98CA-500C-497C-9BEB-4DC69798E624}"/>
              </a:ext>
            </a:extLst>
          </p:cNvPr>
          <p:cNvSpPr txBox="1"/>
          <p:nvPr/>
        </p:nvSpPr>
        <p:spPr>
          <a:xfrm>
            <a:off x="5142737" y="4921336"/>
            <a:ext cx="2172787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DE" sz="1200"/>
              <a:t>Interpretation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5E682443-CB6A-7EC0-8599-973D53EC0436}"/>
              </a:ext>
            </a:extLst>
          </p:cNvPr>
          <p:cNvSpPr/>
          <p:nvPr/>
        </p:nvSpPr>
        <p:spPr>
          <a:xfrm>
            <a:off x="13232416" y="7918496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886A27DD-C9F0-DC50-F102-4D63B907E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8719" y="7997465"/>
            <a:ext cx="166165" cy="174914"/>
          </a:xfrm>
          <a:prstGeom prst="rect">
            <a:avLst/>
          </a:prstGeom>
        </p:spPr>
      </p:pic>
      <p:sp>
        <p:nvSpPr>
          <p:cNvPr id="30" name="Textfeld 29">
            <a:extLst>
              <a:ext uri="{FF2B5EF4-FFF2-40B4-BE49-F238E27FC236}">
                <a16:creationId xmlns:a16="http://schemas.microsoft.com/office/drawing/2014/main" id="{F8F209D8-265F-5230-5DB1-DC91F74B162F}"/>
              </a:ext>
            </a:extLst>
          </p:cNvPr>
          <p:cNvSpPr txBox="1"/>
          <p:nvPr/>
        </p:nvSpPr>
        <p:spPr>
          <a:xfrm>
            <a:off x="12071304" y="7077811"/>
            <a:ext cx="242216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200"/>
              <a:t>Measurement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BEBB1305-415F-C61D-3CE9-248E0D923398}"/>
              </a:ext>
            </a:extLst>
          </p:cNvPr>
          <p:cNvSpPr/>
          <p:nvPr/>
        </p:nvSpPr>
        <p:spPr>
          <a:xfrm>
            <a:off x="13275088" y="7289846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32" name="Grafik 31">
            <a:extLst>
              <a:ext uri="{FF2B5EF4-FFF2-40B4-BE49-F238E27FC236}">
                <a16:creationId xmlns:a16="http://schemas.microsoft.com/office/drawing/2014/main" id="{AB09B62C-A946-E9FF-4720-2246483489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1391" y="7368815"/>
            <a:ext cx="166165" cy="174914"/>
          </a:xfrm>
          <a:prstGeom prst="rect">
            <a:avLst/>
          </a:prstGeom>
        </p:spPr>
      </p:pic>
      <p:sp>
        <p:nvSpPr>
          <p:cNvPr id="33" name="Rechteck 32">
            <a:extLst>
              <a:ext uri="{FF2B5EF4-FFF2-40B4-BE49-F238E27FC236}">
                <a16:creationId xmlns:a16="http://schemas.microsoft.com/office/drawing/2014/main" id="{AAE5ECF3-C8FE-F2FB-5245-974B2825FA42}"/>
              </a:ext>
            </a:extLst>
          </p:cNvPr>
          <p:cNvSpPr/>
          <p:nvPr/>
        </p:nvSpPr>
        <p:spPr>
          <a:xfrm>
            <a:off x="13465846" y="7543729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34" name="Grafik 33">
            <a:extLst>
              <a:ext uri="{FF2B5EF4-FFF2-40B4-BE49-F238E27FC236}">
                <a16:creationId xmlns:a16="http://schemas.microsoft.com/office/drawing/2014/main" id="{820EF47B-6F6E-5327-FE6B-AB86187AB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973" y="7608152"/>
            <a:ext cx="166165" cy="174914"/>
          </a:xfrm>
          <a:prstGeom prst="rect">
            <a:avLst/>
          </a:prstGeom>
        </p:spPr>
      </p:pic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C3993F86-8ECE-B926-B471-6625E7F7319D}"/>
              </a:ext>
            </a:extLst>
          </p:cNvPr>
          <p:cNvCxnSpPr/>
          <p:nvPr/>
        </p:nvCxnSpPr>
        <p:spPr>
          <a:xfrm>
            <a:off x="13913798" y="7367912"/>
            <a:ext cx="16400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F28B876E-0BE4-F188-B266-07D970137D3D}"/>
              </a:ext>
            </a:extLst>
          </p:cNvPr>
          <p:cNvCxnSpPr>
            <a:cxnSpLocks/>
          </p:cNvCxnSpPr>
          <p:nvPr/>
        </p:nvCxnSpPr>
        <p:spPr>
          <a:xfrm flipH="1" flipV="1">
            <a:off x="13913798" y="7477232"/>
            <a:ext cx="1640092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feld 36">
            <a:extLst>
              <a:ext uri="{FF2B5EF4-FFF2-40B4-BE49-F238E27FC236}">
                <a16:creationId xmlns:a16="http://schemas.microsoft.com/office/drawing/2014/main" id="{933E09A7-88FD-74AD-4549-31C42BDB99FD}"/>
              </a:ext>
            </a:extLst>
          </p:cNvPr>
          <p:cNvSpPr txBox="1"/>
          <p:nvPr/>
        </p:nvSpPr>
        <p:spPr>
          <a:xfrm>
            <a:off x="8792967" y="7077811"/>
            <a:ext cx="223744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200"/>
              <a:t>Monitoring</a:t>
            </a:r>
          </a:p>
        </p:txBody>
      </p:sp>
      <p:sp>
        <p:nvSpPr>
          <p:cNvPr id="38" name="Pfeil: nach unten 37">
            <a:extLst>
              <a:ext uri="{FF2B5EF4-FFF2-40B4-BE49-F238E27FC236}">
                <a16:creationId xmlns:a16="http://schemas.microsoft.com/office/drawing/2014/main" id="{16B278CA-304F-33B3-E8D1-DE31DD22F9AC}"/>
              </a:ext>
            </a:extLst>
          </p:cNvPr>
          <p:cNvSpPr/>
          <p:nvPr/>
        </p:nvSpPr>
        <p:spPr>
          <a:xfrm>
            <a:off x="9950981" y="8522366"/>
            <a:ext cx="220975" cy="417022"/>
          </a:xfrm>
          <a:prstGeom prst="downArrow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ECC3A7AC-6D82-3D20-89BC-4C6701A7D54A}"/>
              </a:ext>
            </a:extLst>
          </p:cNvPr>
          <p:cNvSpPr/>
          <p:nvPr/>
        </p:nvSpPr>
        <p:spPr>
          <a:xfrm>
            <a:off x="11693665" y="9686425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43" name="Grafik 42">
            <a:extLst>
              <a:ext uri="{FF2B5EF4-FFF2-40B4-BE49-F238E27FC236}">
                <a16:creationId xmlns:a16="http://schemas.microsoft.com/office/drawing/2014/main" id="{8D0099E2-2E76-AD23-470B-45BF3CB638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9968" y="9765394"/>
            <a:ext cx="166165" cy="174914"/>
          </a:xfrm>
          <a:prstGeom prst="rect">
            <a:avLst/>
          </a:prstGeom>
        </p:spPr>
      </p:pic>
      <p:sp>
        <p:nvSpPr>
          <p:cNvPr id="44" name="Rechteck 43">
            <a:extLst>
              <a:ext uri="{FF2B5EF4-FFF2-40B4-BE49-F238E27FC236}">
                <a16:creationId xmlns:a16="http://schemas.microsoft.com/office/drawing/2014/main" id="{EA6EFE08-8623-3C92-521A-E62587924E1F}"/>
              </a:ext>
            </a:extLst>
          </p:cNvPr>
          <p:cNvSpPr/>
          <p:nvPr/>
        </p:nvSpPr>
        <p:spPr>
          <a:xfrm>
            <a:off x="11884423" y="9940308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45" name="Grafik 44">
            <a:extLst>
              <a:ext uri="{FF2B5EF4-FFF2-40B4-BE49-F238E27FC236}">
                <a16:creationId xmlns:a16="http://schemas.microsoft.com/office/drawing/2014/main" id="{9320FA18-5E00-08C4-D1B1-9198B35B6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5550" y="10004731"/>
            <a:ext cx="166165" cy="174914"/>
          </a:xfrm>
          <a:prstGeom prst="rect">
            <a:avLst/>
          </a:prstGeom>
        </p:spPr>
      </p:pic>
      <p:sp>
        <p:nvSpPr>
          <p:cNvPr id="46" name="Rechteck 45">
            <a:extLst>
              <a:ext uri="{FF2B5EF4-FFF2-40B4-BE49-F238E27FC236}">
                <a16:creationId xmlns:a16="http://schemas.microsoft.com/office/drawing/2014/main" id="{FDA4DB3A-D86A-FC0E-4540-DF3D46895C02}"/>
              </a:ext>
            </a:extLst>
          </p:cNvPr>
          <p:cNvSpPr/>
          <p:nvPr/>
        </p:nvSpPr>
        <p:spPr>
          <a:xfrm>
            <a:off x="11736337" y="9057775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47" name="Grafik 46">
            <a:extLst>
              <a:ext uri="{FF2B5EF4-FFF2-40B4-BE49-F238E27FC236}">
                <a16:creationId xmlns:a16="http://schemas.microsoft.com/office/drawing/2014/main" id="{79753B46-3760-CFFB-B858-92910CA7D7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2640" y="9136744"/>
            <a:ext cx="166165" cy="174914"/>
          </a:xfrm>
          <a:prstGeom prst="rect">
            <a:avLst/>
          </a:prstGeom>
        </p:spPr>
      </p:pic>
      <p:sp>
        <p:nvSpPr>
          <p:cNvPr id="48" name="Rechteck 47">
            <a:extLst>
              <a:ext uri="{FF2B5EF4-FFF2-40B4-BE49-F238E27FC236}">
                <a16:creationId xmlns:a16="http://schemas.microsoft.com/office/drawing/2014/main" id="{71BCDD80-7A46-50D8-092A-7DDBF641E7ED}"/>
              </a:ext>
            </a:extLst>
          </p:cNvPr>
          <p:cNvSpPr/>
          <p:nvPr/>
        </p:nvSpPr>
        <p:spPr>
          <a:xfrm>
            <a:off x="11927095" y="9311658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49" name="Grafik 48">
            <a:extLst>
              <a:ext uri="{FF2B5EF4-FFF2-40B4-BE49-F238E27FC236}">
                <a16:creationId xmlns:a16="http://schemas.microsoft.com/office/drawing/2014/main" id="{F30FB4E0-9047-2FC9-990C-7F4907343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8222" y="9376081"/>
            <a:ext cx="166165" cy="174914"/>
          </a:xfrm>
          <a:prstGeom prst="rect">
            <a:avLst/>
          </a:prstGeom>
        </p:spPr>
      </p:pic>
      <p:sp>
        <p:nvSpPr>
          <p:cNvPr id="50" name="Textfeld 49">
            <a:extLst>
              <a:ext uri="{FF2B5EF4-FFF2-40B4-BE49-F238E27FC236}">
                <a16:creationId xmlns:a16="http://schemas.microsoft.com/office/drawing/2014/main" id="{8A6152E2-D527-62AF-329F-BE5199B5A685}"/>
              </a:ext>
            </a:extLst>
          </p:cNvPr>
          <p:cNvSpPr txBox="1"/>
          <p:nvPr/>
        </p:nvSpPr>
        <p:spPr>
          <a:xfrm>
            <a:off x="11478870" y="8715816"/>
            <a:ext cx="246540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DE" sz="1200"/>
              <a:t>Implementation  </a:t>
            </a:r>
          </a:p>
        </p:txBody>
      </p: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7BBAD315-E803-8AD8-F507-559315369AF0}"/>
              </a:ext>
            </a:extLst>
          </p:cNvPr>
          <p:cNvCxnSpPr>
            <a:cxnSpLocks/>
          </p:cNvCxnSpPr>
          <p:nvPr/>
        </p:nvCxnSpPr>
        <p:spPr>
          <a:xfrm>
            <a:off x="12597095" y="9412822"/>
            <a:ext cx="3096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B15CF59D-D0AF-C7CC-3C94-FB6D305D84E6}"/>
              </a:ext>
            </a:extLst>
          </p:cNvPr>
          <p:cNvCxnSpPr>
            <a:cxnSpLocks/>
          </p:cNvCxnSpPr>
          <p:nvPr/>
        </p:nvCxnSpPr>
        <p:spPr>
          <a:xfrm flipH="1" flipV="1">
            <a:off x="12597095" y="9522142"/>
            <a:ext cx="3096000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D6339C93-8299-27F4-6747-DD225C958812}"/>
              </a:ext>
            </a:extLst>
          </p:cNvPr>
          <p:cNvCxnSpPr/>
          <p:nvPr/>
        </p:nvCxnSpPr>
        <p:spPr>
          <a:xfrm>
            <a:off x="3727704" y="5687212"/>
            <a:ext cx="16400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1658B39E-547F-E511-D20E-25569104B4B9}"/>
              </a:ext>
            </a:extLst>
          </p:cNvPr>
          <p:cNvCxnSpPr>
            <a:cxnSpLocks/>
          </p:cNvCxnSpPr>
          <p:nvPr/>
        </p:nvCxnSpPr>
        <p:spPr>
          <a:xfrm flipH="1" flipV="1">
            <a:off x="3727704" y="5796532"/>
            <a:ext cx="1640092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B598A49F-7FDE-0781-D3E7-FD0BEDC62DC4}"/>
              </a:ext>
            </a:extLst>
          </p:cNvPr>
          <p:cNvCxnSpPr/>
          <p:nvPr/>
        </p:nvCxnSpPr>
        <p:spPr>
          <a:xfrm>
            <a:off x="14104556" y="7722344"/>
            <a:ext cx="16400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C2AAE509-94C2-D339-BD6E-168F99A2FDA1}"/>
              </a:ext>
            </a:extLst>
          </p:cNvPr>
          <p:cNvCxnSpPr>
            <a:cxnSpLocks/>
          </p:cNvCxnSpPr>
          <p:nvPr/>
        </p:nvCxnSpPr>
        <p:spPr>
          <a:xfrm flipH="1" flipV="1">
            <a:off x="14104556" y="7831664"/>
            <a:ext cx="1640092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CA6A77B5-080D-6A54-ECF2-4D8B53BF51F1}"/>
              </a:ext>
            </a:extLst>
          </p:cNvPr>
          <p:cNvCxnSpPr/>
          <p:nvPr/>
        </p:nvCxnSpPr>
        <p:spPr>
          <a:xfrm>
            <a:off x="13862564" y="8063062"/>
            <a:ext cx="16400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8CDD7D3A-76C9-4BDC-4E80-536CDBDCAD1C}"/>
              </a:ext>
            </a:extLst>
          </p:cNvPr>
          <p:cNvCxnSpPr>
            <a:cxnSpLocks/>
          </p:cNvCxnSpPr>
          <p:nvPr/>
        </p:nvCxnSpPr>
        <p:spPr>
          <a:xfrm flipH="1" flipV="1">
            <a:off x="13862564" y="8172382"/>
            <a:ext cx="1640092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hteck 28">
            <a:extLst>
              <a:ext uri="{FF2B5EF4-FFF2-40B4-BE49-F238E27FC236}">
                <a16:creationId xmlns:a16="http://schemas.microsoft.com/office/drawing/2014/main" id="{1B1BBE33-3AF4-FE6D-E071-46F92113CD19}"/>
              </a:ext>
            </a:extLst>
          </p:cNvPr>
          <p:cNvSpPr/>
          <p:nvPr/>
        </p:nvSpPr>
        <p:spPr>
          <a:xfrm>
            <a:off x="9373181" y="7741732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40" name="Grafik 39">
            <a:extLst>
              <a:ext uri="{FF2B5EF4-FFF2-40B4-BE49-F238E27FC236}">
                <a16:creationId xmlns:a16="http://schemas.microsoft.com/office/drawing/2014/main" id="{E09BDAA4-67BB-F896-6F09-0E1F9FBF8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9484" y="7820701"/>
            <a:ext cx="166165" cy="174914"/>
          </a:xfrm>
          <a:prstGeom prst="rect">
            <a:avLst/>
          </a:prstGeom>
        </p:spPr>
      </p:pic>
      <p:sp>
        <p:nvSpPr>
          <p:cNvPr id="41" name="Rechteck 40">
            <a:extLst>
              <a:ext uri="{FF2B5EF4-FFF2-40B4-BE49-F238E27FC236}">
                <a16:creationId xmlns:a16="http://schemas.microsoft.com/office/drawing/2014/main" id="{A6E45B43-9BE7-A098-7AF2-59295E61598B}"/>
              </a:ext>
            </a:extLst>
          </p:cNvPr>
          <p:cNvSpPr/>
          <p:nvPr/>
        </p:nvSpPr>
        <p:spPr>
          <a:xfrm>
            <a:off x="9563939" y="7995615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53" name="Grafik 52">
            <a:extLst>
              <a:ext uri="{FF2B5EF4-FFF2-40B4-BE49-F238E27FC236}">
                <a16:creationId xmlns:a16="http://schemas.microsoft.com/office/drawing/2014/main" id="{121D0D37-DE66-DCCA-16C9-16066F081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5066" y="8060038"/>
            <a:ext cx="166165" cy="174914"/>
          </a:xfrm>
          <a:prstGeom prst="rect">
            <a:avLst/>
          </a:prstGeom>
        </p:spPr>
      </p:pic>
      <p:sp>
        <p:nvSpPr>
          <p:cNvPr id="54" name="Rechteck 53">
            <a:extLst>
              <a:ext uri="{FF2B5EF4-FFF2-40B4-BE49-F238E27FC236}">
                <a16:creationId xmlns:a16="http://schemas.microsoft.com/office/drawing/2014/main" id="{8F8F26CE-AB6A-6A62-91BD-2A8161955A6F}"/>
              </a:ext>
            </a:extLst>
          </p:cNvPr>
          <p:cNvSpPr/>
          <p:nvPr/>
        </p:nvSpPr>
        <p:spPr>
          <a:xfrm>
            <a:off x="9978501" y="7827118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60" name="Grafik 59">
            <a:extLst>
              <a:ext uri="{FF2B5EF4-FFF2-40B4-BE49-F238E27FC236}">
                <a16:creationId xmlns:a16="http://schemas.microsoft.com/office/drawing/2014/main" id="{04A1A064-B679-3656-0949-02313E2D7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4804" y="7906087"/>
            <a:ext cx="166165" cy="174914"/>
          </a:xfrm>
          <a:prstGeom prst="rect">
            <a:avLst/>
          </a:prstGeom>
        </p:spPr>
      </p:pic>
      <p:sp>
        <p:nvSpPr>
          <p:cNvPr id="61" name="Rechteck 60">
            <a:extLst>
              <a:ext uri="{FF2B5EF4-FFF2-40B4-BE49-F238E27FC236}">
                <a16:creationId xmlns:a16="http://schemas.microsoft.com/office/drawing/2014/main" id="{D6BDC734-8B7E-DFBB-129E-71E3C1B430B8}"/>
              </a:ext>
            </a:extLst>
          </p:cNvPr>
          <p:cNvSpPr/>
          <p:nvPr/>
        </p:nvSpPr>
        <p:spPr>
          <a:xfrm>
            <a:off x="10169259" y="8081001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62" name="Grafik 61">
            <a:extLst>
              <a:ext uri="{FF2B5EF4-FFF2-40B4-BE49-F238E27FC236}">
                <a16:creationId xmlns:a16="http://schemas.microsoft.com/office/drawing/2014/main" id="{F7C7F3DD-ECC4-4BD5-0946-1E129614D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0386" y="8145424"/>
            <a:ext cx="166165" cy="174914"/>
          </a:xfrm>
          <a:prstGeom prst="rect">
            <a:avLst/>
          </a:prstGeom>
        </p:spPr>
      </p:pic>
      <p:cxnSp>
        <p:nvCxnSpPr>
          <p:cNvPr id="63" name="Gerade Verbindung mit Pfeil 62">
            <a:extLst>
              <a:ext uri="{FF2B5EF4-FFF2-40B4-BE49-F238E27FC236}">
                <a16:creationId xmlns:a16="http://schemas.microsoft.com/office/drawing/2014/main" id="{BBC574BA-725B-72F5-EF5E-3E57C781CBD4}"/>
              </a:ext>
            </a:extLst>
          </p:cNvPr>
          <p:cNvCxnSpPr>
            <a:cxnSpLocks/>
          </p:cNvCxnSpPr>
          <p:nvPr/>
        </p:nvCxnSpPr>
        <p:spPr>
          <a:xfrm>
            <a:off x="12373065" y="9160555"/>
            <a:ext cx="3096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Gerade Verbindung mit Pfeil 63">
            <a:extLst>
              <a:ext uri="{FF2B5EF4-FFF2-40B4-BE49-F238E27FC236}">
                <a16:creationId xmlns:a16="http://schemas.microsoft.com/office/drawing/2014/main" id="{80BE29C0-B5A4-26F6-59D9-655860A46635}"/>
              </a:ext>
            </a:extLst>
          </p:cNvPr>
          <p:cNvCxnSpPr>
            <a:cxnSpLocks/>
          </p:cNvCxnSpPr>
          <p:nvPr/>
        </p:nvCxnSpPr>
        <p:spPr>
          <a:xfrm flipH="1" flipV="1">
            <a:off x="12373065" y="9269875"/>
            <a:ext cx="3096000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Gerade Verbindung mit Pfeil 64">
            <a:extLst>
              <a:ext uri="{FF2B5EF4-FFF2-40B4-BE49-F238E27FC236}">
                <a16:creationId xmlns:a16="http://schemas.microsoft.com/office/drawing/2014/main" id="{CFAD1B13-F4B3-0191-090A-B230AE73F719}"/>
              </a:ext>
            </a:extLst>
          </p:cNvPr>
          <p:cNvCxnSpPr>
            <a:cxnSpLocks/>
          </p:cNvCxnSpPr>
          <p:nvPr/>
        </p:nvCxnSpPr>
        <p:spPr>
          <a:xfrm>
            <a:off x="12332375" y="9807206"/>
            <a:ext cx="3096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Gerade Verbindung mit Pfeil 65">
            <a:extLst>
              <a:ext uri="{FF2B5EF4-FFF2-40B4-BE49-F238E27FC236}">
                <a16:creationId xmlns:a16="http://schemas.microsoft.com/office/drawing/2014/main" id="{B15351C2-4638-07BC-FDF2-1B13276FA1B0}"/>
              </a:ext>
            </a:extLst>
          </p:cNvPr>
          <p:cNvCxnSpPr>
            <a:cxnSpLocks/>
          </p:cNvCxnSpPr>
          <p:nvPr/>
        </p:nvCxnSpPr>
        <p:spPr>
          <a:xfrm flipH="1" flipV="1">
            <a:off x="12332375" y="9916526"/>
            <a:ext cx="3096000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Gerade Verbindung mit Pfeil 66">
            <a:extLst>
              <a:ext uri="{FF2B5EF4-FFF2-40B4-BE49-F238E27FC236}">
                <a16:creationId xmlns:a16="http://schemas.microsoft.com/office/drawing/2014/main" id="{4BD764D8-9CB1-5DD4-A424-B6E59418E0A7}"/>
              </a:ext>
            </a:extLst>
          </p:cNvPr>
          <p:cNvCxnSpPr>
            <a:cxnSpLocks/>
          </p:cNvCxnSpPr>
          <p:nvPr/>
        </p:nvCxnSpPr>
        <p:spPr>
          <a:xfrm>
            <a:off x="12523133" y="10094030"/>
            <a:ext cx="3096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Gerade Verbindung mit Pfeil 67">
            <a:extLst>
              <a:ext uri="{FF2B5EF4-FFF2-40B4-BE49-F238E27FC236}">
                <a16:creationId xmlns:a16="http://schemas.microsoft.com/office/drawing/2014/main" id="{77067898-E101-32BA-37E4-8FA3618B4FD0}"/>
              </a:ext>
            </a:extLst>
          </p:cNvPr>
          <p:cNvCxnSpPr>
            <a:cxnSpLocks/>
          </p:cNvCxnSpPr>
          <p:nvPr/>
        </p:nvCxnSpPr>
        <p:spPr>
          <a:xfrm flipH="1" flipV="1">
            <a:off x="12523133" y="10203350"/>
            <a:ext cx="3096000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Pfeil: nach unten 70">
            <a:extLst>
              <a:ext uri="{FF2B5EF4-FFF2-40B4-BE49-F238E27FC236}">
                <a16:creationId xmlns:a16="http://schemas.microsoft.com/office/drawing/2014/main" id="{860000F8-4BE8-02EE-361D-984158792427}"/>
              </a:ext>
            </a:extLst>
          </p:cNvPr>
          <p:cNvSpPr/>
          <p:nvPr/>
        </p:nvSpPr>
        <p:spPr>
          <a:xfrm rot="16200000">
            <a:off x="11210245" y="9182210"/>
            <a:ext cx="220975" cy="417022"/>
          </a:xfrm>
          <a:prstGeom prst="downArrow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4" name="Zylinder 3">
            <a:extLst>
              <a:ext uri="{FF2B5EF4-FFF2-40B4-BE49-F238E27FC236}">
                <a16:creationId xmlns:a16="http://schemas.microsoft.com/office/drawing/2014/main" id="{873ACF08-01F2-22FA-CD88-E50511D7E71A}"/>
              </a:ext>
            </a:extLst>
          </p:cNvPr>
          <p:cNvSpPr/>
          <p:nvPr/>
        </p:nvSpPr>
        <p:spPr>
          <a:xfrm>
            <a:off x="7246655" y="7961908"/>
            <a:ext cx="1534230" cy="570807"/>
          </a:xfrm>
          <a:prstGeom prst="can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200"/>
              <a:t>RunningDS</a:t>
            </a:r>
            <a:endParaRPr lang="de-DE" sz="1200">
              <a:solidFill>
                <a:schemeClr val="tx1"/>
              </a:solidFill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3EA93EA5-E27E-2466-2148-49F2E5DB39B5}"/>
              </a:ext>
            </a:extLst>
          </p:cNvPr>
          <p:cNvSpPr txBox="1"/>
          <p:nvPr/>
        </p:nvSpPr>
        <p:spPr>
          <a:xfrm>
            <a:off x="5867603" y="7153884"/>
            <a:ext cx="225693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200"/>
              <a:t>Validation</a:t>
            </a:r>
          </a:p>
        </p:txBody>
      </p:sp>
      <p:pic>
        <p:nvPicPr>
          <p:cNvPr id="59" name="Grafik 58">
            <a:extLst>
              <a:ext uri="{FF2B5EF4-FFF2-40B4-BE49-F238E27FC236}">
                <a16:creationId xmlns:a16="http://schemas.microsoft.com/office/drawing/2014/main" id="{60111AB6-85B4-2D81-324C-1F22D4C85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5086" y="6978953"/>
            <a:ext cx="166165" cy="174914"/>
          </a:xfrm>
          <a:prstGeom prst="rect">
            <a:avLst/>
          </a:prstGeom>
        </p:spPr>
      </p:pic>
      <p:sp>
        <p:nvSpPr>
          <p:cNvPr id="70" name="Rechteck 69">
            <a:extLst>
              <a:ext uri="{FF2B5EF4-FFF2-40B4-BE49-F238E27FC236}">
                <a16:creationId xmlns:a16="http://schemas.microsoft.com/office/drawing/2014/main" id="{CB5E82B7-7869-BBD8-4F95-A79C5974E64C}"/>
              </a:ext>
            </a:extLst>
          </p:cNvPr>
          <p:cNvSpPr/>
          <p:nvPr/>
        </p:nvSpPr>
        <p:spPr>
          <a:xfrm>
            <a:off x="7493136" y="6743864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75" name="Grafik 74">
            <a:extLst>
              <a:ext uri="{FF2B5EF4-FFF2-40B4-BE49-F238E27FC236}">
                <a16:creationId xmlns:a16="http://schemas.microsoft.com/office/drawing/2014/main" id="{DD46282F-0809-C98F-3797-FC55EDA98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6156" y="6815443"/>
            <a:ext cx="166165" cy="174914"/>
          </a:xfrm>
          <a:prstGeom prst="rect">
            <a:avLst/>
          </a:prstGeom>
        </p:spPr>
      </p:pic>
      <p:sp>
        <p:nvSpPr>
          <p:cNvPr id="79" name="Rechteck 78">
            <a:extLst>
              <a:ext uri="{FF2B5EF4-FFF2-40B4-BE49-F238E27FC236}">
                <a16:creationId xmlns:a16="http://schemas.microsoft.com/office/drawing/2014/main" id="{F3E87AB5-F65A-6087-300E-12716D02A8BA}"/>
              </a:ext>
            </a:extLst>
          </p:cNvPr>
          <p:cNvSpPr/>
          <p:nvPr/>
        </p:nvSpPr>
        <p:spPr>
          <a:xfrm>
            <a:off x="7766871" y="6994831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80" name="Grafik 79">
            <a:extLst>
              <a:ext uri="{FF2B5EF4-FFF2-40B4-BE49-F238E27FC236}">
                <a16:creationId xmlns:a16="http://schemas.microsoft.com/office/drawing/2014/main" id="{D30DC09C-DB14-184D-77FC-0D4EC9817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9891" y="7066410"/>
            <a:ext cx="166165" cy="174914"/>
          </a:xfrm>
          <a:prstGeom prst="rect">
            <a:avLst/>
          </a:prstGeom>
        </p:spPr>
      </p:pic>
      <p:sp>
        <p:nvSpPr>
          <p:cNvPr id="81" name="Rechteck 80">
            <a:extLst>
              <a:ext uri="{FF2B5EF4-FFF2-40B4-BE49-F238E27FC236}">
                <a16:creationId xmlns:a16="http://schemas.microsoft.com/office/drawing/2014/main" id="{219D7DF1-4838-E424-4970-637CCA5F6D9F}"/>
              </a:ext>
            </a:extLst>
          </p:cNvPr>
          <p:cNvSpPr/>
          <p:nvPr/>
        </p:nvSpPr>
        <p:spPr>
          <a:xfrm>
            <a:off x="5751123" y="7582696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82" name="Grafik 81">
            <a:extLst>
              <a:ext uri="{FF2B5EF4-FFF2-40B4-BE49-F238E27FC236}">
                <a16:creationId xmlns:a16="http://schemas.microsoft.com/office/drawing/2014/main" id="{7623EEA6-4908-E4EF-5496-17FC29D01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4143" y="7654275"/>
            <a:ext cx="166165" cy="174914"/>
          </a:xfrm>
          <a:prstGeom prst="rect">
            <a:avLst/>
          </a:prstGeom>
        </p:spPr>
      </p:pic>
      <p:sp>
        <p:nvSpPr>
          <p:cNvPr id="83" name="Rechteck 82">
            <a:extLst>
              <a:ext uri="{FF2B5EF4-FFF2-40B4-BE49-F238E27FC236}">
                <a16:creationId xmlns:a16="http://schemas.microsoft.com/office/drawing/2014/main" id="{7B94240D-AA8F-A17A-F0A3-98BD50B820CA}"/>
              </a:ext>
            </a:extLst>
          </p:cNvPr>
          <p:cNvSpPr/>
          <p:nvPr/>
        </p:nvSpPr>
        <p:spPr>
          <a:xfrm>
            <a:off x="5893881" y="7672003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84" name="Grafik 83">
            <a:extLst>
              <a:ext uri="{FF2B5EF4-FFF2-40B4-BE49-F238E27FC236}">
                <a16:creationId xmlns:a16="http://schemas.microsoft.com/office/drawing/2014/main" id="{90585C54-0A06-5DED-7224-E7ABDF59A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6901" y="7743582"/>
            <a:ext cx="166165" cy="174914"/>
          </a:xfrm>
          <a:prstGeom prst="rect">
            <a:avLst/>
          </a:prstGeom>
        </p:spPr>
      </p:pic>
      <p:sp>
        <p:nvSpPr>
          <p:cNvPr id="85" name="Rechteck 84">
            <a:extLst>
              <a:ext uri="{FF2B5EF4-FFF2-40B4-BE49-F238E27FC236}">
                <a16:creationId xmlns:a16="http://schemas.microsoft.com/office/drawing/2014/main" id="{B912B7D4-BA03-4CAC-F9EC-4328B512B88F}"/>
              </a:ext>
            </a:extLst>
          </p:cNvPr>
          <p:cNvSpPr/>
          <p:nvPr/>
        </p:nvSpPr>
        <p:spPr>
          <a:xfrm>
            <a:off x="6097010" y="7752619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86" name="Grafik 85">
            <a:extLst>
              <a:ext uri="{FF2B5EF4-FFF2-40B4-BE49-F238E27FC236}">
                <a16:creationId xmlns:a16="http://schemas.microsoft.com/office/drawing/2014/main" id="{8636BC15-D9D2-0211-46EF-461DF84AF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0030" y="7824198"/>
            <a:ext cx="166165" cy="174914"/>
          </a:xfrm>
          <a:prstGeom prst="rect">
            <a:avLst/>
          </a:prstGeom>
        </p:spPr>
      </p:pic>
      <p:sp>
        <p:nvSpPr>
          <p:cNvPr id="87" name="Rechteck 86">
            <a:extLst>
              <a:ext uri="{FF2B5EF4-FFF2-40B4-BE49-F238E27FC236}">
                <a16:creationId xmlns:a16="http://schemas.microsoft.com/office/drawing/2014/main" id="{A735C89F-0933-53B9-0BCA-93B2AD0B2E1F}"/>
              </a:ext>
            </a:extLst>
          </p:cNvPr>
          <p:cNvSpPr/>
          <p:nvPr/>
        </p:nvSpPr>
        <p:spPr>
          <a:xfrm>
            <a:off x="6320757" y="7844610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88" name="Grafik 87">
            <a:extLst>
              <a:ext uri="{FF2B5EF4-FFF2-40B4-BE49-F238E27FC236}">
                <a16:creationId xmlns:a16="http://schemas.microsoft.com/office/drawing/2014/main" id="{197F1DD4-8100-7640-41A6-58DFDCB09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777" y="7916189"/>
            <a:ext cx="166165" cy="174914"/>
          </a:xfrm>
          <a:prstGeom prst="rect">
            <a:avLst/>
          </a:prstGeom>
        </p:spPr>
      </p:pic>
      <p:sp>
        <p:nvSpPr>
          <p:cNvPr id="89" name="Rechteck 88">
            <a:extLst>
              <a:ext uri="{FF2B5EF4-FFF2-40B4-BE49-F238E27FC236}">
                <a16:creationId xmlns:a16="http://schemas.microsoft.com/office/drawing/2014/main" id="{95EFF100-5873-6569-3361-6737B43E0ADA}"/>
              </a:ext>
            </a:extLst>
          </p:cNvPr>
          <p:cNvSpPr/>
          <p:nvPr/>
        </p:nvSpPr>
        <p:spPr>
          <a:xfrm>
            <a:off x="6566616" y="7743991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90" name="Grafik 89">
            <a:extLst>
              <a:ext uri="{FF2B5EF4-FFF2-40B4-BE49-F238E27FC236}">
                <a16:creationId xmlns:a16="http://schemas.microsoft.com/office/drawing/2014/main" id="{81701613-D132-8D16-D0EE-8BDADC27DE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9636" y="7815570"/>
            <a:ext cx="166165" cy="174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140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744600e-3e04-492e-baa1-25ec245c6f10}" enabled="0" method="" siteId="{9744600e-3e04-492e-baa1-25ec245c6f1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1596</Words>
  <Application>Microsoft Office PowerPoint</Application>
  <PresentationFormat>Benutzerdefiniert</PresentationFormat>
  <Paragraphs>779</Paragraphs>
  <Slides>14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Telefónica Germany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Thorsten Heinze</dc:creator>
  <cp:lastModifiedBy>Thorsten Heinze</cp:lastModifiedBy>
  <cp:revision>101</cp:revision>
  <dcterms:created xsi:type="dcterms:W3CDTF">2025-01-24T13:53:29Z</dcterms:created>
  <dcterms:modified xsi:type="dcterms:W3CDTF">2025-06-30T17:38:43Z</dcterms:modified>
</cp:coreProperties>
</file>