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15"/>
  </p:notesMasterIdLst>
  <p:sldIdLst>
    <p:sldId id="302" r:id="rId2"/>
    <p:sldId id="297" r:id="rId3"/>
    <p:sldId id="287" r:id="rId4"/>
    <p:sldId id="307" r:id="rId5"/>
    <p:sldId id="309" r:id="rId6"/>
    <p:sldId id="310" r:id="rId7"/>
    <p:sldId id="311" r:id="rId8"/>
    <p:sldId id="300" r:id="rId9"/>
    <p:sldId id="285" r:id="rId10"/>
    <p:sldId id="298" r:id="rId11"/>
    <p:sldId id="301" r:id="rId12"/>
    <p:sldId id="303" r:id="rId13"/>
    <p:sldId id="305" r:id="rId14"/>
  </p:sldIdLst>
  <p:sldSz cx="23399750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BFBF"/>
    <a:srgbClr val="FFFFFF"/>
    <a:srgbClr val="FFDD71"/>
    <a:srgbClr val="FFC000"/>
    <a:srgbClr val="04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0654AB-2524-425A-85F6-5CF4B22CDFD2}" v="1" dt="2025-06-27T15:40:55.42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87" autoAdjust="0"/>
    <p:restoredTop sz="96370" autoAdjust="0"/>
  </p:normalViewPr>
  <p:slideViewPr>
    <p:cSldViewPr snapToGrid="0">
      <p:cViewPr>
        <p:scale>
          <a:sx n="75" d="100"/>
          <a:sy n="75" d="100"/>
        </p:scale>
        <p:origin x="1314" y="-348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rsten Heinze" userId="8373ecd2-b5b9-4b48-849d-3bee853f6cc0" providerId="ADAL" clId="{1C0654AB-2524-425A-85F6-5CF4B22CDFD2}"/>
    <pc:docChg chg="undo custSel modSld">
      <pc:chgData name="Thorsten Heinze" userId="8373ecd2-b5b9-4b48-849d-3bee853f6cc0" providerId="ADAL" clId="{1C0654AB-2524-425A-85F6-5CF4B22CDFD2}" dt="2025-06-27T15:47:13.050" v="25"/>
      <pc:docMkLst>
        <pc:docMk/>
      </pc:docMkLst>
      <pc:sldChg chg="addSp modSp mod">
        <pc:chgData name="Thorsten Heinze" userId="8373ecd2-b5b9-4b48-849d-3bee853f6cc0" providerId="ADAL" clId="{1C0654AB-2524-425A-85F6-5CF4B22CDFD2}" dt="2025-06-27T15:47:13.050" v="25"/>
        <pc:sldMkLst>
          <pc:docMk/>
          <pc:sldMk cId="1618497423" sldId="302"/>
        </pc:sldMkLst>
        <pc:spChg chg="add mod">
          <ac:chgData name="Thorsten Heinze" userId="8373ecd2-b5b9-4b48-849d-3bee853f6cc0" providerId="ADAL" clId="{1C0654AB-2524-425A-85F6-5CF4B22CDFD2}" dt="2025-06-27T15:40:55.414" v="8"/>
          <ac:spMkLst>
            <pc:docMk/>
            <pc:sldMk cId="1618497423" sldId="302"/>
            <ac:spMk id="19" creationId="{4356CF41-7A92-9DEA-F805-BE046ED8D18A}"/>
          </ac:spMkLst>
        </pc:spChg>
        <pc:spChg chg="mod">
          <ac:chgData name="Thorsten Heinze" userId="8373ecd2-b5b9-4b48-849d-3bee853f6cc0" providerId="ADAL" clId="{1C0654AB-2524-425A-85F6-5CF4B22CDFD2}" dt="2025-06-27T15:45:39.362" v="15" actId="14100"/>
          <ac:spMkLst>
            <pc:docMk/>
            <pc:sldMk cId="1618497423" sldId="302"/>
            <ac:spMk id="38" creationId="{D6180C09-80DE-B8FB-D98B-2D79204A965B}"/>
          </ac:spMkLst>
        </pc:spChg>
        <pc:spChg chg="mod">
          <ac:chgData name="Thorsten Heinze" userId="8373ecd2-b5b9-4b48-849d-3bee853f6cc0" providerId="ADAL" clId="{1C0654AB-2524-425A-85F6-5CF4B22CDFD2}" dt="2025-06-27T15:47:03.381" v="24" actId="20577"/>
          <ac:spMkLst>
            <pc:docMk/>
            <pc:sldMk cId="1618497423" sldId="302"/>
            <ac:spMk id="44" creationId="{DDD580D5-0B17-FEDA-A7D7-84BCAB8DD12F}"/>
          </ac:spMkLst>
        </pc:spChg>
        <pc:spChg chg="mod">
          <ac:chgData name="Thorsten Heinze" userId="8373ecd2-b5b9-4b48-849d-3bee853f6cc0" providerId="ADAL" clId="{1C0654AB-2524-425A-85F6-5CF4B22CDFD2}" dt="2025-06-27T15:45:23.424" v="12" actId="14100"/>
          <ac:spMkLst>
            <pc:docMk/>
            <pc:sldMk cId="1618497423" sldId="302"/>
            <ac:spMk id="90" creationId="{8E303147-0B25-3184-7D85-94E7D636036D}"/>
          </ac:spMkLst>
        </pc:spChg>
        <pc:spChg chg="mod">
          <ac:chgData name="Thorsten Heinze" userId="8373ecd2-b5b9-4b48-849d-3bee853f6cc0" providerId="ADAL" clId="{1C0654AB-2524-425A-85F6-5CF4B22CDFD2}" dt="2025-06-27T15:39:45.601" v="3" actId="14100"/>
          <ac:spMkLst>
            <pc:docMk/>
            <pc:sldMk cId="1618497423" sldId="302"/>
            <ac:spMk id="106" creationId="{F747143B-B3B4-B85A-5627-F9408617ABE2}"/>
          </ac:spMkLst>
        </pc:spChg>
        <pc:spChg chg="mod">
          <ac:chgData name="Thorsten Heinze" userId="8373ecd2-b5b9-4b48-849d-3bee853f6cc0" providerId="ADAL" clId="{1C0654AB-2524-425A-85F6-5CF4B22CDFD2}" dt="2025-06-27T15:40:03.876" v="7"/>
          <ac:spMkLst>
            <pc:docMk/>
            <pc:sldMk cId="1618497423" sldId="302"/>
            <ac:spMk id="107" creationId="{7A3FD0BE-3B75-BB64-F778-19F01E8B6CF0}"/>
          </ac:spMkLst>
        </pc:spChg>
        <pc:spChg chg="mod">
          <ac:chgData name="Thorsten Heinze" userId="8373ecd2-b5b9-4b48-849d-3bee853f6cc0" providerId="ADAL" clId="{1C0654AB-2524-425A-85F6-5CF4B22CDFD2}" dt="2025-06-27T15:44:58.012" v="9"/>
          <ac:spMkLst>
            <pc:docMk/>
            <pc:sldMk cId="1618497423" sldId="302"/>
            <ac:spMk id="111" creationId="{6DB0620F-1934-09FB-E04A-D999B2526230}"/>
          </ac:spMkLst>
        </pc:spChg>
        <pc:spChg chg="mod">
          <ac:chgData name="Thorsten Heinze" userId="8373ecd2-b5b9-4b48-849d-3bee853f6cc0" providerId="ADAL" clId="{1C0654AB-2524-425A-85F6-5CF4B22CDFD2}" dt="2025-06-27T15:46:03.358" v="18" actId="14100"/>
          <ac:spMkLst>
            <pc:docMk/>
            <pc:sldMk cId="1618497423" sldId="302"/>
            <ac:spMk id="156" creationId="{A2DD233B-D011-6931-E9B5-093D279C83E7}"/>
          </ac:spMkLst>
        </pc:spChg>
        <pc:spChg chg="mod">
          <ac:chgData name="Thorsten Heinze" userId="8373ecd2-b5b9-4b48-849d-3bee853f6cc0" providerId="ADAL" clId="{1C0654AB-2524-425A-85F6-5CF4B22CDFD2}" dt="2025-06-27T15:46:33.453" v="22" actId="14100"/>
          <ac:spMkLst>
            <pc:docMk/>
            <pc:sldMk cId="1618497423" sldId="302"/>
            <ac:spMk id="168" creationId="{CF8AC0D9-3EBA-3573-B442-A8577BA331CA}"/>
          </ac:spMkLst>
        </pc:spChg>
        <pc:spChg chg="mod">
          <ac:chgData name="Thorsten Heinze" userId="8373ecd2-b5b9-4b48-849d-3bee853f6cc0" providerId="ADAL" clId="{1C0654AB-2524-425A-85F6-5CF4B22CDFD2}" dt="2025-06-27T15:47:13.050" v="25"/>
          <ac:spMkLst>
            <pc:docMk/>
            <pc:sldMk cId="1618497423" sldId="302"/>
            <ac:spMk id="232" creationId="{D24AFCEE-3415-2633-C02F-42F690432881}"/>
          </ac:spMkLst>
        </pc:spChg>
        <pc:cxnChg chg="mod">
          <ac:chgData name="Thorsten Heinze" userId="8373ecd2-b5b9-4b48-849d-3bee853f6cc0" providerId="ADAL" clId="{1C0654AB-2524-425A-85F6-5CF4B22CDFD2}" dt="2025-06-27T15:45:39.362" v="15" actId="14100"/>
          <ac:cxnSpMkLst>
            <pc:docMk/>
            <pc:sldMk cId="1618497423" sldId="302"/>
            <ac:cxnSpMk id="41" creationId="{12D49DF6-85AB-4875-3211-DF09274DF36A}"/>
          </ac:cxnSpMkLst>
        </pc:cxnChg>
        <pc:cxnChg chg="mod">
          <ac:chgData name="Thorsten Heinze" userId="8373ecd2-b5b9-4b48-849d-3bee853f6cc0" providerId="ADAL" clId="{1C0654AB-2524-425A-85F6-5CF4B22CDFD2}" dt="2025-06-27T15:45:23.424" v="12" actId="14100"/>
          <ac:cxnSpMkLst>
            <pc:docMk/>
            <pc:sldMk cId="1618497423" sldId="302"/>
            <ac:cxnSpMk id="91" creationId="{3065BECA-C0D8-DABC-4838-03A9DADBC8E4}"/>
          </ac:cxnSpMkLst>
        </pc:cxnChg>
        <pc:cxnChg chg="mod">
          <ac:chgData name="Thorsten Heinze" userId="8373ecd2-b5b9-4b48-849d-3bee853f6cc0" providerId="ADAL" clId="{1C0654AB-2524-425A-85F6-5CF4B22CDFD2}" dt="2025-06-27T15:40:01.852" v="6" actId="14100"/>
          <ac:cxnSpMkLst>
            <pc:docMk/>
            <pc:sldMk cId="1618497423" sldId="302"/>
            <ac:cxnSpMk id="110" creationId="{67FF7427-9093-4E22-3C85-E5B709264C91}"/>
          </ac:cxnSpMkLst>
        </pc:cxnChg>
        <pc:cxnChg chg="mod">
          <ac:chgData name="Thorsten Heinze" userId="8373ecd2-b5b9-4b48-849d-3bee853f6cc0" providerId="ADAL" clId="{1C0654AB-2524-425A-85F6-5CF4B22CDFD2}" dt="2025-06-27T15:39:45.601" v="3" actId="14100"/>
          <ac:cxnSpMkLst>
            <pc:docMk/>
            <pc:sldMk cId="1618497423" sldId="302"/>
            <ac:cxnSpMk id="112" creationId="{F0EDDFFC-10F3-7D0E-6D6A-F2A10E9C76E4}"/>
          </ac:cxnSpMkLst>
        </pc:cxnChg>
        <pc:cxnChg chg="mod">
          <ac:chgData name="Thorsten Heinze" userId="8373ecd2-b5b9-4b48-849d-3bee853f6cc0" providerId="ADAL" clId="{1C0654AB-2524-425A-85F6-5CF4B22CDFD2}" dt="2025-06-27T15:39:55.616" v="5" actId="14100"/>
          <ac:cxnSpMkLst>
            <pc:docMk/>
            <pc:sldMk cId="1618497423" sldId="302"/>
            <ac:cxnSpMk id="113" creationId="{6EEB9E49-DE20-9A29-0EB6-0283382BCACA}"/>
          </ac:cxnSpMkLst>
        </pc:cxnChg>
        <pc:cxnChg chg="mod">
          <ac:chgData name="Thorsten Heinze" userId="8373ecd2-b5b9-4b48-849d-3bee853f6cc0" providerId="ADAL" clId="{1C0654AB-2524-425A-85F6-5CF4B22CDFD2}" dt="2025-06-27T15:46:03.358" v="18" actId="14100"/>
          <ac:cxnSpMkLst>
            <pc:docMk/>
            <pc:sldMk cId="1618497423" sldId="302"/>
            <ac:cxnSpMk id="159" creationId="{E0072063-E071-5BFA-07F7-75E642B28E77}"/>
          </ac:cxnSpMkLst>
        </pc:cxnChg>
        <pc:cxnChg chg="mod">
          <ac:chgData name="Thorsten Heinze" userId="8373ecd2-b5b9-4b48-849d-3bee853f6cc0" providerId="ADAL" clId="{1C0654AB-2524-425A-85F6-5CF4B22CDFD2}" dt="2025-06-27T15:46:33.453" v="22" actId="14100"/>
          <ac:cxnSpMkLst>
            <pc:docMk/>
            <pc:sldMk cId="1618497423" sldId="302"/>
            <ac:cxnSpMk id="169" creationId="{BA0DE7E0-3E00-4D1E-00E4-096475C7D555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CCF725-7468-4D3D-9E24-A16745BBBA77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423988" y="1143000"/>
            <a:ext cx="40100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9594DA-F4C5-4E81-884D-2CC9FB11C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0396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4981" y="2945943"/>
            <a:ext cx="19889788" cy="6266897"/>
          </a:xfrm>
        </p:spPr>
        <p:txBody>
          <a:bodyPr anchor="b"/>
          <a:lstStyle>
            <a:lvl1pPr algn="ctr"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969" y="9454516"/>
            <a:ext cx="17549813" cy="4345992"/>
          </a:xfrm>
        </p:spPr>
        <p:txBody>
          <a:bodyPr/>
          <a:lstStyle>
            <a:lvl1pPr marL="0" indent="0" algn="ctr">
              <a:buNone/>
              <a:defRPr sz="6142"/>
            </a:lvl1pPr>
            <a:lvl2pPr marL="1169975" indent="0" algn="ctr">
              <a:buNone/>
              <a:defRPr sz="5118"/>
            </a:lvl2pPr>
            <a:lvl3pPr marL="2339950" indent="0" algn="ctr">
              <a:buNone/>
              <a:defRPr sz="4606"/>
            </a:lvl3pPr>
            <a:lvl4pPr marL="3509924" indent="0" algn="ctr">
              <a:buNone/>
              <a:defRPr sz="4094"/>
            </a:lvl4pPr>
            <a:lvl5pPr marL="4679899" indent="0" algn="ctr">
              <a:buNone/>
              <a:defRPr sz="4094"/>
            </a:lvl5pPr>
            <a:lvl6pPr marL="5849874" indent="0" algn="ctr">
              <a:buNone/>
              <a:defRPr sz="4094"/>
            </a:lvl6pPr>
            <a:lvl7pPr marL="7019849" indent="0" algn="ctr">
              <a:buNone/>
              <a:defRPr sz="4094"/>
            </a:lvl7pPr>
            <a:lvl8pPr marL="8189824" indent="0" algn="ctr">
              <a:buNone/>
              <a:defRPr sz="4094"/>
            </a:lvl8pPr>
            <a:lvl9pPr marL="9359798" indent="0" algn="ctr">
              <a:buNone/>
              <a:defRPr sz="4094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5338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268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6547" y="4487671"/>
            <a:ext cx="20182284" cy="7487774"/>
          </a:xfrm>
        </p:spPr>
        <p:txBody>
          <a:bodyPr anchor="b"/>
          <a:lstStyle>
            <a:lvl1pPr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96547" y="12046282"/>
            <a:ext cx="20182284" cy="3937644"/>
          </a:xfrm>
        </p:spPr>
        <p:txBody>
          <a:bodyPr/>
          <a:lstStyle>
            <a:lvl1pPr marL="0" indent="0">
              <a:buNone/>
              <a:defRPr sz="6142">
                <a:solidFill>
                  <a:schemeClr val="tx1">
                    <a:tint val="82000"/>
                  </a:schemeClr>
                </a:solidFill>
              </a:defRPr>
            </a:lvl1pPr>
            <a:lvl2pPr marL="1169975" indent="0">
              <a:buNone/>
              <a:defRPr sz="5118">
                <a:solidFill>
                  <a:schemeClr val="tx1">
                    <a:tint val="82000"/>
                  </a:schemeClr>
                </a:solidFill>
              </a:defRPr>
            </a:lvl2pPr>
            <a:lvl3pPr marL="2339950" indent="0">
              <a:buNone/>
              <a:defRPr sz="4606">
                <a:solidFill>
                  <a:schemeClr val="tx1">
                    <a:tint val="82000"/>
                  </a:schemeClr>
                </a:solidFill>
              </a:defRPr>
            </a:lvl3pPr>
            <a:lvl4pPr marL="35099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4pPr>
            <a:lvl5pPr marL="467989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5pPr>
            <a:lvl6pPr marL="584987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6pPr>
            <a:lvl7pPr marL="701984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7pPr>
            <a:lvl8pPr marL="81898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8pPr>
            <a:lvl9pPr marL="9359798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3429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0873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4612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3099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958373"/>
            <a:ext cx="20182284" cy="347929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11783" y="4412664"/>
            <a:ext cx="9899190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11783" y="6575242"/>
            <a:ext cx="9899190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846124" y="4412664"/>
            <a:ext cx="9947942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846124" y="6575242"/>
            <a:ext cx="9947942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0923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7927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3424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47942" y="2591766"/>
            <a:ext cx="11846123" cy="12792138"/>
          </a:xfrm>
        </p:spPr>
        <p:txBody>
          <a:bodyPr/>
          <a:lstStyle>
            <a:lvl1pPr>
              <a:defRPr sz="8189"/>
            </a:lvl1pPr>
            <a:lvl2pPr>
              <a:defRPr sz="7165"/>
            </a:lvl2pPr>
            <a:lvl3pPr>
              <a:defRPr sz="6142"/>
            </a:lvl3pPr>
            <a:lvl4pPr>
              <a:defRPr sz="5118"/>
            </a:lvl4pPr>
            <a:lvl5pPr>
              <a:defRPr sz="5118"/>
            </a:lvl5pPr>
            <a:lvl6pPr>
              <a:defRPr sz="5118"/>
            </a:lvl6pPr>
            <a:lvl7pPr>
              <a:defRPr sz="5118"/>
            </a:lvl7pPr>
            <a:lvl8pPr>
              <a:defRPr sz="5118"/>
            </a:lvl8pPr>
            <a:lvl9pPr>
              <a:defRPr sz="511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6415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947942" y="2591766"/>
            <a:ext cx="11846123" cy="12792138"/>
          </a:xfrm>
        </p:spPr>
        <p:txBody>
          <a:bodyPr anchor="t"/>
          <a:lstStyle>
            <a:lvl1pPr marL="0" indent="0">
              <a:buNone/>
              <a:defRPr sz="8189"/>
            </a:lvl1pPr>
            <a:lvl2pPr marL="1169975" indent="0">
              <a:buNone/>
              <a:defRPr sz="7165"/>
            </a:lvl2pPr>
            <a:lvl3pPr marL="2339950" indent="0">
              <a:buNone/>
              <a:defRPr sz="6142"/>
            </a:lvl3pPr>
            <a:lvl4pPr marL="3509924" indent="0">
              <a:buNone/>
              <a:defRPr sz="5118"/>
            </a:lvl4pPr>
            <a:lvl5pPr marL="4679899" indent="0">
              <a:buNone/>
              <a:defRPr sz="5118"/>
            </a:lvl5pPr>
            <a:lvl6pPr marL="5849874" indent="0">
              <a:buNone/>
              <a:defRPr sz="5118"/>
            </a:lvl6pPr>
            <a:lvl7pPr marL="7019849" indent="0">
              <a:buNone/>
              <a:defRPr sz="5118"/>
            </a:lvl7pPr>
            <a:lvl8pPr marL="8189824" indent="0">
              <a:buNone/>
              <a:defRPr sz="5118"/>
            </a:lvl8pPr>
            <a:lvl9pPr marL="9359798" indent="0">
              <a:buNone/>
              <a:defRPr sz="511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6969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620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745447" y="958369"/>
            <a:ext cx="5045571" cy="1525473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08734" y="958369"/>
            <a:ext cx="14844216" cy="1525473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41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08733" y="958373"/>
            <a:ext cx="20182284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8733" y="4791843"/>
            <a:ext cx="20182284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0873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751167" y="16683952"/>
            <a:ext cx="7897416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52607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816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2339950" rtl="0" eaLnBrk="1" latinLnBrk="0" hangingPunct="1">
        <a:lnSpc>
          <a:spcPct val="90000"/>
        </a:lnSpc>
        <a:spcBef>
          <a:spcPct val="0"/>
        </a:spcBef>
        <a:buNone/>
        <a:defRPr sz="112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84987" indent="-584987" algn="l" defTabSz="2339950" rtl="0" eaLnBrk="1" latinLnBrk="0" hangingPunct="1">
        <a:lnSpc>
          <a:spcPct val="90000"/>
        </a:lnSpc>
        <a:spcBef>
          <a:spcPts val="2559"/>
        </a:spcBef>
        <a:buFont typeface="Arial" panose="020B0604020202020204" pitchFamily="34" charset="0"/>
        <a:buChar char="•"/>
        <a:defRPr sz="7165" kern="1200">
          <a:solidFill>
            <a:schemeClr val="tx1"/>
          </a:solidFill>
          <a:latin typeface="+mn-lt"/>
          <a:ea typeface="+mn-ea"/>
          <a:cs typeface="+mn-cs"/>
        </a:defRPr>
      </a:lvl1pPr>
      <a:lvl2pPr marL="175496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2pPr>
      <a:lvl3pPr marL="292493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5118" kern="1200">
          <a:solidFill>
            <a:schemeClr val="tx1"/>
          </a:solidFill>
          <a:latin typeface="+mn-lt"/>
          <a:ea typeface="+mn-ea"/>
          <a:cs typeface="+mn-cs"/>
        </a:defRPr>
      </a:lvl3pPr>
      <a:lvl4pPr marL="409491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526488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643486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60483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77481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94478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1pPr>
      <a:lvl2pPr marL="1169975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2pPr>
      <a:lvl3pPr marL="233995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3pPr>
      <a:lvl4pPr marL="35099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467989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584987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01984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1898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359798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Rechteck 233">
            <a:extLst>
              <a:ext uri="{FF2B5EF4-FFF2-40B4-BE49-F238E27FC236}">
                <a16:creationId xmlns:a16="http://schemas.microsoft.com/office/drawing/2014/main" id="{DBE03A83-E0E2-3BCA-4BCD-90FFACC4BD93}"/>
              </a:ext>
            </a:extLst>
          </p:cNvPr>
          <p:cNvSpPr/>
          <p:nvPr/>
        </p:nvSpPr>
        <p:spPr>
          <a:xfrm>
            <a:off x="211014" y="130630"/>
            <a:ext cx="22950437" cy="144521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724026"/>
            <a:ext cx="22659975" cy="1272539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Network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492981" y="5397566"/>
            <a:ext cx="2240764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4"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6976817"/>
            <a:ext cx="5507681" cy="733925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6976818"/>
            <a:ext cx="8738197" cy="733925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11243128"/>
            <a:ext cx="8496789" cy="298220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6976817"/>
            <a:ext cx="4283165" cy="7339258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6265" y="9789579"/>
            <a:ext cx="4082229" cy="443575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735911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cxnSpLocks/>
            <a:stCxn id="56" idx="2"/>
            <a:endCxn id="3" idx="0"/>
          </p:cNvCxnSpPr>
          <p:nvPr/>
        </p:nvCxnSpPr>
        <p:spPr>
          <a:xfrm>
            <a:off x="950586" y="7804689"/>
            <a:ext cx="0" cy="37103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277007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35020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3628633"/>
            <a:ext cx="431670" cy="961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4" y="13405846"/>
            <a:ext cx="1147836" cy="44557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tcp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-client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2758111"/>
            <a:ext cx="1158235" cy="44211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netconf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-client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netconfUserName</a:t>
            </a:r>
            <a:endParaRPr lang="de-DE" sz="800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netconfUserPassword</a:t>
            </a:r>
            <a:endParaRPr lang="de-DE" sz="800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2979168"/>
            <a:ext cx="419945" cy="136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277239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34926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3715417"/>
            <a:ext cx="470208" cy="93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537391" y="13502009"/>
            <a:ext cx="1682087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tcp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-client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34926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277161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3502009"/>
            <a:ext cx="1537099" cy="49142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tcp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-server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3715417"/>
            <a:ext cx="573606" cy="323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2732458"/>
            <a:ext cx="1537099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netconf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-server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netconfUserName</a:t>
            </a:r>
            <a:endParaRPr lang="de-DE" sz="800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netconfUserPassword</a:t>
            </a:r>
            <a:endParaRPr lang="de-DE" sz="800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2955244"/>
            <a:ext cx="573606" cy="391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537391" y="12788610"/>
            <a:ext cx="1682087" cy="48748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snmp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-client</a:t>
            </a:r>
          </a:p>
          <a:p>
            <a:pPr defTabSz="914400"/>
            <a:r>
              <a:rPr lang="de-DE" sz="800" strike="sngStrike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mediatorUserName</a:t>
            </a:r>
            <a:endParaRPr lang="de-DE" sz="800" strike="sngStrike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  <a:p>
            <a:pPr defTabSz="914400"/>
            <a:r>
              <a:rPr lang="de-DE" sz="800" strike="sngStrike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mediatorUserPassword</a:t>
            </a:r>
            <a:endParaRPr lang="de-DE" sz="800" strike="sngStrike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snmpUserName</a:t>
            </a:r>
            <a:endParaRPr lang="de-DE" sz="800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snmpUserPassword</a:t>
            </a:r>
            <a:endParaRPr lang="de-DE" sz="800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>
            <a:off x="13067183" y="12995178"/>
            <a:ext cx="470208" cy="3717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73610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91485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OperationServer[*]</a:t>
            </a: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1059053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98695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HttpServer [1]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851185" y="9216011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851185" y="10590534"/>
            <a:ext cx="1815783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tcp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-server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666968" y="10813320"/>
            <a:ext cx="435675" cy="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851185" y="9659932"/>
            <a:ext cx="1815783" cy="45695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=http-server</a:t>
            </a:r>
          </a:p>
          <a:p>
            <a:pPr defTabSz="914400"/>
            <a:r>
              <a:rPr lang="de-DE" sz="800" strike="sngStrike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mediatorUserName</a:t>
            </a:r>
            <a:endParaRPr lang="de-DE" sz="800" strike="sngStrike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  <a:p>
            <a:pPr defTabSz="914400"/>
            <a:r>
              <a:rPr lang="de-DE" sz="800" strike="sngStrike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mediatorUserPassword</a:t>
            </a:r>
            <a:endParaRPr lang="de-DE" sz="800" strike="sngStrike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>
            <a:off x="8666968" y="9371287"/>
            <a:ext cx="435675" cy="948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666968" y="9888412"/>
            <a:ext cx="435675" cy="2038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326115" y="7380577"/>
            <a:ext cx="1815783" cy="93580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element-name=[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mediatorVmName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]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category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mediatorVm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_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template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 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mediatorVmTemplateName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defaultSnmpUserName</a:t>
            </a:r>
            <a:endParaRPr lang="de-DE" sz="800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defaultSnmpUserPassword</a:t>
            </a:r>
            <a:endParaRPr lang="de-DE" sz="800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defaultNetconfUserName</a:t>
            </a:r>
            <a:endParaRPr lang="de-DE" sz="800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defaultNetconfUserPassword</a:t>
            </a:r>
            <a:endParaRPr lang="de-DE" sz="800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29" idx="1"/>
            <a:endCxn id="168" idx="3"/>
          </p:cNvCxnSpPr>
          <p:nvPr/>
        </p:nvCxnSpPr>
        <p:spPr>
          <a:xfrm flipH="1">
            <a:off x="10141898" y="7583786"/>
            <a:ext cx="674365" cy="2646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736065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cxnSpLocks/>
            <a:stCxn id="216" idx="2"/>
            <a:endCxn id="25" idx="0"/>
          </p:cNvCxnSpPr>
          <p:nvPr/>
        </p:nvCxnSpPr>
        <p:spPr>
          <a:xfrm>
            <a:off x="22264256" y="7806222"/>
            <a:ext cx="0" cy="37138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348896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276794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3503770"/>
            <a:ext cx="1425832" cy="4344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tcp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-server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3711746"/>
            <a:ext cx="573605" cy="924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2736077"/>
            <a:ext cx="1425832" cy="4795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=[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mediatorUserName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]</a:t>
            </a:r>
          </a:p>
          <a:p>
            <a:pPr defTabSz="914400"/>
            <a:r>
              <a:rPr lang="de-DE" sz="800" strike="sngStrike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mediatorUserName</a:t>
            </a:r>
            <a:endParaRPr lang="de-DE" sz="800" strike="sngStrike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  <a:p>
            <a:pPr defTabSz="914400"/>
            <a:r>
              <a:rPr lang="de-DE" sz="800" strike="sngStrike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mediatorUserPassword</a:t>
            </a:r>
            <a:endParaRPr lang="de-DE" sz="800" strike="sngStrike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snmpUserName</a:t>
            </a:r>
            <a:endParaRPr lang="de-DE" sz="800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snmpUserPassword</a:t>
            </a:r>
            <a:endParaRPr lang="de-DE" sz="800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 flipV="1">
            <a:off x="18992101" y="12975862"/>
            <a:ext cx="573605" cy="148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7360011"/>
            <a:ext cx="1471132" cy="532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element-name=[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deviceName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]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category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device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_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template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deviceTemplateName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>
            <a:off x="21416761" y="7583436"/>
            <a:ext cx="578845" cy="429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11243128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1173514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12180720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2532475"/>
            <a:ext cx="1579672" cy="362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linktp*[{local-id,_cc,_ltp,_lp}]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12180720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12180720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190747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2353045"/>
            <a:ext cx="1235948" cy="50079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466919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2353045"/>
            <a:ext cx="1264505" cy="23161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13" idx="1"/>
          </p:cNvCxnSpPr>
          <p:nvPr/>
        </p:nvCxnSpPr>
        <p:spPr>
          <a:xfrm rot="10800000" flipV="1">
            <a:off x="1118786" y="5794853"/>
            <a:ext cx="9726035" cy="158264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12" idx="7"/>
          </p:cNvCxnSpPr>
          <p:nvPr/>
        </p:nvCxnSpPr>
        <p:spPr>
          <a:xfrm>
            <a:off x="11382119" y="5794854"/>
            <a:ext cx="10715325" cy="1582894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11243128"/>
            <a:ext cx="1949140" cy="2982209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11736433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2533760"/>
            <a:ext cx="1629369" cy="36141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linktp*[{local-id,_cc,_ltp,_lp}]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12182005"/>
            <a:ext cx="531810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12182005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12182005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2896740" y="406892"/>
            <a:ext cx="5006072" cy="8898379"/>
          </a:xfrm>
          <a:prstGeom prst="bentConnector3">
            <a:avLst>
              <a:gd name="adj1" fmla="val 15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3552808" y="-1350799"/>
            <a:ext cx="5007605" cy="12415291"/>
          </a:xfrm>
          <a:prstGeom prst="bentConnector3">
            <a:avLst>
              <a:gd name="adj1" fmla="val 165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2787238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557206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511476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2797160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2788611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2787238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87482" y="5844855"/>
            <a:ext cx="2528668" cy="31059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forwarding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construct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-name =[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deviceName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]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5794854"/>
            <a:ext cx="1005363" cy="20529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4728077"/>
            <a:ext cx="2561884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forwarding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-domain-name =management-plane-transport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489611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7572661"/>
            <a:ext cx="461366" cy="56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399" y="7349875"/>
            <a:ext cx="1672141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element-name=[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controllerName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]</a:t>
            </a: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category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controller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_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template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controllerTemplateName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194858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storage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 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running,operational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211661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1" idx="1"/>
            <a:endCxn id="213" idx="0"/>
          </p:cNvCxnSpPr>
          <p:nvPr/>
        </p:nvCxnSpPr>
        <p:spPr>
          <a:xfrm rot="10800000" flipV="1">
            <a:off x="5205485" y="6475145"/>
            <a:ext cx="5639334" cy="5261288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1" idx="3"/>
            <a:endCxn id="87" idx="0"/>
          </p:cNvCxnSpPr>
          <p:nvPr/>
        </p:nvCxnSpPr>
        <p:spPr>
          <a:xfrm>
            <a:off x="11382118" y="6475145"/>
            <a:ext cx="4517045" cy="5260003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81F8CF6-7664-D3A4-0A71-6FA8CC1C8444}"/>
              </a:ext>
            </a:extLst>
          </p:cNvPr>
          <p:cNvSpPr/>
          <p:nvPr/>
        </p:nvSpPr>
        <p:spPr>
          <a:xfrm>
            <a:off x="681936" y="115150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0CA5299D-8C38-1F55-39EE-D0750543757B}"/>
              </a:ext>
            </a:extLst>
          </p:cNvPr>
          <p:cNvSpPr/>
          <p:nvPr/>
        </p:nvSpPr>
        <p:spPr>
          <a:xfrm>
            <a:off x="681936" y="1276929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80F8A7C-F87B-9B2C-410A-345ED15A0F3E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950583" y="11960612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16475AB-66D8-F383-4DC7-0A00FAD07F5B}"/>
              </a:ext>
            </a:extLst>
          </p:cNvPr>
          <p:cNvCxnSpPr>
            <a:cxnSpLocks/>
            <a:stCxn id="62" idx="1"/>
            <a:endCxn id="4" idx="3"/>
          </p:cNvCxnSpPr>
          <p:nvPr/>
        </p:nvCxnSpPr>
        <p:spPr>
          <a:xfrm flipH="1" flipV="1">
            <a:off x="1219235" y="12992082"/>
            <a:ext cx="552167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C052C17-707D-946A-4D09-75681F8D0028}"/>
              </a:ext>
            </a:extLst>
          </p:cNvPr>
          <p:cNvCxnSpPr>
            <a:cxnSpLocks/>
            <a:stCxn id="63" idx="1"/>
            <a:endCxn id="4" idx="3"/>
          </p:cNvCxnSpPr>
          <p:nvPr/>
        </p:nvCxnSpPr>
        <p:spPr>
          <a:xfrm flipH="1" flipV="1">
            <a:off x="1219235" y="12992082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9535941-4DCE-6677-6D22-A5E8B767428E}"/>
              </a:ext>
            </a:extLst>
          </p:cNvPr>
          <p:cNvCxnSpPr>
            <a:cxnSpLocks/>
            <a:stCxn id="3" idx="3"/>
            <a:endCxn id="11" idx="1"/>
          </p:cNvCxnSpPr>
          <p:nvPr/>
        </p:nvCxnSpPr>
        <p:spPr>
          <a:xfrm flipV="1">
            <a:off x="1219235" y="11672031"/>
            <a:ext cx="474802" cy="657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D5909574-AA9F-78EE-AF15-61F210D87FD2}"/>
              </a:ext>
            </a:extLst>
          </p:cNvPr>
          <p:cNvSpPr/>
          <p:nvPr/>
        </p:nvSpPr>
        <p:spPr>
          <a:xfrm>
            <a:off x="1694037" y="11514518"/>
            <a:ext cx="1083165" cy="31502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9C320F7-1BE1-119D-E122-B62DD3204440}"/>
              </a:ext>
            </a:extLst>
          </p:cNvPr>
          <p:cNvSpPr/>
          <p:nvPr/>
        </p:nvSpPr>
        <p:spPr>
          <a:xfrm>
            <a:off x="20014600" y="11528092"/>
            <a:ext cx="1083165" cy="24716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</a:t>
            </a:r>
          </a:p>
        </p:txBody>
      </p:sp>
      <p:sp>
        <p:nvSpPr>
          <p:cNvPr id="25" name="Abgerundetes Rechteck 2">
            <a:extLst>
              <a:ext uri="{FF2B5EF4-FFF2-40B4-BE49-F238E27FC236}">
                <a16:creationId xmlns:a16="http://schemas.microsoft.com/office/drawing/2014/main" id="{2AF408CD-34DB-C428-E0BF-1217C1E02073}"/>
              </a:ext>
            </a:extLst>
          </p:cNvPr>
          <p:cNvSpPr/>
          <p:nvPr/>
        </p:nvSpPr>
        <p:spPr>
          <a:xfrm>
            <a:off x="21995606" y="115200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35" name="Abgerundetes Rechteck 3">
            <a:extLst>
              <a:ext uri="{FF2B5EF4-FFF2-40B4-BE49-F238E27FC236}">
                <a16:creationId xmlns:a16="http://schemas.microsoft.com/office/drawing/2014/main" id="{F7D26EA4-96A3-0DFE-F516-71C0AAAE8061}"/>
              </a:ext>
            </a:extLst>
          </p:cNvPr>
          <p:cNvSpPr/>
          <p:nvPr/>
        </p:nvSpPr>
        <p:spPr>
          <a:xfrm>
            <a:off x="21995606" y="127679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8E9FC093-1E1D-AFB8-EDA1-74BB30C0EC74}"/>
              </a:ext>
            </a:extLst>
          </p:cNvPr>
          <p:cNvCxnSpPr>
            <a:stCxn id="25" idx="2"/>
            <a:endCxn id="35" idx="0"/>
          </p:cNvCxnSpPr>
          <p:nvPr/>
        </p:nvCxnSpPr>
        <p:spPr>
          <a:xfrm>
            <a:off x="22264256" y="11965610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DAA76C0-8B20-2581-751D-97C11B18D597}"/>
              </a:ext>
            </a:extLst>
          </p:cNvPr>
          <p:cNvCxnSpPr>
            <a:cxnSpLocks/>
            <a:stCxn id="223" idx="3"/>
            <a:endCxn id="35" idx="1"/>
          </p:cNvCxnSpPr>
          <p:nvPr/>
        </p:nvCxnSpPr>
        <p:spPr>
          <a:xfrm>
            <a:off x="20727159" y="12990729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E9FF65D-332E-5702-D4B7-0CD33B820016}"/>
              </a:ext>
            </a:extLst>
          </p:cNvPr>
          <p:cNvCxnSpPr>
            <a:cxnSpLocks/>
            <a:stCxn id="222" idx="3"/>
            <a:endCxn id="35" idx="1"/>
          </p:cNvCxnSpPr>
          <p:nvPr/>
        </p:nvCxnSpPr>
        <p:spPr>
          <a:xfrm flipV="1">
            <a:off x="20727159" y="12990729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D67C123-0516-88EF-34E3-FD36957D0983}"/>
              </a:ext>
            </a:extLst>
          </p:cNvPr>
          <p:cNvCxnSpPr>
            <a:cxnSpLocks/>
            <a:stCxn id="25" idx="1"/>
            <a:endCxn id="14" idx="3"/>
          </p:cNvCxnSpPr>
          <p:nvPr/>
        </p:nvCxnSpPr>
        <p:spPr>
          <a:xfrm flipH="1" flipV="1">
            <a:off x="21097765" y="11651674"/>
            <a:ext cx="897841" cy="9115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319FF6AC-10D8-4761-C3A3-AA2085CCD928}"/>
              </a:ext>
            </a:extLst>
          </p:cNvPr>
          <p:cNvCxnSpPr>
            <a:cxnSpLocks/>
            <a:stCxn id="125" idx="3"/>
            <a:endCxn id="109" idx="1"/>
          </p:cNvCxnSpPr>
          <p:nvPr/>
        </p:nvCxnSpPr>
        <p:spPr>
          <a:xfrm flipV="1">
            <a:off x="12372737" y="11687327"/>
            <a:ext cx="474802" cy="523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9" name="Rechteck 108">
            <a:extLst>
              <a:ext uri="{FF2B5EF4-FFF2-40B4-BE49-F238E27FC236}">
                <a16:creationId xmlns:a16="http://schemas.microsoft.com/office/drawing/2014/main" id="{8D677BCD-9D02-BC68-5EE7-23DBFA48C29E}"/>
              </a:ext>
            </a:extLst>
          </p:cNvPr>
          <p:cNvSpPr/>
          <p:nvPr/>
        </p:nvSpPr>
        <p:spPr>
          <a:xfrm>
            <a:off x="12847539" y="11541507"/>
            <a:ext cx="1083165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119" name="Gerade Verbindung mit Pfeil 118">
            <a:extLst>
              <a:ext uri="{FF2B5EF4-FFF2-40B4-BE49-F238E27FC236}">
                <a16:creationId xmlns:a16="http://schemas.microsoft.com/office/drawing/2014/main" id="{18D2E143-544D-442F-7F6A-5EE88F9FE5D7}"/>
              </a:ext>
            </a:extLst>
          </p:cNvPr>
          <p:cNvCxnSpPr>
            <a:cxnSpLocks/>
            <a:stCxn id="16" idx="1"/>
            <a:endCxn id="126" idx="3"/>
          </p:cNvCxnSpPr>
          <p:nvPr/>
        </p:nvCxnSpPr>
        <p:spPr>
          <a:xfrm flipH="1" flipV="1">
            <a:off x="11353562" y="12991893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0" name="Gerade Verbindung mit Pfeil 119">
            <a:extLst>
              <a:ext uri="{FF2B5EF4-FFF2-40B4-BE49-F238E27FC236}">
                <a16:creationId xmlns:a16="http://schemas.microsoft.com/office/drawing/2014/main" id="{25DE5E17-1444-4A31-5DB1-1C8E50B266F6}"/>
              </a:ext>
            </a:extLst>
          </p:cNvPr>
          <p:cNvCxnSpPr>
            <a:cxnSpLocks/>
            <a:stCxn id="17" idx="1"/>
            <a:endCxn id="126" idx="3"/>
          </p:cNvCxnSpPr>
          <p:nvPr/>
        </p:nvCxnSpPr>
        <p:spPr>
          <a:xfrm flipH="1" flipV="1">
            <a:off x="11353562" y="12991893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E459C471-8B93-20A8-224F-9B788E7C9D01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10264097" y="12991893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47F5AA49-24E2-CB2F-6102-18AE6D0C7C6E}"/>
              </a:ext>
            </a:extLst>
          </p:cNvPr>
          <p:cNvCxnSpPr>
            <a:cxnSpLocks/>
            <a:stCxn id="28" idx="3"/>
            <a:endCxn id="126" idx="1"/>
          </p:cNvCxnSpPr>
          <p:nvPr/>
        </p:nvCxnSpPr>
        <p:spPr>
          <a:xfrm flipV="1">
            <a:off x="10264097" y="12991893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25" name="Abgerundetes Rechteck 2">
            <a:extLst>
              <a:ext uri="{FF2B5EF4-FFF2-40B4-BE49-F238E27FC236}">
                <a16:creationId xmlns:a16="http://schemas.microsoft.com/office/drawing/2014/main" id="{DB4DE718-D5F3-A5B5-C3F7-5BA5D0645841}"/>
              </a:ext>
            </a:extLst>
          </p:cNvPr>
          <p:cNvSpPr/>
          <p:nvPr/>
        </p:nvSpPr>
        <p:spPr>
          <a:xfrm>
            <a:off x="11835438" y="115169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26" name="Abgerundetes Rechteck 3">
            <a:extLst>
              <a:ext uri="{FF2B5EF4-FFF2-40B4-BE49-F238E27FC236}">
                <a16:creationId xmlns:a16="http://schemas.microsoft.com/office/drawing/2014/main" id="{07AF8A7F-9AAD-C266-C597-FD9838FD0AED}"/>
              </a:ext>
            </a:extLst>
          </p:cNvPr>
          <p:cNvSpPr/>
          <p:nvPr/>
        </p:nvSpPr>
        <p:spPr>
          <a:xfrm>
            <a:off x="10816263" y="1276910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27" name="Gerade Verbindung mit Pfeil 126">
            <a:extLst>
              <a:ext uri="{FF2B5EF4-FFF2-40B4-BE49-F238E27FC236}">
                <a16:creationId xmlns:a16="http://schemas.microsoft.com/office/drawing/2014/main" id="{ABF0B6DB-5D81-C9A6-9E34-661F1D8D3E8D}"/>
              </a:ext>
            </a:extLst>
          </p:cNvPr>
          <p:cNvCxnSpPr>
            <a:stCxn id="125" idx="2"/>
            <a:endCxn id="126" idx="0"/>
          </p:cNvCxnSpPr>
          <p:nvPr/>
        </p:nvCxnSpPr>
        <p:spPr>
          <a:xfrm flipH="1">
            <a:off x="11084913" y="11962492"/>
            <a:ext cx="1019175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A988F830-4D1D-F2C9-1087-112C9898DA36}"/>
              </a:ext>
            </a:extLst>
          </p:cNvPr>
          <p:cNvCxnSpPr>
            <a:cxnSpLocks/>
            <a:stCxn id="148" idx="3"/>
            <a:endCxn id="263" idx="1"/>
          </p:cNvCxnSpPr>
          <p:nvPr/>
        </p:nvCxnSpPr>
        <p:spPr>
          <a:xfrm flipV="1">
            <a:off x="10264096" y="10041420"/>
            <a:ext cx="552166" cy="508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20D49745-3C5C-7663-153C-A1EF71FBCE2C}"/>
              </a:ext>
            </a:extLst>
          </p:cNvPr>
          <p:cNvCxnSpPr>
            <a:cxnSpLocks/>
            <a:stCxn id="147" idx="3"/>
            <a:endCxn id="263" idx="1"/>
          </p:cNvCxnSpPr>
          <p:nvPr/>
        </p:nvCxnSpPr>
        <p:spPr>
          <a:xfrm flipV="1">
            <a:off x="10264096" y="10041420"/>
            <a:ext cx="552166" cy="771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4AD2C3A7-1543-C30B-19E9-CB195885EC19}"/>
              </a:ext>
            </a:extLst>
          </p:cNvPr>
          <p:cNvCxnSpPr>
            <a:cxnSpLocks/>
            <a:stCxn id="145" idx="3"/>
            <a:endCxn id="263" idx="1"/>
          </p:cNvCxnSpPr>
          <p:nvPr/>
        </p:nvCxnSpPr>
        <p:spPr>
          <a:xfrm>
            <a:off x="10264096" y="9371287"/>
            <a:ext cx="552166" cy="6701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5" name="Abgerundetes Rechteck 1">
            <a:extLst>
              <a:ext uri="{FF2B5EF4-FFF2-40B4-BE49-F238E27FC236}">
                <a16:creationId xmlns:a16="http://schemas.microsoft.com/office/drawing/2014/main" id="{1248D903-9440-2321-354B-14170C2F2A21}"/>
              </a:ext>
            </a:extLst>
          </p:cNvPr>
          <p:cNvSpPr/>
          <p:nvPr/>
        </p:nvSpPr>
        <p:spPr>
          <a:xfrm>
            <a:off x="9580314" y="3166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DD5C7406-3C7F-347B-3FAF-7F90934EFE1D}"/>
              </a:ext>
            </a:extLst>
          </p:cNvPr>
          <p:cNvCxnSpPr>
            <a:cxnSpLocks/>
            <a:stCxn id="175" idx="2"/>
            <a:endCxn id="117" idx="0"/>
          </p:cNvCxnSpPr>
          <p:nvPr/>
        </p:nvCxnSpPr>
        <p:spPr>
          <a:xfrm>
            <a:off x="9848964" y="762267"/>
            <a:ext cx="1" cy="11452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Abgerundetes Rechteck 1">
            <a:extLst>
              <a:ext uri="{FF2B5EF4-FFF2-40B4-BE49-F238E27FC236}">
                <a16:creationId xmlns:a16="http://schemas.microsoft.com/office/drawing/2014/main" id="{44E48014-242B-1327-6AB6-2553D28DAC32}"/>
              </a:ext>
            </a:extLst>
          </p:cNvPr>
          <p:cNvSpPr/>
          <p:nvPr/>
        </p:nvSpPr>
        <p:spPr>
          <a:xfrm>
            <a:off x="10729609" y="31695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2" name="Abgerundetes Rechteck 1">
            <a:extLst>
              <a:ext uri="{FF2B5EF4-FFF2-40B4-BE49-F238E27FC236}">
                <a16:creationId xmlns:a16="http://schemas.microsoft.com/office/drawing/2014/main" id="{BF0C2F74-F3BA-292A-B365-41FC81CF7E1E}"/>
              </a:ext>
            </a:extLst>
          </p:cNvPr>
          <p:cNvSpPr/>
          <p:nvPr/>
        </p:nvSpPr>
        <p:spPr>
          <a:xfrm>
            <a:off x="11886682" y="31679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CA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57DF4D2C-9B0B-A33B-2C76-40E5450EAEF7}"/>
              </a:ext>
            </a:extLst>
          </p:cNvPr>
          <p:cNvCxnSpPr>
            <a:cxnSpLocks/>
            <a:stCxn id="175" idx="3"/>
            <a:endCxn id="191" idx="1"/>
          </p:cNvCxnSpPr>
          <p:nvPr/>
        </p:nvCxnSpPr>
        <p:spPr>
          <a:xfrm>
            <a:off x="10117613" y="539481"/>
            <a:ext cx="611996" cy="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6" name="Gerade Verbindung mit Pfeil 195">
            <a:extLst>
              <a:ext uri="{FF2B5EF4-FFF2-40B4-BE49-F238E27FC236}">
                <a16:creationId xmlns:a16="http://schemas.microsoft.com/office/drawing/2014/main" id="{65958A75-08CD-E777-02D1-45615CF0D213}"/>
              </a:ext>
            </a:extLst>
          </p:cNvPr>
          <p:cNvCxnSpPr>
            <a:cxnSpLocks/>
            <a:stCxn id="191" idx="3"/>
            <a:endCxn id="192" idx="1"/>
          </p:cNvCxnSpPr>
          <p:nvPr/>
        </p:nvCxnSpPr>
        <p:spPr>
          <a:xfrm flipV="1">
            <a:off x="11266908" y="539576"/>
            <a:ext cx="619774" cy="1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56A1A339-04E9-5F4E-A8BE-DC660FC89A36}"/>
              </a:ext>
            </a:extLst>
          </p:cNvPr>
          <p:cNvCxnSpPr>
            <a:cxnSpLocks/>
            <a:stCxn id="129" idx="2"/>
            <a:endCxn id="262" idx="0"/>
          </p:cNvCxnSpPr>
          <p:nvPr/>
        </p:nvCxnSpPr>
        <p:spPr>
          <a:xfrm flipH="1">
            <a:off x="11084912" y="7806572"/>
            <a:ext cx="1" cy="7598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2" name="Abgerundetes Rechteck 2">
            <a:extLst>
              <a:ext uri="{FF2B5EF4-FFF2-40B4-BE49-F238E27FC236}">
                <a16:creationId xmlns:a16="http://schemas.microsoft.com/office/drawing/2014/main" id="{5CE196D1-6660-FF72-2056-778548350BFA}"/>
              </a:ext>
            </a:extLst>
          </p:cNvPr>
          <p:cNvSpPr/>
          <p:nvPr/>
        </p:nvSpPr>
        <p:spPr>
          <a:xfrm>
            <a:off x="10816262" y="856644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63" name="Abgerundetes Rechteck 3">
            <a:extLst>
              <a:ext uri="{FF2B5EF4-FFF2-40B4-BE49-F238E27FC236}">
                <a16:creationId xmlns:a16="http://schemas.microsoft.com/office/drawing/2014/main" id="{DDC4B0D3-252B-F636-C17E-BB93728D27B9}"/>
              </a:ext>
            </a:extLst>
          </p:cNvPr>
          <p:cNvSpPr/>
          <p:nvPr/>
        </p:nvSpPr>
        <p:spPr>
          <a:xfrm>
            <a:off x="10816262" y="981863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64" name="Gerade Verbindung mit Pfeil 263">
            <a:extLst>
              <a:ext uri="{FF2B5EF4-FFF2-40B4-BE49-F238E27FC236}">
                <a16:creationId xmlns:a16="http://schemas.microsoft.com/office/drawing/2014/main" id="{E2C6BED8-5229-007D-D968-B7BCBC2208E2}"/>
              </a:ext>
            </a:extLst>
          </p:cNvPr>
          <p:cNvCxnSpPr>
            <a:stCxn id="262" idx="2"/>
            <a:endCxn id="263" idx="0"/>
          </p:cNvCxnSpPr>
          <p:nvPr/>
        </p:nvCxnSpPr>
        <p:spPr>
          <a:xfrm>
            <a:off x="11084909" y="9012022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7" name="Verbinder: gewinkelt 266">
            <a:extLst>
              <a:ext uri="{FF2B5EF4-FFF2-40B4-BE49-F238E27FC236}">
                <a16:creationId xmlns:a16="http://schemas.microsoft.com/office/drawing/2014/main" id="{FACF5606-F9B9-7871-8A09-1E43C239D999}"/>
              </a:ext>
            </a:extLst>
          </p:cNvPr>
          <p:cNvCxnSpPr>
            <a:stCxn id="129" idx="2"/>
            <a:endCxn id="125" idx="0"/>
          </p:cNvCxnSpPr>
          <p:nvPr/>
        </p:nvCxnSpPr>
        <p:spPr>
          <a:xfrm rot="16200000" flipH="1">
            <a:off x="9739326" y="9152158"/>
            <a:ext cx="3710348" cy="1019175"/>
          </a:xfrm>
          <a:prstGeom prst="bentConnector3">
            <a:avLst>
              <a:gd name="adj1" fmla="val 10979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73" name="Gerade Verbindung mit Pfeil 272">
            <a:extLst>
              <a:ext uri="{FF2B5EF4-FFF2-40B4-BE49-F238E27FC236}">
                <a16:creationId xmlns:a16="http://schemas.microsoft.com/office/drawing/2014/main" id="{4799AC3F-8089-79C4-C3C5-5D947C1289F3}"/>
              </a:ext>
            </a:extLst>
          </p:cNvPr>
          <p:cNvCxnSpPr>
            <a:cxnSpLocks/>
            <a:stCxn id="262" idx="1"/>
            <a:endCxn id="274" idx="3"/>
          </p:cNvCxnSpPr>
          <p:nvPr/>
        </p:nvCxnSpPr>
        <p:spPr>
          <a:xfrm flipH="1" flipV="1">
            <a:off x="10121898" y="8574054"/>
            <a:ext cx="694364" cy="2151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4" name="Rechteck 273">
            <a:extLst>
              <a:ext uri="{FF2B5EF4-FFF2-40B4-BE49-F238E27FC236}">
                <a16:creationId xmlns:a16="http://schemas.microsoft.com/office/drawing/2014/main" id="{AE0A4A2D-3B74-F82D-ACEA-76ED4DCF66B5}"/>
              </a:ext>
            </a:extLst>
          </p:cNvPr>
          <p:cNvSpPr/>
          <p:nvPr/>
        </p:nvSpPr>
        <p:spPr>
          <a:xfrm>
            <a:off x="8326116" y="8428234"/>
            <a:ext cx="1795782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 mediator-instance-manager</a:t>
            </a:r>
          </a:p>
        </p:txBody>
      </p:sp>
      <p:sp>
        <p:nvSpPr>
          <p:cNvPr id="21" name="Abgerundetes Rechteck 2">
            <a:extLst>
              <a:ext uri="{FF2B5EF4-FFF2-40B4-BE49-F238E27FC236}">
                <a16:creationId xmlns:a16="http://schemas.microsoft.com/office/drawing/2014/main" id="{4A727EEC-A892-B7D0-6A2D-BE4B5C3E9B49}"/>
              </a:ext>
            </a:extLst>
          </p:cNvPr>
          <p:cNvSpPr/>
          <p:nvPr/>
        </p:nvSpPr>
        <p:spPr>
          <a:xfrm>
            <a:off x="10844819" y="625235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R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0E73DD6D-6DA1-BAFE-B092-0D3BD0D9B4E1}"/>
              </a:ext>
            </a:extLst>
          </p:cNvPr>
          <p:cNvCxnSpPr>
            <a:cxnSpLocks/>
            <a:stCxn id="299" idx="2"/>
            <a:endCxn id="21" idx="0"/>
          </p:cNvCxnSpPr>
          <p:nvPr/>
        </p:nvCxnSpPr>
        <p:spPr>
          <a:xfrm flipH="1">
            <a:off x="11113469" y="6017640"/>
            <a:ext cx="1" cy="23471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3B25F18C-D7F8-C289-1E10-CE4CD20D5885}"/>
              </a:ext>
            </a:extLst>
          </p:cNvPr>
          <p:cNvSpPr/>
          <p:nvPr/>
        </p:nvSpPr>
        <p:spPr>
          <a:xfrm>
            <a:off x="12345529" y="6590227"/>
            <a:ext cx="1703846" cy="3284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_link*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88E602B1-8F77-D37A-F7AA-F3A7FDB797C6}"/>
              </a:ext>
            </a:extLst>
          </p:cNvPr>
          <p:cNvCxnSpPr>
            <a:cxnSpLocks/>
            <a:stCxn id="21" idx="3"/>
            <a:endCxn id="53" idx="1"/>
          </p:cNvCxnSpPr>
          <p:nvPr/>
        </p:nvCxnSpPr>
        <p:spPr>
          <a:xfrm>
            <a:off x="11382118" y="6475145"/>
            <a:ext cx="963411" cy="2793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647168E7-4363-C03F-6673-78870C454FCE}"/>
              </a:ext>
            </a:extLst>
          </p:cNvPr>
          <p:cNvCxnSpPr>
            <a:cxnSpLocks/>
            <a:stCxn id="117" idx="2"/>
            <a:endCxn id="74" idx="0"/>
          </p:cNvCxnSpPr>
          <p:nvPr/>
        </p:nvCxnSpPr>
        <p:spPr>
          <a:xfrm flipH="1">
            <a:off x="8574154" y="2353045"/>
            <a:ext cx="1274811" cy="13876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4" name="Abgerundetes Rechteck 1">
            <a:extLst>
              <a:ext uri="{FF2B5EF4-FFF2-40B4-BE49-F238E27FC236}">
                <a16:creationId xmlns:a16="http://schemas.microsoft.com/office/drawing/2014/main" id="{9053A4D7-3FEC-84E2-2729-0ED36463A92A}"/>
              </a:ext>
            </a:extLst>
          </p:cNvPr>
          <p:cNvSpPr/>
          <p:nvPr/>
        </p:nvSpPr>
        <p:spPr>
          <a:xfrm>
            <a:off x="8305504" y="374074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77" name="Abgerundetes Rechteck 8">
            <a:extLst>
              <a:ext uri="{FF2B5EF4-FFF2-40B4-BE49-F238E27FC236}">
                <a16:creationId xmlns:a16="http://schemas.microsoft.com/office/drawing/2014/main" id="{E6EB1221-E3FA-5840-B8B0-43FA0A2FF060}"/>
              </a:ext>
            </a:extLst>
          </p:cNvPr>
          <p:cNvSpPr/>
          <p:nvPr/>
        </p:nvSpPr>
        <p:spPr>
          <a:xfrm>
            <a:off x="6411212" y="37420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mediatorVm [*]</a:t>
            </a: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50541A0E-B1E0-DAE6-FC3F-B31DA52DA5A1}"/>
              </a:ext>
            </a:extLst>
          </p:cNvPr>
          <p:cNvCxnSpPr>
            <a:cxnSpLocks/>
            <a:stCxn id="77" idx="3"/>
            <a:endCxn id="74" idx="1"/>
          </p:cNvCxnSpPr>
          <p:nvPr/>
        </p:nvCxnSpPr>
        <p:spPr>
          <a:xfrm flipV="1">
            <a:off x="7572665" y="3963526"/>
            <a:ext cx="732839" cy="126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89" name="Abgerundetes Rechteck 8">
            <a:extLst>
              <a:ext uri="{FF2B5EF4-FFF2-40B4-BE49-F238E27FC236}">
                <a16:creationId xmlns:a16="http://schemas.microsoft.com/office/drawing/2014/main" id="{ED5D7051-F2C6-FF88-374A-B5C6936C7BD3}"/>
              </a:ext>
            </a:extLst>
          </p:cNvPr>
          <p:cNvSpPr/>
          <p:nvPr/>
        </p:nvSpPr>
        <p:spPr>
          <a:xfrm>
            <a:off x="6411212" y="447303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device [*]</a:t>
            </a: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1307CFE3-61AA-DF1B-B67E-1A069FDF02F7}"/>
              </a:ext>
            </a:extLst>
          </p:cNvPr>
          <p:cNvCxnSpPr>
            <a:cxnSpLocks/>
            <a:stCxn id="89" idx="3"/>
            <a:endCxn id="74" idx="1"/>
          </p:cNvCxnSpPr>
          <p:nvPr/>
        </p:nvCxnSpPr>
        <p:spPr>
          <a:xfrm flipV="1">
            <a:off x="7572665" y="3963526"/>
            <a:ext cx="732839" cy="73229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00" name="Abgerundetes Rechteck 8">
            <a:extLst>
              <a:ext uri="{FF2B5EF4-FFF2-40B4-BE49-F238E27FC236}">
                <a16:creationId xmlns:a16="http://schemas.microsoft.com/office/drawing/2014/main" id="{77C2779D-86ED-425C-BE85-6BA8CC20C256}"/>
              </a:ext>
            </a:extLst>
          </p:cNvPr>
          <p:cNvSpPr/>
          <p:nvPr/>
        </p:nvSpPr>
        <p:spPr>
          <a:xfrm>
            <a:off x="6411212" y="30146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controller [*]</a:t>
            </a:r>
          </a:p>
        </p:txBody>
      </p:sp>
      <p:cxnSp>
        <p:nvCxnSpPr>
          <p:cNvPr id="103" name="Gerade Verbindung mit Pfeil 102">
            <a:extLst>
              <a:ext uri="{FF2B5EF4-FFF2-40B4-BE49-F238E27FC236}">
                <a16:creationId xmlns:a16="http://schemas.microsoft.com/office/drawing/2014/main" id="{B2B7FD5E-176F-B688-03E8-ADE893FECFDB}"/>
              </a:ext>
            </a:extLst>
          </p:cNvPr>
          <p:cNvCxnSpPr>
            <a:cxnSpLocks/>
            <a:stCxn id="100" idx="3"/>
            <a:endCxn id="74" idx="1"/>
          </p:cNvCxnSpPr>
          <p:nvPr/>
        </p:nvCxnSpPr>
        <p:spPr>
          <a:xfrm>
            <a:off x="7572665" y="3237417"/>
            <a:ext cx="732839" cy="72610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06" name="Rechteck 105">
            <a:extLst>
              <a:ext uri="{FF2B5EF4-FFF2-40B4-BE49-F238E27FC236}">
                <a16:creationId xmlns:a16="http://schemas.microsoft.com/office/drawing/2014/main" id="{F747143B-B3B4-B85A-5627-F9408617ABE2}"/>
              </a:ext>
            </a:extLst>
          </p:cNvPr>
          <p:cNvSpPr/>
          <p:nvPr/>
        </p:nvSpPr>
        <p:spPr>
          <a:xfrm>
            <a:off x="3931921" y="3042938"/>
            <a:ext cx="2010898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template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-name=[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controllerTemplateName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]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category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controller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7A3FD0BE-3B75-BB64-F778-19F01E8B6CF0}"/>
              </a:ext>
            </a:extLst>
          </p:cNvPr>
          <p:cNvSpPr/>
          <p:nvPr/>
        </p:nvSpPr>
        <p:spPr>
          <a:xfrm>
            <a:off x="3924301" y="4417461"/>
            <a:ext cx="2018518" cy="59465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template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-name =[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deviceTemplateName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]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category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device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[{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defaultMediatorUserName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,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defaultMediatorUserPassword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}]</a:t>
            </a:r>
          </a:p>
        </p:txBody>
      </p: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67FF7427-9093-4E22-3C85-E5B709264C91}"/>
              </a:ext>
            </a:extLst>
          </p:cNvPr>
          <p:cNvCxnSpPr>
            <a:cxnSpLocks/>
            <a:stCxn id="89" idx="1"/>
            <a:endCxn id="107" idx="3"/>
          </p:cNvCxnSpPr>
          <p:nvPr/>
        </p:nvCxnSpPr>
        <p:spPr>
          <a:xfrm flipH="1">
            <a:off x="5942819" y="4695822"/>
            <a:ext cx="468393" cy="189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1" name="Rechteck 110">
            <a:extLst>
              <a:ext uri="{FF2B5EF4-FFF2-40B4-BE49-F238E27FC236}">
                <a16:creationId xmlns:a16="http://schemas.microsoft.com/office/drawing/2014/main" id="{6DB0620F-1934-09FB-E04A-D999B2526230}"/>
              </a:ext>
            </a:extLst>
          </p:cNvPr>
          <p:cNvSpPr/>
          <p:nvPr/>
        </p:nvSpPr>
        <p:spPr>
          <a:xfrm>
            <a:off x="3931921" y="3486860"/>
            <a:ext cx="2010898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template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-name =[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mediatorVmTemplateName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]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category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mediatorVm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strike="sngStrike" kern="0" dirty="0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[{</a:t>
            </a:r>
            <a:r>
              <a:rPr lang="de-DE" sz="800" strike="sngStrike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defaultMediatorUserName</a:t>
            </a:r>
            <a:r>
              <a:rPr lang="de-DE" sz="800" strike="sngStrike" kern="0" dirty="0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,</a:t>
            </a:r>
          </a:p>
          <a:p>
            <a:pPr defTabSz="914400"/>
            <a:r>
              <a:rPr lang="de-DE" sz="800" strike="sngStrike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defaultMediatorUserPassword</a:t>
            </a:r>
            <a:r>
              <a:rPr lang="de-DE" sz="800" strike="sngStrike" kern="0" dirty="0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}]</a:t>
            </a:r>
          </a:p>
          <a:p>
            <a:pPr defTabSz="914400"/>
            <a:r>
              <a:rPr lang="de-DE" sz="800" kern="0" dirty="0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[{</a:t>
            </a:r>
            <a:r>
              <a:rPr lang="de-DE" sz="800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defaultSnmpUserName</a:t>
            </a:r>
            <a:r>
              <a:rPr lang="de-DE" sz="800" kern="0" dirty="0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,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defaultSnmpUserPassword</a:t>
            </a:r>
            <a:r>
              <a:rPr lang="de-DE" sz="800" kern="0" dirty="0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}]</a:t>
            </a:r>
          </a:p>
        </p:txBody>
      </p:sp>
      <p:cxnSp>
        <p:nvCxnSpPr>
          <p:cNvPr id="112" name="Gerade Verbindung mit Pfeil 111">
            <a:extLst>
              <a:ext uri="{FF2B5EF4-FFF2-40B4-BE49-F238E27FC236}">
                <a16:creationId xmlns:a16="http://schemas.microsoft.com/office/drawing/2014/main" id="{F0EDDFFC-10F3-7D0E-6D6A-F2A10E9C76E4}"/>
              </a:ext>
            </a:extLst>
          </p:cNvPr>
          <p:cNvCxnSpPr>
            <a:cxnSpLocks/>
            <a:stCxn id="100" idx="1"/>
            <a:endCxn id="106" idx="3"/>
          </p:cNvCxnSpPr>
          <p:nvPr/>
        </p:nvCxnSpPr>
        <p:spPr>
          <a:xfrm flipH="1" flipV="1">
            <a:off x="5942819" y="3207702"/>
            <a:ext cx="468393" cy="297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6EEB9E49-DE20-9A29-0EB6-0283382BCACA}"/>
              </a:ext>
            </a:extLst>
          </p:cNvPr>
          <p:cNvCxnSpPr>
            <a:cxnSpLocks/>
            <a:stCxn id="77" idx="1"/>
            <a:endCxn id="111" idx="3"/>
          </p:cNvCxnSpPr>
          <p:nvPr/>
        </p:nvCxnSpPr>
        <p:spPr>
          <a:xfrm flipH="1" flipV="1">
            <a:off x="5942819" y="3790171"/>
            <a:ext cx="468393" cy="1746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5" name="Abgerundetes Rechteck 1">
            <a:extLst>
              <a:ext uri="{FF2B5EF4-FFF2-40B4-BE49-F238E27FC236}">
                <a16:creationId xmlns:a16="http://schemas.microsoft.com/office/drawing/2014/main" id="{D682A02F-6CC5-4B5C-BEFE-2A698F693375}"/>
              </a:ext>
            </a:extLst>
          </p:cNvPr>
          <p:cNvSpPr/>
          <p:nvPr/>
        </p:nvSpPr>
        <p:spPr>
          <a:xfrm>
            <a:off x="8426189" y="31736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B0FB3F22-C086-61C6-4444-CA4D288A536F}"/>
              </a:ext>
            </a:extLst>
          </p:cNvPr>
          <p:cNvSpPr/>
          <p:nvPr/>
        </p:nvSpPr>
        <p:spPr>
          <a:xfrm>
            <a:off x="6851185" y="358770"/>
            <a:ext cx="863261" cy="3563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function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-name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parameter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BE093BCA-A2CD-5CC7-4D8E-EB69807C6944}"/>
              </a:ext>
            </a:extLst>
          </p:cNvPr>
          <p:cNvCxnSpPr>
            <a:cxnSpLocks/>
            <a:stCxn id="165" idx="1"/>
            <a:endCxn id="166" idx="3"/>
          </p:cNvCxnSpPr>
          <p:nvPr/>
        </p:nvCxnSpPr>
        <p:spPr>
          <a:xfrm flipH="1" flipV="1">
            <a:off x="7714446" y="536931"/>
            <a:ext cx="711743" cy="32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EA49DEE1-8C0E-E99B-642F-A7E20F8C0AC5}"/>
              </a:ext>
            </a:extLst>
          </p:cNvPr>
          <p:cNvCxnSpPr>
            <a:cxnSpLocks/>
            <a:stCxn id="175" idx="1"/>
            <a:endCxn id="165" idx="3"/>
          </p:cNvCxnSpPr>
          <p:nvPr/>
        </p:nvCxnSpPr>
        <p:spPr>
          <a:xfrm flipH="1">
            <a:off x="8963488" y="539481"/>
            <a:ext cx="616826" cy="6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02" name="Rechteck 201">
            <a:extLst>
              <a:ext uri="{FF2B5EF4-FFF2-40B4-BE49-F238E27FC236}">
                <a16:creationId xmlns:a16="http://schemas.microsoft.com/office/drawing/2014/main" id="{478CF1AE-F32E-8A5E-3FFF-725990776B82}"/>
              </a:ext>
            </a:extLst>
          </p:cNvPr>
          <p:cNvSpPr/>
          <p:nvPr/>
        </p:nvSpPr>
        <p:spPr>
          <a:xfrm>
            <a:off x="8884805" y="-921573"/>
            <a:ext cx="2301547" cy="32075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to be deleted, if no longer required for scrolling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26EA71E1-6E4E-BAFE-EFA0-DD3B8CEAC57B}"/>
              </a:ext>
            </a:extLst>
          </p:cNvPr>
          <p:cNvSpPr/>
          <p:nvPr/>
        </p:nvSpPr>
        <p:spPr>
          <a:xfrm>
            <a:off x="13210830" y="223697"/>
            <a:ext cx="1003929" cy="82213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affected-fc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affected-link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affected-cc/ltp/lp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error-code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error-message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…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07" name="Gerade Verbindung mit Pfeil 206">
            <a:extLst>
              <a:ext uri="{FF2B5EF4-FFF2-40B4-BE49-F238E27FC236}">
                <a16:creationId xmlns:a16="http://schemas.microsoft.com/office/drawing/2014/main" id="{42F3670C-06B4-695C-203E-C5D050ACA051}"/>
              </a:ext>
            </a:extLst>
          </p:cNvPr>
          <p:cNvCxnSpPr>
            <a:cxnSpLocks/>
            <a:stCxn id="192" idx="3"/>
            <a:endCxn id="206" idx="1"/>
          </p:cNvCxnSpPr>
          <p:nvPr/>
        </p:nvCxnSpPr>
        <p:spPr>
          <a:xfrm>
            <a:off x="12423981" y="539576"/>
            <a:ext cx="786849" cy="9519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" name="Ellipse 11">
            <a:extLst>
              <a:ext uri="{FF2B5EF4-FFF2-40B4-BE49-F238E27FC236}">
                <a16:creationId xmlns:a16="http://schemas.microsoft.com/office/drawing/2014/main" id="{054B287C-B95D-A84E-8945-073DB25F09A6}"/>
              </a:ext>
            </a:extLst>
          </p:cNvPr>
          <p:cNvSpPr/>
          <p:nvPr/>
        </p:nvSpPr>
        <p:spPr>
          <a:xfrm>
            <a:off x="22058420" y="7371053"/>
            <a:ext cx="45719" cy="45719"/>
          </a:xfrm>
          <a:prstGeom prst="ellipse">
            <a:avLst/>
          </a:prstGeom>
          <a:solidFill>
            <a:schemeClr val="bg1">
              <a:lumMod val="6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45E39724-A608-38DA-DBAC-1925AE0B6527}"/>
              </a:ext>
            </a:extLst>
          </p:cNvPr>
          <p:cNvSpPr/>
          <p:nvPr/>
        </p:nvSpPr>
        <p:spPr>
          <a:xfrm>
            <a:off x="1112090" y="7370806"/>
            <a:ext cx="45719" cy="45719"/>
          </a:xfrm>
          <a:prstGeom prst="ellipse">
            <a:avLst/>
          </a:prstGeom>
          <a:solidFill>
            <a:schemeClr val="bg1">
              <a:lumMod val="6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4" name="Abgerundetes Rechteck 1">
            <a:extLst>
              <a:ext uri="{FF2B5EF4-FFF2-40B4-BE49-F238E27FC236}">
                <a16:creationId xmlns:a16="http://schemas.microsoft.com/office/drawing/2014/main" id="{187D5938-35E1-F691-BF8D-43A48ECF89C8}"/>
              </a:ext>
            </a:extLst>
          </p:cNvPr>
          <p:cNvSpPr/>
          <p:nvPr/>
        </p:nvSpPr>
        <p:spPr>
          <a:xfrm>
            <a:off x="8426322" y="1102850"/>
            <a:ext cx="541487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VS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944A4472-3879-87AB-B603-C9DDA630BD25}"/>
              </a:ext>
            </a:extLst>
          </p:cNvPr>
          <p:cNvCxnSpPr>
            <a:cxnSpLocks/>
            <a:stCxn id="175" idx="2"/>
            <a:endCxn id="34" idx="3"/>
          </p:cNvCxnSpPr>
          <p:nvPr/>
        </p:nvCxnSpPr>
        <p:spPr>
          <a:xfrm flipH="1">
            <a:off x="8967809" y="762267"/>
            <a:ext cx="881155" cy="563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0" name="Abgerundetes Rechteck 1">
            <a:extLst>
              <a:ext uri="{FF2B5EF4-FFF2-40B4-BE49-F238E27FC236}">
                <a16:creationId xmlns:a16="http://schemas.microsoft.com/office/drawing/2014/main" id="{E6590A41-7C3D-FCAA-BD80-0D84788A5795}"/>
              </a:ext>
            </a:extLst>
          </p:cNvPr>
          <p:cNvSpPr/>
          <p:nvPr/>
        </p:nvSpPr>
        <p:spPr>
          <a:xfrm>
            <a:off x="10729167" y="110285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A551AFAD-6773-3541-CCCE-F6AA0B12A8EC}"/>
              </a:ext>
            </a:extLst>
          </p:cNvPr>
          <p:cNvCxnSpPr>
            <a:cxnSpLocks/>
            <a:stCxn id="175" idx="2"/>
            <a:endCxn id="40" idx="1"/>
          </p:cNvCxnSpPr>
          <p:nvPr/>
        </p:nvCxnSpPr>
        <p:spPr>
          <a:xfrm>
            <a:off x="9848964" y="762267"/>
            <a:ext cx="880203" cy="563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3" name="Rechteck 42">
            <a:extLst>
              <a:ext uri="{FF2B5EF4-FFF2-40B4-BE49-F238E27FC236}">
                <a16:creationId xmlns:a16="http://schemas.microsoft.com/office/drawing/2014/main" id="{EF6C6A8D-BB5F-B017-CC71-6AE166744ED5}"/>
              </a:ext>
            </a:extLst>
          </p:cNvPr>
          <p:cNvSpPr/>
          <p:nvPr/>
        </p:nvSpPr>
        <p:spPr>
          <a:xfrm>
            <a:off x="6839829" y="1166723"/>
            <a:ext cx="874180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_trigger-function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sequence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93F2889A-8AC8-9CD3-6029-630851D60631}"/>
              </a:ext>
            </a:extLst>
          </p:cNvPr>
          <p:cNvCxnSpPr>
            <a:cxnSpLocks/>
            <a:stCxn id="34" idx="1"/>
            <a:endCxn id="43" idx="3"/>
          </p:cNvCxnSpPr>
          <p:nvPr/>
        </p:nvCxnSpPr>
        <p:spPr>
          <a:xfrm flipH="1">
            <a:off x="7714009" y="1325636"/>
            <a:ext cx="712313" cy="91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2" name="Rechteck 51">
            <a:extLst>
              <a:ext uri="{FF2B5EF4-FFF2-40B4-BE49-F238E27FC236}">
                <a16:creationId xmlns:a16="http://schemas.microsoft.com/office/drawing/2014/main" id="{73728BB6-D891-98D5-2987-6556EE219455}"/>
              </a:ext>
            </a:extLst>
          </p:cNvPr>
          <p:cNvSpPr/>
          <p:nvPr/>
        </p:nvSpPr>
        <p:spPr>
          <a:xfrm>
            <a:off x="11878467" y="1102800"/>
            <a:ext cx="1225837" cy="4455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error-code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description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_implementation-function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AF0C0267-C3EF-DA30-22F2-2577EF80B05C}"/>
              </a:ext>
            </a:extLst>
          </p:cNvPr>
          <p:cNvCxnSpPr>
            <a:cxnSpLocks/>
            <a:stCxn id="40" idx="3"/>
            <a:endCxn id="52" idx="1"/>
          </p:cNvCxnSpPr>
          <p:nvPr/>
        </p:nvCxnSpPr>
        <p:spPr>
          <a:xfrm flipV="1">
            <a:off x="11266466" y="1325586"/>
            <a:ext cx="612001" cy="5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4356CF41-7A92-9DEA-F805-BE046ED8D18A}"/>
              </a:ext>
            </a:extLst>
          </p:cNvPr>
          <p:cNvSpPr txBox="1"/>
          <p:nvPr/>
        </p:nvSpPr>
        <p:spPr>
          <a:xfrm>
            <a:off x="361950" y="419497"/>
            <a:ext cx="19030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6000" b="1" dirty="0">
                <a:solidFill>
                  <a:srgbClr val="0070C0"/>
                </a:solidFill>
              </a:rPr>
              <a:t>DDM</a:t>
            </a:r>
          </a:p>
        </p:txBody>
      </p:sp>
    </p:spTree>
    <p:extLst>
      <p:ext uri="{BB962C8B-B14F-4D97-AF65-F5344CB8AC3E}">
        <p14:creationId xmlns:p14="http://schemas.microsoft.com/office/powerpoint/2010/main" val="1618497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ylinder 7">
            <a:extLst>
              <a:ext uri="{FF2B5EF4-FFF2-40B4-BE49-F238E27FC236}">
                <a16:creationId xmlns:a16="http://schemas.microsoft.com/office/drawing/2014/main" id="{58C6F6F5-FDE9-72D4-72A6-762B03B7FDF9}"/>
              </a:ext>
            </a:extLst>
          </p:cNvPr>
          <p:cNvSpPr/>
          <p:nvPr/>
        </p:nvSpPr>
        <p:spPr>
          <a:xfrm>
            <a:off x="3043097" y="1233714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Candidate</a:t>
            </a:r>
          </a:p>
        </p:txBody>
      </p:sp>
      <p:sp>
        <p:nvSpPr>
          <p:cNvPr id="23" name="Zylinder 22">
            <a:extLst>
              <a:ext uri="{FF2B5EF4-FFF2-40B4-BE49-F238E27FC236}">
                <a16:creationId xmlns:a16="http://schemas.microsoft.com/office/drawing/2014/main" id="{A9945C73-B19E-31C0-919B-03789645244D}"/>
              </a:ext>
            </a:extLst>
          </p:cNvPr>
          <p:cNvSpPr/>
          <p:nvPr/>
        </p:nvSpPr>
        <p:spPr>
          <a:xfrm>
            <a:off x="4933097" y="2612572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Running</a:t>
            </a:r>
          </a:p>
        </p:txBody>
      </p:sp>
      <p:sp>
        <p:nvSpPr>
          <p:cNvPr id="25" name="Zylinder 24">
            <a:extLst>
              <a:ext uri="{FF2B5EF4-FFF2-40B4-BE49-F238E27FC236}">
                <a16:creationId xmlns:a16="http://schemas.microsoft.com/office/drawing/2014/main" id="{C5E74D6C-5038-AE16-6E4A-780494395AD6}"/>
              </a:ext>
            </a:extLst>
          </p:cNvPr>
          <p:cNvSpPr/>
          <p:nvPr/>
        </p:nvSpPr>
        <p:spPr>
          <a:xfrm>
            <a:off x="6823097" y="1233714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Startup</a:t>
            </a:r>
          </a:p>
        </p:txBody>
      </p:sp>
      <p:sp>
        <p:nvSpPr>
          <p:cNvPr id="26" name="Zylinder 25">
            <a:extLst>
              <a:ext uri="{FF2B5EF4-FFF2-40B4-BE49-F238E27FC236}">
                <a16:creationId xmlns:a16="http://schemas.microsoft.com/office/drawing/2014/main" id="{DABF2D86-EEE8-57D3-6E73-9CFCC325D29E}"/>
              </a:ext>
            </a:extLst>
          </p:cNvPr>
          <p:cNvSpPr/>
          <p:nvPr/>
        </p:nvSpPr>
        <p:spPr>
          <a:xfrm>
            <a:off x="4933097" y="5370288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Operational</a:t>
            </a:r>
          </a:p>
        </p:txBody>
      </p:sp>
      <p:sp>
        <p:nvSpPr>
          <p:cNvPr id="27" name="Zylinder 26">
            <a:extLst>
              <a:ext uri="{FF2B5EF4-FFF2-40B4-BE49-F238E27FC236}">
                <a16:creationId xmlns:a16="http://schemas.microsoft.com/office/drawing/2014/main" id="{5D3E903C-0427-BEF8-08E7-9876F5058803}"/>
              </a:ext>
            </a:extLst>
          </p:cNvPr>
          <p:cNvSpPr/>
          <p:nvPr/>
        </p:nvSpPr>
        <p:spPr>
          <a:xfrm>
            <a:off x="4933097" y="3991430"/>
            <a:ext cx="1260000" cy="1132114"/>
          </a:xfrm>
          <a:prstGeom prst="can">
            <a:avLst/>
          </a:prstGeom>
          <a:solidFill>
            <a:schemeClr val="bg1">
              <a:lumMod val="50000"/>
              <a:alpha val="50000"/>
            </a:schemeClr>
          </a:solidFill>
          <a:ln>
            <a:solidFill>
              <a:schemeClr val="tx1">
                <a:lumMod val="75000"/>
                <a:lumOff val="25000"/>
                <a:alpha val="50000"/>
              </a:schemeClr>
            </a:solidFill>
            <a:prstDash val="dash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Intended</a:t>
            </a:r>
          </a:p>
        </p:txBody>
      </p: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1389CC2B-9887-1818-7EEB-4BE30894941C}"/>
              </a:ext>
            </a:extLst>
          </p:cNvPr>
          <p:cNvCxnSpPr>
            <a:stCxn id="23" idx="1"/>
            <a:endCxn id="25" idx="2"/>
          </p:cNvCxnSpPr>
          <p:nvPr/>
        </p:nvCxnSpPr>
        <p:spPr>
          <a:xfrm rot="5400000" flipH="1" flipV="1">
            <a:off x="5786698" y="1576172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BEC4DD0A-5515-A63F-4346-A43798B697E4}"/>
              </a:ext>
            </a:extLst>
          </p:cNvPr>
          <p:cNvCxnSpPr>
            <a:cxnSpLocks/>
            <a:stCxn id="23" idx="1"/>
            <a:endCxn id="8" idx="4"/>
          </p:cNvCxnSpPr>
          <p:nvPr/>
        </p:nvCxnSpPr>
        <p:spPr>
          <a:xfrm rot="16200000" flipV="1">
            <a:off x="4526698" y="1576172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82" name="Verbinder: gewinkelt 81">
            <a:extLst>
              <a:ext uri="{FF2B5EF4-FFF2-40B4-BE49-F238E27FC236}">
                <a16:creationId xmlns:a16="http://schemas.microsoft.com/office/drawing/2014/main" id="{AAF7ED06-960E-2890-D2C2-8007CA302559}"/>
              </a:ext>
            </a:extLst>
          </p:cNvPr>
          <p:cNvCxnSpPr>
            <a:cxnSpLocks/>
            <a:stCxn id="8" idx="3"/>
            <a:endCxn id="23" idx="2"/>
          </p:cNvCxnSpPr>
          <p:nvPr/>
        </p:nvCxnSpPr>
        <p:spPr>
          <a:xfrm rot="16200000" flipH="1">
            <a:off x="3896698" y="2142228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83" name="Verbinder: gewinkelt 82">
            <a:extLst>
              <a:ext uri="{FF2B5EF4-FFF2-40B4-BE49-F238E27FC236}">
                <a16:creationId xmlns:a16="http://schemas.microsoft.com/office/drawing/2014/main" id="{4BB380CB-3A78-EA9F-1E93-FF3EE532612A}"/>
              </a:ext>
            </a:extLst>
          </p:cNvPr>
          <p:cNvCxnSpPr>
            <a:cxnSpLocks/>
            <a:stCxn id="25" idx="3"/>
            <a:endCxn id="23" idx="4"/>
          </p:cNvCxnSpPr>
          <p:nvPr/>
        </p:nvCxnSpPr>
        <p:spPr>
          <a:xfrm rot="5400000">
            <a:off x="6416698" y="2142228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3EDF634E-03E3-193D-B999-29A46C5DBA1E}"/>
              </a:ext>
            </a:extLst>
          </p:cNvPr>
          <p:cNvCxnSpPr>
            <a:cxnSpLocks/>
            <a:stCxn id="23" idx="3"/>
            <a:endCxn id="27" idx="1"/>
          </p:cNvCxnSpPr>
          <p:nvPr/>
        </p:nvCxnSpPr>
        <p:spPr>
          <a:xfrm>
            <a:off x="5563097" y="3744686"/>
            <a:ext cx="0" cy="246744"/>
          </a:xfrm>
          <a:prstGeom prst="straightConnector1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  <a:alpha val="50000"/>
              </a:schemeClr>
            </a:solidFill>
            <a:prstDash val="dash"/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823207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5185277" y="4788978"/>
            <a:ext cx="217278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Modules that are changing the CandidateDS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11945550" y="6935107"/>
            <a:ext cx="242216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Modules that are updating the OperationalDS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8611783" y="6868712"/>
            <a:ext cx="269126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200"/>
              <a:t>Modules for comparing RunningDS with OperationalDS and documenting divergences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11693665" y="941378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8D0099E2-2E76-AD23-470B-45BF3CB6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9968" y="9492755"/>
            <a:ext cx="166165" cy="174914"/>
          </a:xfrm>
          <a:prstGeom prst="rect">
            <a:avLst/>
          </a:prstGeom>
        </p:spPr>
      </p:pic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11884423" y="966766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9320FA18-5E00-08C4-D1B1-9198B35B6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5550" y="9732092"/>
            <a:ext cx="166165" cy="174914"/>
          </a:xfrm>
          <a:prstGeom prst="rect">
            <a:avLst/>
          </a:prstGeom>
        </p:spPr>
      </p:pic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11736337" y="878513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79753B46-3760-CFFB-B858-92910CA7D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2640" y="8864105"/>
            <a:ext cx="166165" cy="174914"/>
          </a:xfrm>
          <a:prstGeom prst="rect">
            <a:avLst/>
          </a:prstGeom>
        </p:spPr>
      </p:pic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11927095" y="903901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9" name="Grafik 48">
            <a:extLst>
              <a:ext uri="{FF2B5EF4-FFF2-40B4-BE49-F238E27FC236}">
                <a16:creationId xmlns:a16="http://schemas.microsoft.com/office/drawing/2014/main" id="{F30FB4E0-9047-2FC9-990C-7F4907343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8222" y="9103442"/>
            <a:ext cx="166165" cy="174914"/>
          </a:xfrm>
          <a:prstGeom prst="rect">
            <a:avLst/>
          </a:prstGeom>
        </p:spPr>
      </p:pic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11529244" y="10001582"/>
            <a:ext cx="2505845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Modules for resolving </a:t>
            </a:r>
            <a:br>
              <a:rPr lang="de-DE" sz="1200"/>
            </a:br>
            <a:r>
              <a:rPr lang="de-DE" sz="1200"/>
              <a:t>divergences between OperationalDS</a:t>
            </a:r>
            <a:br>
              <a:rPr lang="de-DE" sz="1200"/>
            </a:br>
            <a:r>
              <a:rPr lang="de-DE" sz="1200"/>
              <a:t>and RunningDS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12597095" y="9140183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12597095" y="9249503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hteck 54">
            <a:extLst>
              <a:ext uri="{FF2B5EF4-FFF2-40B4-BE49-F238E27FC236}">
                <a16:creationId xmlns:a16="http://schemas.microsoft.com/office/drawing/2014/main" id="{998CEDEB-E815-0B9D-F828-05A7711734B2}"/>
              </a:ext>
            </a:extLst>
          </p:cNvPr>
          <p:cNvSpPr/>
          <p:nvPr/>
        </p:nvSpPr>
        <p:spPr>
          <a:xfrm>
            <a:off x="7616596" y="648663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6" name="Grafik 55">
            <a:extLst>
              <a:ext uri="{FF2B5EF4-FFF2-40B4-BE49-F238E27FC236}">
                <a16:creationId xmlns:a16="http://schemas.microsoft.com/office/drawing/2014/main" id="{78BFDC2D-D878-BE1D-4E34-51802A590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899" y="6565599"/>
            <a:ext cx="166165" cy="174914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12373065" y="8887916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12373065" y="8997236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12332375" y="9534567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12332375" y="9643887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12523133" y="9821391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12523133" y="9930711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873ACF08-01F2-22FA-CD88-E50511D7E71A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A93EA5-E27E-2466-2148-49F2E5DB39B5}"/>
              </a:ext>
            </a:extLst>
          </p:cNvPr>
          <p:cNvSpPr txBox="1"/>
          <p:nvPr/>
        </p:nvSpPr>
        <p:spPr>
          <a:xfrm>
            <a:off x="5712189" y="7474821"/>
            <a:ext cx="225693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Modules that are validating the CandidateDS and transferring it to RunningDS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41133C8-DC0D-2AC6-C684-4679506A95A5}"/>
              </a:ext>
            </a:extLst>
          </p:cNvPr>
          <p:cNvSpPr/>
          <p:nvPr/>
        </p:nvSpPr>
        <p:spPr>
          <a:xfrm>
            <a:off x="7503508" y="670605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59981EA9-B65F-EC95-B3DD-B0AED51F3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811" y="6785020"/>
            <a:ext cx="166165" cy="174914"/>
          </a:xfrm>
          <a:prstGeom prst="rect">
            <a:avLst/>
          </a:prstGeom>
        </p:spPr>
      </p:pic>
      <p:sp>
        <p:nvSpPr>
          <p:cNvPr id="26" name="Rechteck 25">
            <a:extLst>
              <a:ext uri="{FF2B5EF4-FFF2-40B4-BE49-F238E27FC236}">
                <a16:creationId xmlns:a16="http://schemas.microsoft.com/office/drawing/2014/main" id="{2520D43D-BB6C-869D-C961-86A75E1D452E}"/>
              </a:ext>
            </a:extLst>
          </p:cNvPr>
          <p:cNvSpPr/>
          <p:nvPr/>
        </p:nvSpPr>
        <p:spPr>
          <a:xfrm>
            <a:off x="7427519" y="69156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0AD98EA3-FB18-6938-7D58-4720830A00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822" y="6994570"/>
            <a:ext cx="166165" cy="17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139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29FBEA61-7E8F-9F10-711E-46D3904A6971}"/>
              </a:ext>
            </a:extLst>
          </p:cNvPr>
          <p:cNvSpPr/>
          <p:nvPr/>
        </p:nvSpPr>
        <p:spPr>
          <a:xfrm>
            <a:off x="5999881" y="756324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12798576" y="968166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12989334" y="993554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12841248" y="90530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13032006" y="930689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13702006" y="9408059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13702006" y="9517379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13477976" y="9155792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13477976" y="9265112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13437286" y="9802443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13437286" y="9911763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13628044" y="10089267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13628044" y="10198587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873ACF08-01F2-22FA-CD88-E50511D7E71A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A93EA5-E27E-2466-2148-49F2E5DB39B5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CB5E82B7-7869-BBD8-4F95-A79C5974E64C}"/>
              </a:ext>
            </a:extLst>
          </p:cNvPr>
          <p:cNvSpPr/>
          <p:nvPr/>
        </p:nvSpPr>
        <p:spPr>
          <a:xfrm>
            <a:off x="7595357" y="67319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219D7DF1-4838-E424-4970-637CCA5F6D9F}"/>
              </a:ext>
            </a:extLst>
          </p:cNvPr>
          <p:cNvSpPr/>
          <p:nvPr/>
        </p:nvSpPr>
        <p:spPr>
          <a:xfrm>
            <a:off x="6192109" y="765793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7B94240D-AA8F-A17A-F0A3-98BD50B820CA}"/>
              </a:ext>
            </a:extLst>
          </p:cNvPr>
          <p:cNvSpPr/>
          <p:nvPr/>
        </p:nvSpPr>
        <p:spPr>
          <a:xfrm>
            <a:off x="6515110" y="759597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B912B7D4-BA03-4CAC-F9EC-4328B512B88F}"/>
              </a:ext>
            </a:extLst>
          </p:cNvPr>
          <p:cNvSpPr/>
          <p:nvPr/>
        </p:nvSpPr>
        <p:spPr>
          <a:xfrm>
            <a:off x="6747585" y="752076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A735C89F-0933-53B9-0BCA-93B2AD0B2E1F}"/>
              </a:ext>
            </a:extLst>
          </p:cNvPr>
          <p:cNvSpPr/>
          <p:nvPr/>
        </p:nvSpPr>
        <p:spPr>
          <a:xfrm>
            <a:off x="7168306" y="74738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95EFF100-5873-6569-3361-6737B43E0ADA}"/>
              </a:ext>
            </a:extLst>
          </p:cNvPr>
          <p:cNvSpPr/>
          <p:nvPr/>
        </p:nvSpPr>
        <p:spPr>
          <a:xfrm>
            <a:off x="7387253" y="73783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D1F0E37-8768-2928-4E4F-489F5CA5E6A8}"/>
              </a:ext>
            </a:extLst>
          </p:cNvPr>
          <p:cNvSpPr/>
          <p:nvPr/>
        </p:nvSpPr>
        <p:spPr>
          <a:xfrm>
            <a:off x="11660276" y="919809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28D4D02C-4779-BE26-7C13-5C9A4EE202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1403" y="9262517"/>
            <a:ext cx="166165" cy="17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3808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0E400-AEE1-672B-5916-2BB664D3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E49EE346-9CFB-171A-AE31-75DB6A34FD99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6251EA02-FABE-F9FD-906D-75282B559523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1E820B-9B03-4F08-9FBF-6992B2710FB0}"/>
              </a:ext>
            </a:extLst>
          </p:cNvPr>
          <p:cNvSpPr/>
          <p:nvPr/>
        </p:nvSpPr>
        <p:spPr>
          <a:xfrm>
            <a:off x="5999881" y="756324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3D795E1D-F821-7D6D-FDA3-9E12DAFF0DCC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94E4D05-7C64-CCD9-AED1-D7358217239A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3FE967C4-49B2-660B-4C6F-F1E681389B23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24068F19-F482-C050-A982-2475CCD6072D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53B82F2-298F-6426-9E9E-6B76CEFD110C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17F0EA05-6703-CBD4-8E7A-B645552D1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A210E7D7-48BA-C3D3-8AF5-4342A16EC7CC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0E4F2461-F918-848D-0AF8-D6C304DCD618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D2CA30D5-C9D3-7A00-61B9-1821347AE37C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638173D-48DD-BD82-B1C9-894254238C69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E78B505-1EE0-76A9-6358-C4848522DD34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7324F88-D021-0611-F5D9-9112AAE9D5D5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D9D998F5-DA54-47DE-8DCE-09086B64D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A41ECCB-EFEB-7389-17AA-3A562B9FA648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A1AE4BC-888C-9080-20BE-4B51C2701192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A9A9DF82-6896-7D74-9A50-C4C24157AF7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319F282-19F8-0495-4661-1AB3B1C81ED8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B7DD75CB-1735-55C6-3C38-73BE4D109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D169251C-A21A-C69D-EF10-CFCEAD3C9289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9C2570D9-CB00-E242-D2F2-A75862995FE0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E04774CC-DBC5-6425-E8A2-0EE68E31E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336426AE-6070-0FAC-F212-CCCF02EF79DE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CBCB0C5B-B2F9-66F1-F902-704D1B56AB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5467F29F-A17B-628A-06D6-5FA8207CD542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AFCEB28-DAAE-F0D1-DAB2-FBD8E99CE143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47E905E1-5B5E-CBDE-25B9-276FF7587E79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766C1CAB-52E1-5BB2-2538-8FB34BFC37A0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42ED7E6B-8A80-1220-7E01-E78623D7FF46}"/>
              </a:ext>
            </a:extLst>
          </p:cNvPr>
          <p:cNvSpPr/>
          <p:nvPr/>
        </p:nvSpPr>
        <p:spPr>
          <a:xfrm>
            <a:off x="12798576" y="968166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EF910815-6220-B6BC-0C71-2284AF5A030B}"/>
              </a:ext>
            </a:extLst>
          </p:cNvPr>
          <p:cNvSpPr/>
          <p:nvPr/>
        </p:nvSpPr>
        <p:spPr>
          <a:xfrm>
            <a:off x="12989334" y="993554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1234D7D5-17F5-8C12-4C40-783B67AC77B6}"/>
              </a:ext>
            </a:extLst>
          </p:cNvPr>
          <p:cNvSpPr/>
          <p:nvPr/>
        </p:nvSpPr>
        <p:spPr>
          <a:xfrm>
            <a:off x="12841248" y="90530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350B07AE-0535-98BD-F4D6-4D7FF19A84BE}"/>
              </a:ext>
            </a:extLst>
          </p:cNvPr>
          <p:cNvSpPr/>
          <p:nvPr/>
        </p:nvSpPr>
        <p:spPr>
          <a:xfrm>
            <a:off x="13032006" y="930689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1DA2655F-E220-F3EF-7FCC-54A704F7CC39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862E14AB-3B1E-0590-979B-6FD2D4FA806B}"/>
              </a:ext>
            </a:extLst>
          </p:cNvPr>
          <p:cNvCxnSpPr>
            <a:cxnSpLocks/>
          </p:cNvCxnSpPr>
          <p:nvPr/>
        </p:nvCxnSpPr>
        <p:spPr>
          <a:xfrm>
            <a:off x="13702006" y="9408059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02A6A39D-7FD3-FC4F-2B88-6732FE46A130}"/>
              </a:ext>
            </a:extLst>
          </p:cNvPr>
          <p:cNvCxnSpPr>
            <a:cxnSpLocks/>
          </p:cNvCxnSpPr>
          <p:nvPr/>
        </p:nvCxnSpPr>
        <p:spPr>
          <a:xfrm flipH="1" flipV="1">
            <a:off x="13702006" y="9517379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853D4603-37D3-231F-8BC0-460D7DC7DE6F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4ACDB8-87BA-853A-CB29-0D64865474C6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9DC6179-6282-F0FE-7E5D-4CBA89A03DD0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FC8927-A74B-5445-B17D-0E5D7E77A840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52520FDD-8C03-7D9C-EC11-5A64A8BD7CCA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7E52D4EB-5582-550D-D4A2-10ADEA7E807B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A3FD9D7-06EB-9035-E36F-A42972183082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C9D6E415-60BC-E20F-9808-260F562F3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CEBCDB06-E1B8-0688-9C95-F9399539E8C9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4E522E9E-D32C-94D5-4042-94908784A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ED48962C-F8A9-4CCE-1EA1-8CEC91D63391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1C086D12-604F-3C2B-B89D-E6976AF81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9DC8A3C6-AAB7-4A13-93EA-06E7CDA1E36F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81023B25-4EF4-991B-D0C5-CB4714F78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6A5F7547-2BD3-A8AB-939A-8C8BAA4571A1}"/>
              </a:ext>
            </a:extLst>
          </p:cNvPr>
          <p:cNvCxnSpPr>
            <a:cxnSpLocks/>
          </p:cNvCxnSpPr>
          <p:nvPr/>
        </p:nvCxnSpPr>
        <p:spPr>
          <a:xfrm>
            <a:off x="13477976" y="9155792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712DE035-51C8-3302-CD11-28624A913AC4}"/>
              </a:ext>
            </a:extLst>
          </p:cNvPr>
          <p:cNvCxnSpPr>
            <a:cxnSpLocks/>
          </p:cNvCxnSpPr>
          <p:nvPr/>
        </p:nvCxnSpPr>
        <p:spPr>
          <a:xfrm flipH="1" flipV="1">
            <a:off x="13477976" y="9265112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5C7AB4F-06F5-9BF9-BACC-2B9D869DF9ED}"/>
              </a:ext>
            </a:extLst>
          </p:cNvPr>
          <p:cNvCxnSpPr>
            <a:cxnSpLocks/>
          </p:cNvCxnSpPr>
          <p:nvPr/>
        </p:nvCxnSpPr>
        <p:spPr>
          <a:xfrm>
            <a:off x="13437286" y="9802443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58F15CF8-42E4-6EC4-121D-B75591712439}"/>
              </a:ext>
            </a:extLst>
          </p:cNvPr>
          <p:cNvCxnSpPr>
            <a:cxnSpLocks/>
          </p:cNvCxnSpPr>
          <p:nvPr/>
        </p:nvCxnSpPr>
        <p:spPr>
          <a:xfrm flipH="1" flipV="1">
            <a:off x="13437286" y="9911763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33F628D9-B38A-341C-F231-FA74A28E5051}"/>
              </a:ext>
            </a:extLst>
          </p:cNvPr>
          <p:cNvCxnSpPr>
            <a:cxnSpLocks/>
          </p:cNvCxnSpPr>
          <p:nvPr/>
        </p:nvCxnSpPr>
        <p:spPr>
          <a:xfrm>
            <a:off x="13628044" y="10089267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BF2A697D-BFE1-47C6-140F-C9AAB494B7AA}"/>
              </a:ext>
            </a:extLst>
          </p:cNvPr>
          <p:cNvCxnSpPr>
            <a:cxnSpLocks/>
          </p:cNvCxnSpPr>
          <p:nvPr/>
        </p:nvCxnSpPr>
        <p:spPr>
          <a:xfrm flipH="1" flipV="1">
            <a:off x="13628044" y="10198587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1625388A-7CEF-8EDA-E07D-6919E2809F1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213645D2-7F1D-EA73-F530-AA9FB2E4D0B2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91BD516-072E-1118-BF0F-4E3C35010AC6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C78930ED-2572-D957-D7AE-CAC64FAEE06E}"/>
              </a:ext>
            </a:extLst>
          </p:cNvPr>
          <p:cNvSpPr/>
          <p:nvPr/>
        </p:nvSpPr>
        <p:spPr>
          <a:xfrm>
            <a:off x="7595357" y="67319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03EC3592-4B8C-732E-21C0-5FA6F2685287}"/>
              </a:ext>
            </a:extLst>
          </p:cNvPr>
          <p:cNvSpPr/>
          <p:nvPr/>
        </p:nvSpPr>
        <p:spPr>
          <a:xfrm>
            <a:off x="6192109" y="765793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22EB1474-4640-7B89-9E70-7FE83BF7E979}"/>
              </a:ext>
            </a:extLst>
          </p:cNvPr>
          <p:cNvSpPr/>
          <p:nvPr/>
        </p:nvSpPr>
        <p:spPr>
          <a:xfrm>
            <a:off x="6515110" y="759597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3CA521EA-B2DC-EDC9-C3F0-BA52C8347DF9}"/>
              </a:ext>
            </a:extLst>
          </p:cNvPr>
          <p:cNvSpPr/>
          <p:nvPr/>
        </p:nvSpPr>
        <p:spPr>
          <a:xfrm>
            <a:off x="6747585" y="752076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EB66A8EF-DC73-4ED9-4989-15CE49A2A2DF}"/>
              </a:ext>
            </a:extLst>
          </p:cNvPr>
          <p:cNvSpPr/>
          <p:nvPr/>
        </p:nvSpPr>
        <p:spPr>
          <a:xfrm>
            <a:off x="7168306" y="74738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E0BE8C61-5A67-3FFD-72BC-8736926B31B8}"/>
              </a:ext>
            </a:extLst>
          </p:cNvPr>
          <p:cNvSpPr/>
          <p:nvPr/>
        </p:nvSpPr>
        <p:spPr>
          <a:xfrm>
            <a:off x="7387253" y="73783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8997C76-1568-F55C-B54B-2677EC77ACCC}"/>
              </a:ext>
            </a:extLst>
          </p:cNvPr>
          <p:cNvSpPr/>
          <p:nvPr/>
        </p:nvSpPr>
        <p:spPr>
          <a:xfrm>
            <a:off x="11660276" y="919809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31082FEB-7976-1B31-7B00-FBAB23EC7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1403" y="9262517"/>
            <a:ext cx="166165" cy="174914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EA2D8564-9429-570B-3277-85D11942C7B2}"/>
              </a:ext>
            </a:extLst>
          </p:cNvPr>
          <p:cNvSpPr/>
          <p:nvPr/>
        </p:nvSpPr>
        <p:spPr>
          <a:xfrm>
            <a:off x="3794760" y="6764449"/>
            <a:ext cx="3665422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ValidationOrchestrator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InterpretationFunction =&gt; ValidationTestFunction [*]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F38DE0A-13CE-BE41-2030-9C8DBBED9F88}"/>
              </a:ext>
            </a:extLst>
          </p:cNvPr>
          <p:cNvSpPr/>
          <p:nvPr/>
        </p:nvSpPr>
        <p:spPr>
          <a:xfrm>
            <a:off x="9088579" y="9884446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ImplementationOrchestrator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ErrorCode =&gt; ImplementationFunction</a:t>
            </a:r>
          </a:p>
        </p:txBody>
      </p:sp>
    </p:spTree>
    <p:extLst>
      <p:ext uri="{BB962C8B-B14F-4D97-AF65-F5344CB8AC3E}">
        <p14:creationId xmlns:p14="http://schemas.microsoft.com/office/powerpoint/2010/main" val="20047448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0E400-AEE1-672B-5916-2BB664D3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E49EE346-9CFB-171A-AE31-75DB6A34FD99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6251EA02-FABE-F9FD-906D-75282B559523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1E820B-9B03-4F08-9FBF-6992B2710FB0}"/>
              </a:ext>
            </a:extLst>
          </p:cNvPr>
          <p:cNvSpPr/>
          <p:nvPr/>
        </p:nvSpPr>
        <p:spPr>
          <a:xfrm>
            <a:off x="5999881" y="756324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3D795E1D-F821-7D6D-FDA3-9E12DAFF0DCC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94E4D05-7C64-CCD9-AED1-D7358217239A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3FE967C4-49B2-660B-4C6F-F1E681389B23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24068F19-F482-C050-A982-2475CCD6072D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53B82F2-298F-6426-9E9E-6B76CEFD110C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17F0EA05-6703-CBD4-8E7A-B645552D1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A210E7D7-48BA-C3D3-8AF5-4342A16EC7CC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0E4F2461-F918-848D-0AF8-D6C304DCD618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D2CA30D5-C9D3-7A00-61B9-1821347AE37C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638173D-48DD-BD82-B1C9-894254238C69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E78B505-1EE0-76A9-6358-C4848522DD34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7324F88-D021-0611-F5D9-9112AAE9D5D5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D9D998F5-DA54-47DE-8DCE-09086B64D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A41ECCB-EFEB-7389-17AA-3A562B9FA648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A1AE4BC-888C-9080-20BE-4B51C2701192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A9A9DF82-6896-7D74-9A50-C4C24157AF7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319F282-19F8-0495-4661-1AB3B1C81ED8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B7DD75CB-1735-55C6-3C38-73BE4D109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D169251C-A21A-C69D-EF10-CFCEAD3C9289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9C2570D9-CB00-E242-D2F2-A75862995FE0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E04774CC-DBC5-6425-E8A2-0EE68E31E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336426AE-6070-0FAC-F212-CCCF02EF79DE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CBCB0C5B-B2F9-66F1-F902-704D1B56AB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5467F29F-A17B-628A-06D6-5FA8207CD542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AFCEB28-DAAE-F0D1-DAB2-FBD8E99CE143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47E905E1-5B5E-CBDE-25B9-276FF7587E79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766C1CAB-52E1-5BB2-2538-8FB34BFC37A0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42ED7E6B-8A80-1220-7E01-E78623D7FF46}"/>
              </a:ext>
            </a:extLst>
          </p:cNvPr>
          <p:cNvSpPr/>
          <p:nvPr/>
        </p:nvSpPr>
        <p:spPr>
          <a:xfrm>
            <a:off x="12798576" y="968166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EF910815-6220-B6BC-0C71-2284AF5A030B}"/>
              </a:ext>
            </a:extLst>
          </p:cNvPr>
          <p:cNvSpPr/>
          <p:nvPr/>
        </p:nvSpPr>
        <p:spPr>
          <a:xfrm>
            <a:off x="12989334" y="993554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1234D7D5-17F5-8C12-4C40-783B67AC77B6}"/>
              </a:ext>
            </a:extLst>
          </p:cNvPr>
          <p:cNvSpPr/>
          <p:nvPr/>
        </p:nvSpPr>
        <p:spPr>
          <a:xfrm>
            <a:off x="12841248" y="90530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350B07AE-0535-98BD-F4D6-4D7FF19A84BE}"/>
              </a:ext>
            </a:extLst>
          </p:cNvPr>
          <p:cNvSpPr/>
          <p:nvPr/>
        </p:nvSpPr>
        <p:spPr>
          <a:xfrm>
            <a:off x="13032006" y="930689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1DA2655F-E220-F3EF-7FCC-54A704F7CC39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862E14AB-3B1E-0590-979B-6FD2D4FA806B}"/>
              </a:ext>
            </a:extLst>
          </p:cNvPr>
          <p:cNvCxnSpPr>
            <a:cxnSpLocks/>
          </p:cNvCxnSpPr>
          <p:nvPr/>
        </p:nvCxnSpPr>
        <p:spPr>
          <a:xfrm>
            <a:off x="13702006" y="9408059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02A6A39D-7FD3-FC4F-2B88-6732FE46A130}"/>
              </a:ext>
            </a:extLst>
          </p:cNvPr>
          <p:cNvCxnSpPr>
            <a:cxnSpLocks/>
          </p:cNvCxnSpPr>
          <p:nvPr/>
        </p:nvCxnSpPr>
        <p:spPr>
          <a:xfrm flipH="1" flipV="1">
            <a:off x="13702006" y="9517379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853D4603-37D3-231F-8BC0-460D7DC7DE6F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4ACDB8-87BA-853A-CB29-0D64865474C6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9DC6179-6282-F0FE-7E5D-4CBA89A03DD0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FC8927-A74B-5445-B17D-0E5D7E77A840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52520FDD-8C03-7D9C-EC11-5A64A8BD7CCA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7E52D4EB-5582-550D-D4A2-10ADEA7E807B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A3FD9D7-06EB-9035-E36F-A42972183082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C9D6E415-60BC-E20F-9808-260F562F3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CEBCDB06-E1B8-0688-9C95-F9399539E8C9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4E522E9E-D32C-94D5-4042-94908784A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ED48962C-F8A9-4CCE-1EA1-8CEC91D63391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1C086D12-604F-3C2B-B89D-E6976AF81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9DC8A3C6-AAB7-4A13-93EA-06E7CDA1E36F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81023B25-4EF4-991B-D0C5-CB4714F78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6A5F7547-2BD3-A8AB-939A-8C8BAA4571A1}"/>
              </a:ext>
            </a:extLst>
          </p:cNvPr>
          <p:cNvCxnSpPr>
            <a:cxnSpLocks/>
          </p:cNvCxnSpPr>
          <p:nvPr/>
        </p:nvCxnSpPr>
        <p:spPr>
          <a:xfrm>
            <a:off x="13477976" y="9155792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712DE035-51C8-3302-CD11-28624A913AC4}"/>
              </a:ext>
            </a:extLst>
          </p:cNvPr>
          <p:cNvCxnSpPr>
            <a:cxnSpLocks/>
          </p:cNvCxnSpPr>
          <p:nvPr/>
        </p:nvCxnSpPr>
        <p:spPr>
          <a:xfrm flipH="1" flipV="1">
            <a:off x="13477976" y="9265112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5C7AB4F-06F5-9BF9-BACC-2B9D869DF9ED}"/>
              </a:ext>
            </a:extLst>
          </p:cNvPr>
          <p:cNvCxnSpPr>
            <a:cxnSpLocks/>
          </p:cNvCxnSpPr>
          <p:nvPr/>
        </p:nvCxnSpPr>
        <p:spPr>
          <a:xfrm>
            <a:off x="13437286" y="9802443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58F15CF8-42E4-6EC4-121D-B75591712439}"/>
              </a:ext>
            </a:extLst>
          </p:cNvPr>
          <p:cNvCxnSpPr>
            <a:cxnSpLocks/>
          </p:cNvCxnSpPr>
          <p:nvPr/>
        </p:nvCxnSpPr>
        <p:spPr>
          <a:xfrm flipH="1" flipV="1">
            <a:off x="13437286" y="9911763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33F628D9-B38A-341C-F231-FA74A28E5051}"/>
              </a:ext>
            </a:extLst>
          </p:cNvPr>
          <p:cNvCxnSpPr>
            <a:cxnSpLocks/>
          </p:cNvCxnSpPr>
          <p:nvPr/>
        </p:nvCxnSpPr>
        <p:spPr>
          <a:xfrm>
            <a:off x="13628044" y="10089267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BF2A697D-BFE1-47C6-140F-C9AAB494B7AA}"/>
              </a:ext>
            </a:extLst>
          </p:cNvPr>
          <p:cNvCxnSpPr>
            <a:cxnSpLocks/>
          </p:cNvCxnSpPr>
          <p:nvPr/>
        </p:nvCxnSpPr>
        <p:spPr>
          <a:xfrm flipH="1" flipV="1">
            <a:off x="13628044" y="10198587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1625388A-7CEF-8EDA-E07D-6919E2809F1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213645D2-7F1D-EA73-F530-AA9FB2E4D0B2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91BD516-072E-1118-BF0F-4E3C35010AC6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C78930ED-2572-D957-D7AE-CAC64FAEE06E}"/>
              </a:ext>
            </a:extLst>
          </p:cNvPr>
          <p:cNvSpPr/>
          <p:nvPr/>
        </p:nvSpPr>
        <p:spPr>
          <a:xfrm>
            <a:off x="7595357" y="67319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03EC3592-4B8C-732E-21C0-5FA6F2685287}"/>
              </a:ext>
            </a:extLst>
          </p:cNvPr>
          <p:cNvSpPr/>
          <p:nvPr/>
        </p:nvSpPr>
        <p:spPr>
          <a:xfrm>
            <a:off x="6192109" y="765793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22EB1474-4640-7B89-9E70-7FE83BF7E979}"/>
              </a:ext>
            </a:extLst>
          </p:cNvPr>
          <p:cNvSpPr/>
          <p:nvPr/>
        </p:nvSpPr>
        <p:spPr>
          <a:xfrm>
            <a:off x="6515110" y="759597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3CA521EA-B2DC-EDC9-C3F0-BA52C8347DF9}"/>
              </a:ext>
            </a:extLst>
          </p:cNvPr>
          <p:cNvSpPr/>
          <p:nvPr/>
        </p:nvSpPr>
        <p:spPr>
          <a:xfrm>
            <a:off x="6747585" y="752076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EB66A8EF-DC73-4ED9-4989-15CE49A2A2DF}"/>
              </a:ext>
            </a:extLst>
          </p:cNvPr>
          <p:cNvSpPr/>
          <p:nvPr/>
        </p:nvSpPr>
        <p:spPr>
          <a:xfrm>
            <a:off x="7168306" y="74738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E0BE8C61-5A67-3FFD-72BC-8736926B31B8}"/>
              </a:ext>
            </a:extLst>
          </p:cNvPr>
          <p:cNvSpPr/>
          <p:nvPr/>
        </p:nvSpPr>
        <p:spPr>
          <a:xfrm>
            <a:off x="7387253" y="73783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8997C76-1568-F55C-B54B-2677EC77ACCC}"/>
              </a:ext>
            </a:extLst>
          </p:cNvPr>
          <p:cNvSpPr/>
          <p:nvPr/>
        </p:nvSpPr>
        <p:spPr>
          <a:xfrm>
            <a:off x="11660276" y="919809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31082FEB-7976-1B31-7B00-FBAB23EC7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1403" y="9262517"/>
            <a:ext cx="166165" cy="174914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EA2D8564-9429-570B-3277-85D11942C7B2}"/>
              </a:ext>
            </a:extLst>
          </p:cNvPr>
          <p:cNvSpPr/>
          <p:nvPr/>
        </p:nvSpPr>
        <p:spPr>
          <a:xfrm>
            <a:off x="3878782" y="6764449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ValidationOrchestrator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InterpretationFunction =&gt; ValidationFunction [*]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F38DE0A-13CE-BE41-2030-9C8DBBED9F88}"/>
              </a:ext>
            </a:extLst>
          </p:cNvPr>
          <p:cNvSpPr/>
          <p:nvPr/>
        </p:nvSpPr>
        <p:spPr>
          <a:xfrm>
            <a:off x="9088579" y="9884446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ImplementationOrchestrator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ErrorCode =&gt; ImplementationFunction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5B5C0C9B-A6E9-0A3A-D646-0EA728CAC858}"/>
              </a:ext>
            </a:extLst>
          </p:cNvPr>
          <p:cNvSpPr/>
          <p:nvPr/>
        </p:nvSpPr>
        <p:spPr>
          <a:xfrm>
            <a:off x="12565277" y="6399671"/>
            <a:ext cx="2273458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MeasurementFunctions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need list of ErrorCodes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8851DA-5898-3874-E286-40857037068A}"/>
              </a:ext>
            </a:extLst>
          </p:cNvPr>
          <p:cNvSpPr/>
          <p:nvPr/>
        </p:nvSpPr>
        <p:spPr>
          <a:xfrm>
            <a:off x="9317812" y="4742089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Autonomous Functions (and other Functions)</a:t>
            </a:r>
            <a:br>
              <a:rPr lang="de-DE" sz="1200">
                <a:solidFill>
                  <a:schemeClr val="tx1"/>
                </a:solidFill>
              </a:rPr>
            </a:br>
            <a:r>
              <a:rPr lang="de-DE" sz="1200">
                <a:solidFill>
                  <a:schemeClr val="tx1"/>
                </a:solidFill>
              </a:rPr>
              <a:t>need Configuration</a:t>
            </a:r>
          </a:p>
        </p:txBody>
      </p:sp>
    </p:spTree>
    <p:extLst>
      <p:ext uri="{BB962C8B-B14F-4D97-AF65-F5344CB8AC3E}">
        <p14:creationId xmlns:p14="http://schemas.microsoft.com/office/powerpoint/2010/main" val="32920348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0E400-AEE1-672B-5916-2BB664D3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E49EE346-9CFB-171A-AE31-75DB6A34FD99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6251EA02-FABE-F9FD-906D-75282B559523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1E820B-9B03-4F08-9FBF-6992B2710FB0}"/>
              </a:ext>
            </a:extLst>
          </p:cNvPr>
          <p:cNvSpPr/>
          <p:nvPr/>
        </p:nvSpPr>
        <p:spPr>
          <a:xfrm>
            <a:off x="5999881" y="756324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3D795E1D-F821-7D6D-FDA3-9E12DAFF0DCC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94E4D05-7C64-CCD9-AED1-D7358217239A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3FE967C4-49B2-660B-4C6F-F1E681389B23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24068F19-F482-C050-A982-2475CCD6072D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53B82F2-298F-6426-9E9E-6B76CEFD110C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17F0EA05-6703-CBD4-8E7A-B645552D1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A210E7D7-48BA-C3D3-8AF5-4342A16EC7CC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0E4F2461-F918-848D-0AF8-D6C304DCD618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D2CA30D5-C9D3-7A00-61B9-1821347AE37C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638173D-48DD-BD82-B1C9-894254238C69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E78B505-1EE0-76A9-6358-C4848522DD34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7324F88-D021-0611-F5D9-9112AAE9D5D5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D9D998F5-DA54-47DE-8DCE-09086B64D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A41ECCB-EFEB-7389-17AA-3A562B9FA648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A1AE4BC-888C-9080-20BE-4B51C2701192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A9A9DF82-6896-7D74-9A50-C4C24157AF7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319F282-19F8-0495-4661-1AB3B1C81ED8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B7DD75CB-1735-55C6-3C38-73BE4D109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D169251C-A21A-C69D-EF10-CFCEAD3C9289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9C2570D9-CB00-E242-D2F2-A75862995FE0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E04774CC-DBC5-6425-E8A2-0EE68E31E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336426AE-6070-0FAC-F212-CCCF02EF79DE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CBCB0C5B-B2F9-66F1-F902-704D1B56AB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5467F29F-A17B-628A-06D6-5FA8207CD542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AFCEB28-DAAE-F0D1-DAB2-FBD8E99CE143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47E905E1-5B5E-CBDE-25B9-276FF7587E79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766C1CAB-52E1-5BB2-2538-8FB34BFC37A0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42ED7E6B-8A80-1220-7E01-E78623D7FF46}"/>
              </a:ext>
            </a:extLst>
          </p:cNvPr>
          <p:cNvSpPr/>
          <p:nvPr/>
        </p:nvSpPr>
        <p:spPr>
          <a:xfrm>
            <a:off x="12798576" y="968166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EF910815-6220-B6BC-0C71-2284AF5A030B}"/>
              </a:ext>
            </a:extLst>
          </p:cNvPr>
          <p:cNvSpPr/>
          <p:nvPr/>
        </p:nvSpPr>
        <p:spPr>
          <a:xfrm>
            <a:off x="12989334" y="993554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1234D7D5-17F5-8C12-4C40-783B67AC77B6}"/>
              </a:ext>
            </a:extLst>
          </p:cNvPr>
          <p:cNvSpPr/>
          <p:nvPr/>
        </p:nvSpPr>
        <p:spPr>
          <a:xfrm>
            <a:off x="12841248" y="90530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350B07AE-0535-98BD-F4D6-4D7FF19A84BE}"/>
              </a:ext>
            </a:extLst>
          </p:cNvPr>
          <p:cNvSpPr/>
          <p:nvPr/>
        </p:nvSpPr>
        <p:spPr>
          <a:xfrm>
            <a:off x="13032006" y="930689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1DA2655F-E220-F3EF-7FCC-54A704F7CC39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862E14AB-3B1E-0590-979B-6FD2D4FA806B}"/>
              </a:ext>
            </a:extLst>
          </p:cNvPr>
          <p:cNvCxnSpPr>
            <a:cxnSpLocks/>
          </p:cNvCxnSpPr>
          <p:nvPr/>
        </p:nvCxnSpPr>
        <p:spPr>
          <a:xfrm>
            <a:off x="13702006" y="9408059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02A6A39D-7FD3-FC4F-2B88-6732FE46A130}"/>
              </a:ext>
            </a:extLst>
          </p:cNvPr>
          <p:cNvCxnSpPr>
            <a:cxnSpLocks/>
          </p:cNvCxnSpPr>
          <p:nvPr/>
        </p:nvCxnSpPr>
        <p:spPr>
          <a:xfrm flipH="1" flipV="1">
            <a:off x="13702006" y="9517379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853D4603-37D3-231F-8BC0-460D7DC7DE6F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4ACDB8-87BA-853A-CB29-0D64865474C6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9DC6179-6282-F0FE-7E5D-4CBA89A03DD0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FC8927-A74B-5445-B17D-0E5D7E77A840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52520FDD-8C03-7D9C-EC11-5A64A8BD7CCA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7E52D4EB-5582-550D-D4A2-10ADEA7E807B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A3FD9D7-06EB-9035-E36F-A42972183082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C9D6E415-60BC-E20F-9808-260F562F3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CEBCDB06-E1B8-0688-9C95-F9399539E8C9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4E522E9E-D32C-94D5-4042-94908784A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ED48962C-F8A9-4CCE-1EA1-8CEC91D63391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1C086D12-604F-3C2B-B89D-E6976AF81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9DC8A3C6-AAB7-4A13-93EA-06E7CDA1E36F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81023B25-4EF4-991B-D0C5-CB4714F78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6A5F7547-2BD3-A8AB-939A-8C8BAA4571A1}"/>
              </a:ext>
            </a:extLst>
          </p:cNvPr>
          <p:cNvCxnSpPr>
            <a:cxnSpLocks/>
          </p:cNvCxnSpPr>
          <p:nvPr/>
        </p:nvCxnSpPr>
        <p:spPr>
          <a:xfrm>
            <a:off x="13477976" y="9155792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712DE035-51C8-3302-CD11-28624A913AC4}"/>
              </a:ext>
            </a:extLst>
          </p:cNvPr>
          <p:cNvCxnSpPr>
            <a:cxnSpLocks/>
          </p:cNvCxnSpPr>
          <p:nvPr/>
        </p:nvCxnSpPr>
        <p:spPr>
          <a:xfrm flipH="1" flipV="1">
            <a:off x="13477976" y="9265112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5C7AB4F-06F5-9BF9-BACC-2B9D869DF9ED}"/>
              </a:ext>
            </a:extLst>
          </p:cNvPr>
          <p:cNvCxnSpPr>
            <a:cxnSpLocks/>
          </p:cNvCxnSpPr>
          <p:nvPr/>
        </p:nvCxnSpPr>
        <p:spPr>
          <a:xfrm>
            <a:off x="13437286" y="9802443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58F15CF8-42E4-6EC4-121D-B75591712439}"/>
              </a:ext>
            </a:extLst>
          </p:cNvPr>
          <p:cNvCxnSpPr>
            <a:cxnSpLocks/>
          </p:cNvCxnSpPr>
          <p:nvPr/>
        </p:nvCxnSpPr>
        <p:spPr>
          <a:xfrm flipH="1" flipV="1">
            <a:off x="13437286" y="9911763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33F628D9-B38A-341C-F231-FA74A28E5051}"/>
              </a:ext>
            </a:extLst>
          </p:cNvPr>
          <p:cNvCxnSpPr>
            <a:cxnSpLocks/>
          </p:cNvCxnSpPr>
          <p:nvPr/>
        </p:nvCxnSpPr>
        <p:spPr>
          <a:xfrm>
            <a:off x="13628044" y="10089267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BF2A697D-BFE1-47C6-140F-C9AAB494B7AA}"/>
              </a:ext>
            </a:extLst>
          </p:cNvPr>
          <p:cNvCxnSpPr>
            <a:cxnSpLocks/>
          </p:cNvCxnSpPr>
          <p:nvPr/>
        </p:nvCxnSpPr>
        <p:spPr>
          <a:xfrm flipH="1" flipV="1">
            <a:off x="13628044" y="10198587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1625388A-7CEF-8EDA-E07D-6919E2809F1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213645D2-7F1D-EA73-F530-AA9FB2E4D0B2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91BD516-072E-1118-BF0F-4E3C35010AC6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C78930ED-2572-D957-D7AE-CAC64FAEE06E}"/>
              </a:ext>
            </a:extLst>
          </p:cNvPr>
          <p:cNvSpPr/>
          <p:nvPr/>
        </p:nvSpPr>
        <p:spPr>
          <a:xfrm>
            <a:off x="7595357" y="67319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03EC3592-4B8C-732E-21C0-5FA6F2685287}"/>
              </a:ext>
            </a:extLst>
          </p:cNvPr>
          <p:cNvSpPr/>
          <p:nvPr/>
        </p:nvSpPr>
        <p:spPr>
          <a:xfrm>
            <a:off x="6192109" y="765793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22EB1474-4640-7B89-9E70-7FE83BF7E979}"/>
              </a:ext>
            </a:extLst>
          </p:cNvPr>
          <p:cNvSpPr/>
          <p:nvPr/>
        </p:nvSpPr>
        <p:spPr>
          <a:xfrm>
            <a:off x="6515110" y="759597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3CA521EA-B2DC-EDC9-C3F0-BA52C8347DF9}"/>
              </a:ext>
            </a:extLst>
          </p:cNvPr>
          <p:cNvSpPr/>
          <p:nvPr/>
        </p:nvSpPr>
        <p:spPr>
          <a:xfrm>
            <a:off x="6747585" y="752076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EB66A8EF-DC73-4ED9-4989-15CE49A2A2DF}"/>
              </a:ext>
            </a:extLst>
          </p:cNvPr>
          <p:cNvSpPr/>
          <p:nvPr/>
        </p:nvSpPr>
        <p:spPr>
          <a:xfrm>
            <a:off x="7168306" y="74738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E0BE8C61-5A67-3FFD-72BC-8736926B31B8}"/>
              </a:ext>
            </a:extLst>
          </p:cNvPr>
          <p:cNvSpPr/>
          <p:nvPr/>
        </p:nvSpPr>
        <p:spPr>
          <a:xfrm>
            <a:off x="7387253" y="73783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8997C76-1568-F55C-B54B-2677EC77ACCC}"/>
              </a:ext>
            </a:extLst>
          </p:cNvPr>
          <p:cNvSpPr/>
          <p:nvPr/>
        </p:nvSpPr>
        <p:spPr>
          <a:xfrm>
            <a:off x="11660276" y="919809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31082FEB-7976-1B31-7B00-FBAB23EC7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1403" y="9262517"/>
            <a:ext cx="166165" cy="174914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EA2D8564-9429-570B-3277-85D11942C7B2}"/>
              </a:ext>
            </a:extLst>
          </p:cNvPr>
          <p:cNvSpPr/>
          <p:nvPr/>
        </p:nvSpPr>
        <p:spPr>
          <a:xfrm>
            <a:off x="3878782" y="6764449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ValidationOrchestrator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InterpretationFunction =&gt; ValidationFunction [*]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F38DE0A-13CE-BE41-2030-9C8DBBED9F88}"/>
              </a:ext>
            </a:extLst>
          </p:cNvPr>
          <p:cNvSpPr/>
          <p:nvPr/>
        </p:nvSpPr>
        <p:spPr>
          <a:xfrm>
            <a:off x="9088579" y="9884446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ImplementationOrchestrator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ErrorCode =&gt; ImplementationFunction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5B5C0C9B-A6E9-0A3A-D646-0EA728CAC858}"/>
              </a:ext>
            </a:extLst>
          </p:cNvPr>
          <p:cNvSpPr/>
          <p:nvPr/>
        </p:nvSpPr>
        <p:spPr>
          <a:xfrm>
            <a:off x="12565277" y="6399671"/>
            <a:ext cx="2273458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MeasurementFunctions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need list of ErrorCodes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8851DA-5898-3874-E286-40857037068A}"/>
              </a:ext>
            </a:extLst>
          </p:cNvPr>
          <p:cNvSpPr/>
          <p:nvPr/>
        </p:nvSpPr>
        <p:spPr>
          <a:xfrm>
            <a:off x="9317812" y="4742089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Autonomous Functions (and other Functions)</a:t>
            </a:r>
            <a:br>
              <a:rPr lang="de-DE" sz="1200">
                <a:solidFill>
                  <a:schemeClr val="tx1"/>
                </a:solidFill>
              </a:rPr>
            </a:br>
            <a:r>
              <a:rPr lang="de-DE" sz="1200">
                <a:solidFill>
                  <a:schemeClr val="tx1"/>
                </a:solidFill>
              </a:rPr>
              <a:t>need Configuration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BDE2DBEC-4DDC-A927-BA50-B153AF2B50D8}"/>
              </a:ext>
            </a:extLst>
          </p:cNvPr>
          <p:cNvSpPr txBox="1"/>
          <p:nvPr/>
        </p:nvSpPr>
        <p:spPr>
          <a:xfrm>
            <a:off x="16096343" y="3338286"/>
            <a:ext cx="699588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What do we need to implement?</a:t>
            </a:r>
          </a:p>
          <a:p>
            <a:r>
              <a:rPr lang="de-DE"/>
              <a:t>(short steps from stable to stable identified by needed ErrorCode)</a:t>
            </a:r>
          </a:p>
          <a:p>
            <a:endParaRPr lang="de-DE"/>
          </a:p>
          <a:p>
            <a:r>
              <a:rPr lang="de-DE"/>
              <a:t>What can we measure?</a:t>
            </a:r>
          </a:p>
          <a:p>
            <a:r>
              <a:rPr lang="de-DE"/>
              <a:t>(Findings identified by provided ErrorCode)</a:t>
            </a:r>
          </a:p>
          <a:p>
            <a:endParaRPr lang="de-DE"/>
          </a:p>
          <a:p>
            <a:r>
              <a:rPr lang="de-DE"/>
              <a:t>Is every needed ErrorCode covered by a provided ErrorCode?</a:t>
            </a:r>
          </a:p>
          <a:p>
            <a:endParaRPr lang="de-DE"/>
          </a:p>
          <a:p>
            <a:endParaRPr lang="de-DE"/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8691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298A7998-A218-5A29-8FE8-D3FACE19CF61}"/>
              </a:ext>
            </a:extLst>
          </p:cNvPr>
          <p:cNvSpPr txBox="1"/>
          <p:nvPr/>
        </p:nvSpPr>
        <p:spPr>
          <a:xfrm>
            <a:off x="7248698" y="5037512"/>
            <a:ext cx="219335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/>
              <a:t>outdated</a:t>
            </a:r>
          </a:p>
        </p:txBody>
      </p:sp>
    </p:spTree>
    <p:extLst>
      <p:ext uri="{BB962C8B-B14F-4D97-AF65-F5344CB8AC3E}">
        <p14:creationId xmlns:p14="http://schemas.microsoft.com/office/powerpoint/2010/main" val="27229352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hteck 289">
            <a:extLst>
              <a:ext uri="{FF2B5EF4-FFF2-40B4-BE49-F238E27FC236}">
                <a16:creationId xmlns:a16="http://schemas.microsoft.com/office/drawing/2014/main" id="{AD55E515-56A7-41AB-80D9-5F2EEBA06909}"/>
              </a:ext>
            </a:extLst>
          </p:cNvPr>
          <p:cNvSpPr/>
          <p:nvPr/>
        </p:nvSpPr>
        <p:spPr>
          <a:xfrm>
            <a:off x="2547947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9" name="Rechteck 288">
            <a:extLst>
              <a:ext uri="{FF2B5EF4-FFF2-40B4-BE49-F238E27FC236}">
                <a16:creationId xmlns:a16="http://schemas.microsoft.com/office/drawing/2014/main" id="{F7F77AA1-771F-42F7-8FB9-D67AE4A16483}"/>
              </a:ext>
            </a:extLst>
          </p:cNvPr>
          <p:cNvSpPr/>
          <p:nvPr/>
        </p:nvSpPr>
        <p:spPr>
          <a:xfrm>
            <a:off x="12156294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5695840" y="7526337"/>
            <a:ext cx="6629959" cy="4343400"/>
          </a:xfrm>
          <a:prstGeom prst="rect">
            <a:avLst/>
          </a:prstGeom>
          <a:solidFill>
            <a:srgbClr val="00B0F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grpSp>
        <p:nvGrpSpPr>
          <p:cNvPr id="287" name="Gruppieren 286">
            <a:extLst>
              <a:ext uri="{FF2B5EF4-FFF2-40B4-BE49-F238E27FC236}">
                <a16:creationId xmlns:a16="http://schemas.microsoft.com/office/drawing/2014/main" id="{F10524AF-7993-403E-9151-7990C002DAC3}"/>
              </a:ext>
            </a:extLst>
          </p:cNvPr>
          <p:cNvGrpSpPr/>
          <p:nvPr/>
        </p:nvGrpSpPr>
        <p:grpSpPr>
          <a:xfrm>
            <a:off x="6133073" y="3563937"/>
            <a:ext cx="11204167" cy="8305800"/>
            <a:chOff x="5066703" y="863600"/>
            <a:chExt cx="11204167" cy="8305800"/>
          </a:xfrm>
        </p:grpSpPr>
        <p:sp>
          <p:nvSpPr>
            <p:cNvPr id="281" name="Rechteck 280">
              <a:extLst>
                <a:ext uri="{FF2B5EF4-FFF2-40B4-BE49-F238E27FC236}">
                  <a16:creationId xmlns:a16="http://schemas.microsoft.com/office/drawing/2014/main" id="{2D320F09-9AA6-A469-D6F0-BE4E94481CB3}"/>
                </a:ext>
              </a:extLst>
            </p:cNvPr>
            <p:cNvSpPr/>
            <p:nvPr/>
          </p:nvSpPr>
          <p:spPr>
            <a:xfrm>
              <a:off x="5066703" y="863600"/>
              <a:ext cx="8738197" cy="8305800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chemeClr val="tx1"/>
                  </a:solidFill>
                </a:rPr>
                <a:t>MediatorVM</a:t>
              </a:r>
            </a:p>
          </p:txBody>
        </p:sp>
        <p:sp>
          <p:nvSpPr>
            <p:cNvPr id="282" name="Rechteck 281">
              <a:extLst>
                <a:ext uri="{FF2B5EF4-FFF2-40B4-BE49-F238E27FC236}">
                  <a16:creationId xmlns:a16="http://schemas.microsoft.com/office/drawing/2014/main" id="{C9453577-A74B-CA25-645C-51DCBD053ABB}"/>
                </a:ext>
              </a:extLst>
            </p:cNvPr>
            <p:cNvSpPr/>
            <p:nvPr/>
          </p:nvSpPr>
          <p:spPr>
            <a:xfrm>
              <a:off x="13804900" y="863600"/>
              <a:ext cx="2465970" cy="2986805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endParaRPr lang="de-DE" sz="1400">
                <a:solidFill>
                  <a:schemeClr val="tx1"/>
                </a:solidFill>
              </a:endParaRPr>
            </a:p>
          </p:txBody>
        </p:sp>
      </p:grp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272858" y="8132719"/>
            <a:ext cx="8496789" cy="363833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 [*]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1066369" y="3563937"/>
            <a:ext cx="4283165" cy="8305800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1147738" y="8923180"/>
            <a:ext cx="4084142" cy="285294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 [*]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1255322" y="39462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1255322" y="91594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1255322" y="1041369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1523969" y="43918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1523969" y="960500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2344788" y="104144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2344788" y="1113470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1792618" y="10636477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1792618" y="10636480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0E6B0DC9-48D2-9B58-0F1D-1EA4D398F1D3}"/>
              </a:ext>
            </a:extLst>
          </p:cNvPr>
          <p:cNvSpPr/>
          <p:nvPr/>
        </p:nvSpPr>
        <p:spPr>
          <a:xfrm>
            <a:off x="2344785" y="4053743"/>
            <a:ext cx="14711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externalLabel=controllerName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3506238" y="11357494"/>
            <a:ext cx="571738" cy="3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25DCB85E-D87D-CC40-1FF0-DD6FDC0AF410}"/>
              </a:ext>
            </a:extLst>
          </p:cNvPr>
          <p:cNvCxnSpPr>
            <a:cxnSpLocks/>
            <a:stCxn id="56" idx="3"/>
            <a:endCxn id="67" idx="1"/>
          </p:cNvCxnSpPr>
          <p:nvPr/>
        </p:nvCxnSpPr>
        <p:spPr>
          <a:xfrm>
            <a:off x="1792621" y="4169026"/>
            <a:ext cx="552167" cy="52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4077979" y="11140728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4077979" y="10413854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3506238" y="10569909"/>
            <a:ext cx="571738" cy="673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313512" y="104167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313512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10761341" y="1063629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10761341" y="1063628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stCxn id="17" idx="3"/>
            <a:endCxn id="27" idx="1"/>
          </p:cNvCxnSpPr>
          <p:nvPr/>
        </p:nvCxnSpPr>
        <p:spPr>
          <a:xfrm>
            <a:off x="12474962" y="11359812"/>
            <a:ext cx="571738" cy="64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046700" y="11145646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8510426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8510426" y="104160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9671876" y="1063629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9671876" y="1063628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510989" y="1113370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 flipV="1">
            <a:off x="7936821" y="11349950"/>
            <a:ext cx="573602" cy="98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510989" y="10127098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7936821" y="10310929"/>
            <a:ext cx="573602" cy="3278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046700" y="104161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2474962" y="10584207"/>
            <a:ext cx="571738" cy="553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224045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224045" y="91613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10224045" y="1041350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0492692" y="43936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10492692" y="960689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8510425" y="57356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8510425" y="71776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8510425" y="64566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9671878" y="6679424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9671878" y="740044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9671878" y="595841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510988" y="4503195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6510988" y="4858710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operation-key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510988" y="6688555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description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localProtocol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7936820" y="7030495"/>
            <a:ext cx="573602" cy="3699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510988" y="5604036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dataUpdatePeriod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releaseList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7936820" y="5211035"/>
            <a:ext cx="573602" cy="7473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7936820" y="4667037"/>
            <a:ext cx="573602" cy="129137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7936820" y="6129778"/>
            <a:ext cx="573602" cy="54964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1570031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2916017" y="395255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10761344" y="4170906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2107330" y="417090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123848" y="396769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operationalState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9549680" y="413154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4007234" y="396381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 err="1">
                <a:solidFill>
                  <a:prstClr val="white"/>
                </a:solidFill>
                <a:latin typeface="Calibri" panose="020F0502020204030204"/>
              </a:rPr>
              <a:t>StringProfile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3453313" y="417534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5743635" y="3988189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stringName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5743635" y="47160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stringValue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5168687" y="4186602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5168687" y="418660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1570030" y="52023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0492695" y="43936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1570030" y="847760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1838677" y="5647950"/>
            <a:ext cx="0" cy="28296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3046700" y="8536254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2107326" y="8700395"/>
            <a:ext cx="939374" cy="38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9" name="Abgerundetes Rechteck 2">
            <a:extLst>
              <a:ext uri="{FF2B5EF4-FFF2-40B4-BE49-F238E27FC236}">
                <a16:creationId xmlns:a16="http://schemas.microsoft.com/office/drawing/2014/main" id="{B08CDC80-9681-7C36-4CBD-B2099103EA1A}"/>
              </a:ext>
            </a:extLst>
          </p:cNvPr>
          <p:cNvSpPr/>
          <p:nvPr/>
        </p:nvSpPr>
        <p:spPr>
          <a:xfrm>
            <a:off x="11570030" y="959210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FCP</a:t>
            </a:r>
          </a:p>
        </p:txBody>
      </p:sp>
      <p:cxnSp>
        <p:nvCxnSpPr>
          <p:cNvPr id="202" name="Gerade Verbindung mit Pfeil 201">
            <a:extLst>
              <a:ext uri="{FF2B5EF4-FFF2-40B4-BE49-F238E27FC236}">
                <a16:creationId xmlns:a16="http://schemas.microsoft.com/office/drawing/2014/main" id="{71E46005-C51C-4CCB-EF13-C0C55DA3B420}"/>
              </a:ext>
            </a:extLst>
          </p:cNvPr>
          <p:cNvCxnSpPr>
            <a:cxnSpLocks/>
            <a:stCxn id="183" idx="2"/>
            <a:endCxn id="199" idx="0"/>
          </p:cNvCxnSpPr>
          <p:nvPr/>
        </p:nvCxnSpPr>
        <p:spPr>
          <a:xfrm>
            <a:off x="11838677" y="8923181"/>
            <a:ext cx="0" cy="6689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99" idx="1"/>
            <a:endCxn id="131" idx="3"/>
          </p:cNvCxnSpPr>
          <p:nvPr/>
        </p:nvCxnSpPr>
        <p:spPr>
          <a:xfrm flipH="1">
            <a:off x="10761341" y="9814892"/>
            <a:ext cx="808686" cy="8213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0" name="Rechteck 209">
            <a:extLst>
              <a:ext uri="{FF2B5EF4-FFF2-40B4-BE49-F238E27FC236}">
                <a16:creationId xmlns:a16="http://schemas.microsoft.com/office/drawing/2014/main" id="{9BC48371-0AF2-465F-826E-D379F9BB6507}"/>
              </a:ext>
            </a:extLst>
          </p:cNvPr>
          <p:cNvSpPr/>
          <p:nvPr/>
        </p:nvSpPr>
        <p:spPr>
          <a:xfrm>
            <a:off x="6510988" y="10538335"/>
            <a:ext cx="1425832" cy="30748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>
                <a:solidFill>
                  <a:prstClr val="black"/>
                </a:solidFill>
                <a:latin typeface="Calibri" panose="020F0502020204030204"/>
              </a:rPr>
              <a:t>Status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interfaceStatus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11" name="Gerade Verbindung mit Pfeil 210">
            <a:extLst>
              <a:ext uri="{FF2B5EF4-FFF2-40B4-BE49-F238E27FC236}">
                <a16:creationId xmlns:a16="http://schemas.microsoft.com/office/drawing/2014/main" id="{FD15BF2E-431D-FF86-B0A9-F508E3870F53}"/>
              </a:ext>
            </a:extLst>
          </p:cNvPr>
          <p:cNvCxnSpPr>
            <a:cxnSpLocks/>
            <a:stCxn id="29" idx="1"/>
            <a:endCxn id="210" idx="3"/>
          </p:cNvCxnSpPr>
          <p:nvPr/>
        </p:nvCxnSpPr>
        <p:spPr>
          <a:xfrm flipH="1">
            <a:off x="7936823" y="10638795"/>
            <a:ext cx="573603" cy="532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19582208" y="79038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19582208" y="915807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19582208" y="104123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19850854" y="8349392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19850854" y="9603654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7868588" y="111333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7868588" y="104123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19030037" y="10635124"/>
            <a:ext cx="552168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19030037" y="10635127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5869151" y="1113003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 flipV="1">
            <a:off x="17294983" y="11346513"/>
            <a:ext cx="573602" cy="96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5869151" y="1039983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7294983" y="10635127"/>
            <a:ext cx="573602" cy="209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20671671" y="790318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3"/>
            <a:endCxn id="241" idx="1"/>
          </p:cNvCxnSpPr>
          <p:nvPr/>
        </p:nvCxnSpPr>
        <p:spPr>
          <a:xfrm flipV="1">
            <a:off x="20119507" y="8125970"/>
            <a:ext cx="552167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5" name="Abgerundetes Rechteck 1">
            <a:extLst>
              <a:ext uri="{FF2B5EF4-FFF2-40B4-BE49-F238E27FC236}">
                <a16:creationId xmlns:a16="http://schemas.microsoft.com/office/drawing/2014/main" id="{0624A5C3-D3B9-BB7E-0BD0-0012F0BB8FBE}"/>
              </a:ext>
            </a:extLst>
          </p:cNvPr>
          <p:cNvSpPr/>
          <p:nvPr/>
        </p:nvSpPr>
        <p:spPr>
          <a:xfrm>
            <a:off x="15034850" y="1198205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6" name="Abgerundetes Rechteck 2">
            <a:extLst>
              <a:ext uri="{FF2B5EF4-FFF2-40B4-BE49-F238E27FC236}">
                <a16:creationId xmlns:a16="http://schemas.microsoft.com/office/drawing/2014/main" id="{5FD1B592-B627-5A5A-AA41-A7B91547AE68}"/>
              </a:ext>
            </a:extLst>
          </p:cNvPr>
          <p:cNvSpPr/>
          <p:nvPr/>
        </p:nvSpPr>
        <p:spPr>
          <a:xfrm>
            <a:off x="15034850" y="1323631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57" name="Gerade Verbindung mit Pfeil 256">
            <a:extLst>
              <a:ext uri="{FF2B5EF4-FFF2-40B4-BE49-F238E27FC236}">
                <a16:creationId xmlns:a16="http://schemas.microsoft.com/office/drawing/2014/main" id="{B48E44D1-8330-80C7-3E84-A5EF43DBA4E1}"/>
              </a:ext>
            </a:extLst>
          </p:cNvPr>
          <p:cNvCxnSpPr>
            <a:stCxn id="255" idx="2"/>
            <a:endCxn id="256" idx="0"/>
          </p:cNvCxnSpPr>
          <p:nvPr/>
        </p:nvCxnSpPr>
        <p:spPr>
          <a:xfrm>
            <a:off x="15303496" y="12427627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8" name="Abgerundetes Rechteck 8">
            <a:extLst>
              <a:ext uri="{FF2B5EF4-FFF2-40B4-BE49-F238E27FC236}">
                <a16:creationId xmlns:a16="http://schemas.microsoft.com/office/drawing/2014/main" id="{1DB5ECCE-0529-9E73-AE92-2C49B712E8E7}"/>
              </a:ext>
            </a:extLst>
          </p:cNvPr>
          <p:cNvSpPr/>
          <p:nvPr/>
        </p:nvSpPr>
        <p:spPr>
          <a:xfrm>
            <a:off x="16124315" y="1322092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[1]</a:t>
            </a:r>
          </a:p>
        </p:txBody>
      </p:sp>
      <p:cxnSp>
        <p:nvCxnSpPr>
          <p:cNvPr id="259" name="Gerade Verbindung mit Pfeil 258">
            <a:extLst>
              <a:ext uri="{FF2B5EF4-FFF2-40B4-BE49-F238E27FC236}">
                <a16:creationId xmlns:a16="http://schemas.microsoft.com/office/drawing/2014/main" id="{48192E11-C1F9-7526-1DD7-BDA73B10C866}"/>
              </a:ext>
            </a:extLst>
          </p:cNvPr>
          <p:cNvCxnSpPr>
            <a:cxnSpLocks/>
            <a:stCxn id="258" idx="1"/>
            <a:endCxn id="256" idx="3"/>
          </p:cNvCxnSpPr>
          <p:nvPr/>
        </p:nvCxnSpPr>
        <p:spPr>
          <a:xfrm flipH="1">
            <a:off x="15572146" y="13443706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0" name="Abgerundetes Rechteck 89">
            <a:extLst>
              <a:ext uri="{FF2B5EF4-FFF2-40B4-BE49-F238E27FC236}">
                <a16:creationId xmlns:a16="http://schemas.microsoft.com/office/drawing/2014/main" id="{B422358F-0F33-890D-60EB-ADF8DB6F886F}"/>
              </a:ext>
            </a:extLst>
          </p:cNvPr>
          <p:cNvSpPr/>
          <p:nvPr/>
        </p:nvSpPr>
        <p:spPr>
          <a:xfrm>
            <a:off x="13322225" y="1322306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135B6C77-E883-AABF-A35F-24D77B29B66F}"/>
              </a:ext>
            </a:extLst>
          </p:cNvPr>
          <p:cNvCxnSpPr>
            <a:cxnSpLocks/>
            <a:stCxn id="260" idx="3"/>
            <a:endCxn id="256" idx="1"/>
          </p:cNvCxnSpPr>
          <p:nvPr/>
        </p:nvCxnSpPr>
        <p:spPr>
          <a:xfrm>
            <a:off x="14483675" y="13445850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2" name="Rechteck 261">
            <a:extLst>
              <a:ext uri="{FF2B5EF4-FFF2-40B4-BE49-F238E27FC236}">
                <a16:creationId xmlns:a16="http://schemas.microsoft.com/office/drawing/2014/main" id="{87873D30-2BDD-9834-C7A7-EA52C14A631E}"/>
              </a:ext>
            </a:extLst>
          </p:cNvPr>
          <p:cNvSpPr/>
          <p:nvPr/>
        </p:nvSpPr>
        <p:spPr>
          <a:xfrm>
            <a:off x="17857502" y="13222132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63" name="Gerade Verbindung mit Pfeil 262">
            <a:extLst>
              <a:ext uri="{FF2B5EF4-FFF2-40B4-BE49-F238E27FC236}">
                <a16:creationId xmlns:a16="http://schemas.microsoft.com/office/drawing/2014/main" id="{94D7A550-857D-353A-FF4B-C684C85B73B7}"/>
              </a:ext>
            </a:extLst>
          </p:cNvPr>
          <p:cNvCxnSpPr>
            <a:cxnSpLocks/>
            <a:stCxn id="258" idx="3"/>
            <a:endCxn id="262" idx="1"/>
          </p:cNvCxnSpPr>
          <p:nvPr/>
        </p:nvCxnSpPr>
        <p:spPr>
          <a:xfrm flipV="1">
            <a:off x="17285768" y="13438132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4" name="Rechteck 263">
            <a:extLst>
              <a:ext uri="{FF2B5EF4-FFF2-40B4-BE49-F238E27FC236}">
                <a16:creationId xmlns:a16="http://schemas.microsoft.com/office/drawing/2014/main" id="{EBFEF96A-5427-2197-E648-918795AE37B3}"/>
              </a:ext>
            </a:extLst>
          </p:cNvPr>
          <p:cNvSpPr/>
          <p:nvPr/>
        </p:nvSpPr>
        <p:spPr>
          <a:xfrm>
            <a:off x="12298883" y="13225909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65" name="Gerade Verbindung mit Pfeil 264">
            <a:extLst>
              <a:ext uri="{FF2B5EF4-FFF2-40B4-BE49-F238E27FC236}">
                <a16:creationId xmlns:a16="http://schemas.microsoft.com/office/drawing/2014/main" id="{91102010-72C4-FF4E-77F7-A592036BAC6A}"/>
              </a:ext>
            </a:extLst>
          </p:cNvPr>
          <p:cNvCxnSpPr>
            <a:cxnSpLocks/>
            <a:stCxn id="260" idx="1"/>
            <a:endCxn id="264" idx="3"/>
          </p:cNvCxnSpPr>
          <p:nvPr/>
        </p:nvCxnSpPr>
        <p:spPr>
          <a:xfrm flipH="1" flipV="1">
            <a:off x="12730886" y="13442389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6" name="Abgerundetes Rechteck 1">
            <a:extLst>
              <a:ext uri="{FF2B5EF4-FFF2-40B4-BE49-F238E27FC236}">
                <a16:creationId xmlns:a16="http://schemas.microsoft.com/office/drawing/2014/main" id="{B5F6C23A-180F-DEDC-F09E-C8DCBAB3658B}"/>
              </a:ext>
            </a:extLst>
          </p:cNvPr>
          <p:cNvSpPr/>
          <p:nvPr/>
        </p:nvSpPr>
        <p:spPr>
          <a:xfrm>
            <a:off x="5439973" y="1196412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67" name="Abgerundetes Rechteck 2">
            <a:extLst>
              <a:ext uri="{FF2B5EF4-FFF2-40B4-BE49-F238E27FC236}">
                <a16:creationId xmlns:a16="http://schemas.microsoft.com/office/drawing/2014/main" id="{9985935D-8D52-01AF-312B-9F91D95BB509}"/>
              </a:ext>
            </a:extLst>
          </p:cNvPr>
          <p:cNvSpPr/>
          <p:nvPr/>
        </p:nvSpPr>
        <p:spPr>
          <a:xfrm>
            <a:off x="5439973" y="1321838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68" name="Gerade Verbindung mit Pfeil 267">
            <a:extLst>
              <a:ext uri="{FF2B5EF4-FFF2-40B4-BE49-F238E27FC236}">
                <a16:creationId xmlns:a16="http://schemas.microsoft.com/office/drawing/2014/main" id="{A2807A54-9F60-B09B-A668-827575138DB5}"/>
              </a:ext>
            </a:extLst>
          </p:cNvPr>
          <p:cNvCxnSpPr>
            <a:stCxn id="266" idx="2"/>
            <a:endCxn id="267" idx="0"/>
          </p:cNvCxnSpPr>
          <p:nvPr/>
        </p:nvCxnSpPr>
        <p:spPr>
          <a:xfrm>
            <a:off x="5708619" y="12409699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9" name="Abgerundetes Rechteck 8">
            <a:extLst>
              <a:ext uri="{FF2B5EF4-FFF2-40B4-BE49-F238E27FC236}">
                <a16:creationId xmlns:a16="http://schemas.microsoft.com/office/drawing/2014/main" id="{AD2F12B9-6272-42FF-221E-C3C61690E8DD}"/>
              </a:ext>
            </a:extLst>
          </p:cNvPr>
          <p:cNvSpPr/>
          <p:nvPr/>
        </p:nvSpPr>
        <p:spPr>
          <a:xfrm>
            <a:off x="6529438" y="1320299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270" name="Gerade Verbindung mit Pfeil 269">
            <a:extLst>
              <a:ext uri="{FF2B5EF4-FFF2-40B4-BE49-F238E27FC236}">
                <a16:creationId xmlns:a16="http://schemas.microsoft.com/office/drawing/2014/main" id="{93A98F19-9A41-C011-58EF-3E80CE45C755}"/>
              </a:ext>
            </a:extLst>
          </p:cNvPr>
          <p:cNvCxnSpPr>
            <a:cxnSpLocks/>
            <a:stCxn id="269" idx="1"/>
            <a:endCxn id="267" idx="3"/>
          </p:cNvCxnSpPr>
          <p:nvPr/>
        </p:nvCxnSpPr>
        <p:spPr>
          <a:xfrm flipH="1">
            <a:off x="5977269" y="13425778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1" name="Abgerundetes Rechteck 89">
            <a:extLst>
              <a:ext uri="{FF2B5EF4-FFF2-40B4-BE49-F238E27FC236}">
                <a16:creationId xmlns:a16="http://schemas.microsoft.com/office/drawing/2014/main" id="{D3682311-09F4-75FF-E492-B072762E8AE2}"/>
              </a:ext>
            </a:extLst>
          </p:cNvPr>
          <p:cNvSpPr/>
          <p:nvPr/>
        </p:nvSpPr>
        <p:spPr>
          <a:xfrm>
            <a:off x="3727348" y="1320513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F968136D-DA1C-FDD9-C94E-320407CB7B47}"/>
              </a:ext>
            </a:extLst>
          </p:cNvPr>
          <p:cNvCxnSpPr>
            <a:cxnSpLocks/>
            <a:stCxn id="271" idx="3"/>
            <a:endCxn id="267" idx="1"/>
          </p:cNvCxnSpPr>
          <p:nvPr/>
        </p:nvCxnSpPr>
        <p:spPr>
          <a:xfrm>
            <a:off x="4888798" y="13427922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3" name="Rechteck 272">
            <a:extLst>
              <a:ext uri="{FF2B5EF4-FFF2-40B4-BE49-F238E27FC236}">
                <a16:creationId xmlns:a16="http://schemas.microsoft.com/office/drawing/2014/main" id="{771A5464-1E30-00C6-4AFD-A73D41A929FC}"/>
              </a:ext>
            </a:extLst>
          </p:cNvPr>
          <p:cNvSpPr/>
          <p:nvPr/>
        </p:nvSpPr>
        <p:spPr>
          <a:xfrm>
            <a:off x="8262625" y="13204204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74" name="Gerade Verbindung mit Pfeil 273">
            <a:extLst>
              <a:ext uri="{FF2B5EF4-FFF2-40B4-BE49-F238E27FC236}">
                <a16:creationId xmlns:a16="http://schemas.microsoft.com/office/drawing/2014/main" id="{EC7C8802-3E9D-E370-EA0D-2699CDEFB92A}"/>
              </a:ext>
            </a:extLst>
          </p:cNvPr>
          <p:cNvCxnSpPr>
            <a:cxnSpLocks/>
            <a:stCxn id="269" idx="3"/>
            <a:endCxn id="273" idx="1"/>
          </p:cNvCxnSpPr>
          <p:nvPr/>
        </p:nvCxnSpPr>
        <p:spPr>
          <a:xfrm flipV="1">
            <a:off x="7690891" y="13420204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5" name="Rechteck 274">
            <a:extLst>
              <a:ext uri="{FF2B5EF4-FFF2-40B4-BE49-F238E27FC236}">
                <a16:creationId xmlns:a16="http://schemas.microsoft.com/office/drawing/2014/main" id="{FF45B9B1-440A-4FCD-45D5-59915C7C53C8}"/>
              </a:ext>
            </a:extLst>
          </p:cNvPr>
          <p:cNvSpPr/>
          <p:nvPr/>
        </p:nvSpPr>
        <p:spPr>
          <a:xfrm>
            <a:off x="2704006" y="13207981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76" name="Gerade Verbindung mit Pfeil 275">
            <a:extLst>
              <a:ext uri="{FF2B5EF4-FFF2-40B4-BE49-F238E27FC236}">
                <a16:creationId xmlns:a16="http://schemas.microsoft.com/office/drawing/2014/main" id="{5ADE99BC-C10A-7918-9434-FFD8A652FF10}"/>
              </a:ext>
            </a:extLst>
          </p:cNvPr>
          <p:cNvCxnSpPr>
            <a:cxnSpLocks/>
            <a:stCxn id="271" idx="1"/>
            <a:endCxn id="275" idx="3"/>
          </p:cNvCxnSpPr>
          <p:nvPr/>
        </p:nvCxnSpPr>
        <p:spPr>
          <a:xfrm flipH="1" flipV="1">
            <a:off x="3136009" y="13424461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46DBA9D-E880-728B-E6F0-CC597E215D41}"/>
              </a:ext>
            </a:extLst>
          </p:cNvPr>
          <p:cNvSpPr/>
          <p:nvPr/>
        </p:nvSpPr>
        <p:spPr>
          <a:xfrm>
            <a:off x="6918171" y="12013142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0995353-8E96-46F2-FD06-4585E41DE660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977272" y="12181179"/>
            <a:ext cx="940899" cy="573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AC07F7C7-09C5-CE6A-BB5C-15DF3424A6DB}"/>
              </a:ext>
            </a:extLst>
          </p:cNvPr>
          <p:cNvSpPr/>
          <p:nvPr/>
        </p:nvSpPr>
        <p:spPr>
          <a:xfrm>
            <a:off x="16499387" y="12040386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0C4C5C4-5CF3-C93C-84DF-AFA8E24F54EA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5572146" y="12204841"/>
            <a:ext cx="927238" cy="35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561605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5240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59566" y="2059157"/>
            <a:ext cx="17091659" cy="6855221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8911872"/>
            <a:ext cx="5507681" cy="303406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739751" y="3640137"/>
            <a:ext cx="3160888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7392958" y="7602537"/>
            <a:ext cx="5507681" cy="130933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364013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2" name="Rechteck 281">
            <a:extLst>
              <a:ext uri="{FF2B5EF4-FFF2-40B4-BE49-F238E27FC236}">
                <a16:creationId xmlns:a16="http://schemas.microsoft.com/office/drawing/2014/main" id="{C9453577-A74B-CA25-645C-51DCBD053ABB}"/>
              </a:ext>
            </a:extLst>
          </p:cNvPr>
          <p:cNvSpPr/>
          <p:nvPr/>
        </p:nvSpPr>
        <p:spPr>
          <a:xfrm>
            <a:off x="15463488" y="3640137"/>
            <a:ext cx="2465970" cy="298680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65076" y="8916885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364013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8916885"/>
            <a:ext cx="4084142" cy="29354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40224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681936" y="92356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681936" y="1048989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950583" y="44680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950583" y="968120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04906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122260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1219232" y="10712677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1219235" y="10712677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1437558"/>
            <a:ext cx="571739" cy="78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504593" y="11216928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Ins="72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504593" y="10553552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0709607"/>
            <a:ext cx="571738" cy="38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04929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11353559" y="1071249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11353559" y="1071248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1436012"/>
            <a:ext cx="571735" cy="11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638918" y="11215496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04922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10264094" y="1071249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10264094" y="1071248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7103207" y="1122260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9" y="11436012"/>
            <a:ext cx="573605" cy="283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7103207" y="10530969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9" y="10714797"/>
            <a:ext cx="573605" cy="19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638918" y="1050920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0677243"/>
            <a:ext cx="571735" cy="3853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816263" y="92375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10816263" y="1048970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1084910" y="44698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11084910" y="968309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58118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72538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65328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10264096" y="6755624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10264096" y="747664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10264096" y="603461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7103206" y="4969920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7103206" y="5325435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 dirty="0" err="1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operation-key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7103206" y="7155280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description 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localProtocol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>
            <a:off x="8529038" y="7476641"/>
            <a:ext cx="573605" cy="205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7103206" y="6070761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  (?)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 (?)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dataUpdatePeriod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ownerName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releaseList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8529038" y="5677763"/>
            <a:ext cx="573605" cy="35684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8529038" y="5133759"/>
            <a:ext cx="573605" cy="9008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529038" y="6596503"/>
            <a:ext cx="573605" cy="15912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2162249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3508235" y="402875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11353562" y="4247106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2699548" y="424710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404389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operationalState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10141898" y="420774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4599452" y="404001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 err="1">
                <a:solidFill>
                  <a:prstClr val="white"/>
                </a:solidFill>
                <a:latin typeface="Calibri" panose="020F0502020204030204"/>
              </a:rPr>
              <a:t>StringProfile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4045531" y="425154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6335853" y="4064389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stringName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6335853" y="47922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stringValue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5760905" y="4262802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5760905" y="426280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2162248" y="52785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1084913" y="44698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2162248" y="924437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2430898" y="5724150"/>
            <a:ext cx="0" cy="35202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3638918" y="930778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2699547" y="9467161"/>
            <a:ext cx="939371" cy="86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83" idx="2"/>
            <a:endCxn id="29" idx="0"/>
          </p:cNvCxnSpPr>
          <p:nvPr/>
        </p:nvCxnSpPr>
        <p:spPr>
          <a:xfrm flipH="1">
            <a:off x="9683371" y="9689947"/>
            <a:ext cx="2747527" cy="8022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402397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21995606" y="924063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21995606" y="104885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22264255" y="4469543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22264255" y="9686206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12095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04885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20727159" y="10711324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20727159" y="10711325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121893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>
            <a:off x="18992101" y="11432341"/>
            <a:ext cx="573605" cy="30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045667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071132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402333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4246118"/>
            <a:ext cx="578844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81444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ManagementTransportClient [1]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0EBE7C15-7FE1-B46C-122A-2340FCD30A36}"/>
              </a:ext>
            </a:extLst>
          </p:cNvPr>
          <p:cNvCxnSpPr>
            <a:cxnSpLocks/>
            <a:stCxn id="26" idx="1"/>
            <a:endCxn id="58" idx="3"/>
          </p:cNvCxnSpPr>
          <p:nvPr/>
        </p:nvCxnSpPr>
        <p:spPr>
          <a:xfrm flipH="1">
            <a:off x="1219235" y="8367252"/>
            <a:ext cx="552167" cy="23454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504593" y="8210529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8366584"/>
            <a:ext cx="571738" cy="66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81346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ManagementTransportServer [*]</a:t>
            </a:r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6213744-95E9-B36D-D5B8-8FD6CBFDBF62}"/>
              </a:ext>
            </a:extLst>
          </p:cNvPr>
          <p:cNvCxnSpPr>
            <a:cxnSpLocks/>
            <a:stCxn id="39" idx="3"/>
            <a:endCxn id="218" idx="1"/>
          </p:cNvCxnSpPr>
          <p:nvPr/>
        </p:nvCxnSpPr>
        <p:spPr>
          <a:xfrm>
            <a:off x="20704990" y="8357452"/>
            <a:ext cx="1290616" cy="23538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809898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 flipV="1">
            <a:off x="18992792" y="8336370"/>
            <a:ext cx="550745" cy="210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8916885"/>
            <a:ext cx="1930625" cy="3029052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94557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990131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6437313" y="9523393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3"/>
            <a:endCxn id="93" idx="1"/>
          </p:cNvCxnSpPr>
          <p:nvPr/>
        </p:nvCxnSpPr>
        <p:spPr>
          <a:xfrm>
            <a:off x="16167812" y="9678529"/>
            <a:ext cx="269501" cy="12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990131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8529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73086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133251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73086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245817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245817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8914378"/>
            <a:ext cx="1949140" cy="3032399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945702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5741059" y="9524678"/>
            <a:ext cx="824921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3"/>
            <a:endCxn id="214" idx="1"/>
          </p:cNvCxnSpPr>
          <p:nvPr/>
        </p:nvCxnSpPr>
        <p:spPr>
          <a:xfrm>
            <a:off x="5476711" y="9679814"/>
            <a:ext cx="264348" cy="12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990260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990260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81726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207253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383022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815022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223538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177808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051775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050920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4267" y="2658113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2458174"/>
            <a:ext cx="972148" cy="3679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44" name="Gerade Verbindung mit Pfeil 343">
            <a:extLst>
              <a:ext uri="{FF2B5EF4-FFF2-40B4-BE49-F238E27FC236}">
                <a16:creationId xmlns:a16="http://schemas.microsoft.com/office/drawing/2014/main" id="{D28C6540-345B-0998-5400-9316EF1C712C}"/>
              </a:ext>
            </a:extLst>
          </p:cNvPr>
          <p:cNvCxnSpPr>
            <a:cxnSpLocks/>
            <a:stCxn id="183" idx="2"/>
            <a:endCxn id="16" idx="0"/>
          </p:cNvCxnSpPr>
          <p:nvPr/>
        </p:nvCxnSpPr>
        <p:spPr>
          <a:xfrm>
            <a:off x="12430898" y="9689947"/>
            <a:ext cx="55559" cy="8030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7" y="1391397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1559434"/>
            <a:ext cx="976775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0925804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5240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19646" y="2060886"/>
            <a:ext cx="1709165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8963722"/>
            <a:ext cx="5507681" cy="298221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739751" y="3640137"/>
            <a:ext cx="3160888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7392958" y="7602537"/>
            <a:ext cx="5507681" cy="13611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364013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8963723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364013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8972337"/>
            <a:ext cx="4084142" cy="287999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40224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681936" y="92356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950583" y="44680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04906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122260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cxnSpLocks/>
            <a:stCxn id="62" idx="1"/>
            <a:endCxn id="57" idx="3"/>
          </p:cNvCxnSpPr>
          <p:nvPr/>
        </p:nvCxnSpPr>
        <p:spPr>
          <a:xfrm flipH="1" flipV="1">
            <a:off x="1219235" y="9458418"/>
            <a:ext cx="552167" cy="12550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cxnSpLocks/>
            <a:stCxn id="63" idx="1"/>
            <a:endCxn id="57" idx="3"/>
          </p:cNvCxnSpPr>
          <p:nvPr/>
        </p:nvCxnSpPr>
        <p:spPr>
          <a:xfrm flipH="1" flipV="1">
            <a:off x="1219235" y="9458418"/>
            <a:ext cx="552166" cy="19869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2932854" y="11445390"/>
            <a:ext cx="431669" cy="882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3" y="11126441"/>
            <a:ext cx="1293971" cy="65554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</a:t>
            </a:r>
            <a:br>
              <a:rPr lang="de-DE" sz="800" kern="0">
                <a:solidFill>
                  <a:prstClr val="black"/>
                </a:solidFill>
                <a:latin typeface="Calibri" panose="020F0502020204030204"/>
              </a:rPr>
            </a:b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0478705"/>
            <a:ext cx="1305694" cy="5643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</a:t>
            </a:r>
            <a:br>
              <a:rPr lang="de-DE" sz="800" kern="0">
                <a:solidFill>
                  <a:prstClr val="black"/>
                </a:solidFill>
                <a:latin typeface="Calibri" panose="020F0502020204030204"/>
              </a:rPr>
            </a:b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>
            <a:off x="2932855" y="10713455"/>
            <a:ext cx="419945" cy="4743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04929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0" idx="3"/>
          </p:cNvCxnSpPr>
          <p:nvPr/>
        </p:nvCxnSpPr>
        <p:spPr>
          <a:xfrm flipH="1" flipV="1">
            <a:off x="11353562" y="9460301"/>
            <a:ext cx="552168" cy="12554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0" idx="3"/>
          </p:cNvCxnSpPr>
          <p:nvPr/>
        </p:nvCxnSpPr>
        <p:spPr>
          <a:xfrm flipH="1" flipV="1">
            <a:off x="11353562" y="9460301"/>
            <a:ext cx="552168" cy="197571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1436012"/>
            <a:ext cx="571735" cy="6273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638918" y="11222604"/>
            <a:ext cx="1425832" cy="5522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04922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0" idx="1"/>
          </p:cNvCxnSpPr>
          <p:nvPr/>
        </p:nvCxnSpPr>
        <p:spPr>
          <a:xfrm flipV="1">
            <a:off x="10264097" y="9460301"/>
            <a:ext cx="552166" cy="12546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0" idx="1"/>
          </p:cNvCxnSpPr>
          <p:nvPr/>
        </p:nvCxnSpPr>
        <p:spPr>
          <a:xfrm flipV="1">
            <a:off x="10264097" y="9460301"/>
            <a:ext cx="552166" cy="197571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1222604"/>
            <a:ext cx="1537099" cy="55523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1436012"/>
            <a:ext cx="573606" cy="642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0453053"/>
            <a:ext cx="1537099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0675839"/>
            <a:ext cx="573606" cy="391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638918" y="1050920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0677243"/>
            <a:ext cx="571735" cy="3853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816263" y="92375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1084910" y="44698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58118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72538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65328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cxnSpLocks/>
            <a:stCxn id="148" idx="3"/>
            <a:endCxn id="130" idx="1"/>
          </p:cNvCxnSpPr>
          <p:nvPr/>
        </p:nvCxnSpPr>
        <p:spPr>
          <a:xfrm>
            <a:off x="10264096" y="6755624"/>
            <a:ext cx="552167" cy="270467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cxnSpLocks/>
            <a:stCxn id="147" idx="3"/>
            <a:endCxn id="130" idx="1"/>
          </p:cNvCxnSpPr>
          <p:nvPr/>
        </p:nvCxnSpPr>
        <p:spPr>
          <a:xfrm>
            <a:off x="10264096" y="7476641"/>
            <a:ext cx="552167" cy="19836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cxnSpLocks/>
            <a:stCxn id="145" idx="3"/>
            <a:endCxn id="130" idx="1"/>
          </p:cNvCxnSpPr>
          <p:nvPr/>
        </p:nvCxnSpPr>
        <p:spPr>
          <a:xfrm>
            <a:off x="10264096" y="6034607"/>
            <a:ext cx="552167" cy="34256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7103206" y="5879332"/>
            <a:ext cx="1425832" cy="24510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7103206" y="7253855"/>
            <a:ext cx="1425832" cy="34868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529038" y="7428196"/>
            <a:ext cx="573605" cy="4844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7103206" y="6532838"/>
            <a:ext cx="1425832" cy="34868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8529038" y="6001886"/>
            <a:ext cx="573605" cy="3272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529038" y="6707179"/>
            <a:ext cx="573605" cy="4844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4043897"/>
            <a:ext cx="1425832" cy="64428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uuid=[mediatorVmName]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mediatorVmTemplateName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 flipV="1">
            <a:off x="10141898" y="4247106"/>
            <a:ext cx="674365" cy="11893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2162248" y="52785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1084913" y="44698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2162248" y="924437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2430898" y="5724150"/>
            <a:ext cx="0" cy="35202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83" idx="2"/>
            <a:endCxn id="29" idx="0"/>
          </p:cNvCxnSpPr>
          <p:nvPr/>
        </p:nvCxnSpPr>
        <p:spPr>
          <a:xfrm flipH="1">
            <a:off x="9683371" y="9689947"/>
            <a:ext cx="2747527" cy="8022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402397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21995606" y="924063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22264255" y="4469543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12095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04885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cxnSpLocks/>
            <a:stCxn id="223" idx="3"/>
            <a:endCxn id="217" idx="1"/>
          </p:cNvCxnSpPr>
          <p:nvPr/>
        </p:nvCxnSpPr>
        <p:spPr>
          <a:xfrm flipV="1">
            <a:off x="20727159" y="9463419"/>
            <a:ext cx="1268447" cy="12479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cxnSpLocks/>
            <a:stCxn id="222" idx="3"/>
            <a:endCxn id="217" idx="1"/>
          </p:cNvCxnSpPr>
          <p:nvPr/>
        </p:nvCxnSpPr>
        <p:spPr>
          <a:xfrm flipV="1">
            <a:off x="20727159" y="9463419"/>
            <a:ext cx="1268447" cy="196892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1224365"/>
            <a:ext cx="1425832" cy="55051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1432341"/>
            <a:ext cx="573605" cy="6728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045667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071132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402333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4246118"/>
            <a:ext cx="578844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81444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ManagementPlaneTransportClient [1]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0EBE7C15-7FE1-B46C-122A-2340FCD30A36}"/>
              </a:ext>
            </a:extLst>
          </p:cNvPr>
          <p:cNvCxnSpPr>
            <a:cxnSpLocks/>
            <a:stCxn id="26" idx="1"/>
            <a:endCxn id="57" idx="3"/>
          </p:cNvCxnSpPr>
          <p:nvPr/>
        </p:nvCxnSpPr>
        <p:spPr>
          <a:xfrm flipH="1">
            <a:off x="1219235" y="8367252"/>
            <a:ext cx="552167" cy="10911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348542" y="7895521"/>
            <a:ext cx="1291228" cy="67009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 managementPlaneTransport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8230570"/>
            <a:ext cx="415687" cy="136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81346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ManagementPlaneTransportServer [*]</a:t>
            </a:r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6213744-95E9-B36D-D5B8-8FD6CBFDBF62}"/>
              </a:ext>
            </a:extLst>
          </p:cNvPr>
          <p:cNvCxnSpPr>
            <a:cxnSpLocks/>
            <a:stCxn id="39" idx="3"/>
            <a:endCxn id="217" idx="1"/>
          </p:cNvCxnSpPr>
          <p:nvPr/>
        </p:nvCxnSpPr>
        <p:spPr>
          <a:xfrm>
            <a:off x="20704990" y="8357452"/>
            <a:ext cx="1290616" cy="11059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8098985"/>
            <a:ext cx="1425832" cy="67160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 managementPlaneTransport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clientLtp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>
            <a:off x="18992792" y="8357452"/>
            <a:ext cx="550745" cy="77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8963723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94557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990131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0253070"/>
            <a:ext cx="1579672" cy="790006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layerProtocolName=snmpLayer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9901315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990131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8529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73086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133251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73086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245817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245817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8963723"/>
            <a:ext cx="1949140" cy="2982214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945702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0254355"/>
            <a:ext cx="1594821" cy="872086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9902600"/>
            <a:ext cx="514536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990260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990260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81726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207253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383022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815022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223538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177808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051775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050920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2517699"/>
            <a:ext cx="2177708" cy="49060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_ltp*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route*{_fc*,_link*}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2458174"/>
            <a:ext cx="976788" cy="3048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44" name="Gerade Verbindung mit Pfeil 343">
            <a:extLst>
              <a:ext uri="{FF2B5EF4-FFF2-40B4-BE49-F238E27FC236}">
                <a16:creationId xmlns:a16="http://schemas.microsoft.com/office/drawing/2014/main" id="{D28C6540-345B-0998-5400-9316EF1C712C}"/>
              </a:ext>
            </a:extLst>
          </p:cNvPr>
          <p:cNvCxnSpPr>
            <a:cxnSpLocks/>
            <a:stCxn id="183" idx="2"/>
            <a:endCxn id="16" idx="0"/>
          </p:cNvCxnSpPr>
          <p:nvPr/>
        </p:nvCxnSpPr>
        <p:spPr>
          <a:xfrm>
            <a:off x="12430898" y="9689947"/>
            <a:ext cx="55559" cy="8030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1391397"/>
            <a:ext cx="2190409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uuid=management-plane-transport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 = managementPlaneTransport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155943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4233825"/>
            <a:ext cx="461367" cy="78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400" y="4013195"/>
            <a:ext cx="1083165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uuid=[controllerName]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32640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49443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644A63E5-CCE7-47F2-3316-9750250FD876}"/>
              </a:ext>
            </a:extLst>
          </p:cNvPr>
          <p:cNvSpPr/>
          <p:nvPr/>
        </p:nvSpPr>
        <p:spPr>
          <a:xfrm>
            <a:off x="20505060" y="3364692"/>
            <a:ext cx="1083165" cy="44126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99" idx="2"/>
            <a:endCxn id="213" idx="0"/>
          </p:cNvCxnSpPr>
          <p:nvPr/>
        </p:nvCxnSpPr>
        <p:spPr>
          <a:xfrm rot="5400000">
            <a:off x="4771444" y="3115002"/>
            <a:ext cx="6776068" cy="5907985"/>
          </a:xfrm>
          <a:prstGeom prst="bentConnector3">
            <a:avLst>
              <a:gd name="adj1" fmla="val 6748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99" idx="2"/>
            <a:endCxn id="87" idx="0"/>
          </p:cNvCxnSpPr>
          <p:nvPr/>
        </p:nvCxnSpPr>
        <p:spPr>
          <a:xfrm rot="16200000" flipH="1">
            <a:off x="10118925" y="3675504"/>
            <a:ext cx="6774783" cy="4785693"/>
          </a:xfrm>
          <a:prstGeom prst="bentConnector3">
            <a:avLst>
              <a:gd name="adj1" fmla="val 6740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5" name="Verbinder: gewinkelt 104">
            <a:extLst>
              <a:ext uri="{FF2B5EF4-FFF2-40B4-BE49-F238E27FC236}">
                <a16:creationId xmlns:a16="http://schemas.microsoft.com/office/drawing/2014/main" id="{4BF9E255-0917-93C7-EB10-57F359F8E1C8}"/>
              </a:ext>
            </a:extLst>
          </p:cNvPr>
          <p:cNvCxnSpPr>
            <a:cxnSpLocks/>
            <a:stCxn id="299" idx="2"/>
            <a:endCxn id="183" idx="3"/>
          </p:cNvCxnSpPr>
          <p:nvPr/>
        </p:nvCxnSpPr>
        <p:spPr>
          <a:xfrm rot="16200000" flipH="1">
            <a:off x="8513408" y="5281021"/>
            <a:ext cx="6786201" cy="1586077"/>
          </a:xfrm>
          <a:prstGeom prst="bentConnector4">
            <a:avLst>
              <a:gd name="adj1" fmla="val 11564"/>
              <a:gd name="adj2" fmla="val 114413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5" name="Rechteck 114">
            <a:extLst>
              <a:ext uri="{FF2B5EF4-FFF2-40B4-BE49-F238E27FC236}">
                <a16:creationId xmlns:a16="http://schemas.microsoft.com/office/drawing/2014/main" id="{6DC2F35F-8489-E4CF-5EDA-73031CB9FAE1}"/>
              </a:ext>
            </a:extLst>
          </p:cNvPr>
          <p:cNvSpPr/>
          <p:nvPr/>
        </p:nvSpPr>
        <p:spPr>
          <a:xfrm>
            <a:off x="14806391" y="1007941"/>
            <a:ext cx="2672717" cy="44126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 = managementPlaneTransport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 noch benötigt?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FD627FB4-407B-8377-7F1C-8911B44A9742}"/>
              </a:ext>
            </a:extLst>
          </p:cNvPr>
          <p:cNvCxnSpPr>
            <a:cxnSpLocks/>
          </p:cNvCxnSpPr>
          <p:nvPr/>
        </p:nvCxnSpPr>
        <p:spPr>
          <a:xfrm rot="5400000">
            <a:off x="-4240112" y="10420090"/>
            <a:ext cx="88993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chteck 198">
            <a:extLst>
              <a:ext uri="{FF2B5EF4-FFF2-40B4-BE49-F238E27FC236}">
                <a16:creationId xmlns:a16="http://schemas.microsoft.com/office/drawing/2014/main" id="{328B03C8-5BF3-B623-CC54-6BCBD2621386}"/>
              </a:ext>
            </a:extLst>
          </p:cNvPr>
          <p:cNvSpPr/>
          <p:nvPr/>
        </p:nvSpPr>
        <p:spPr>
          <a:xfrm>
            <a:off x="13634389" y="9467411"/>
            <a:ext cx="1425833" cy="49060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_ltp*</a:t>
            </a:r>
          </a:p>
        </p:txBody>
      </p:sp>
      <p:cxnSp>
        <p:nvCxnSpPr>
          <p:cNvPr id="200" name="Gerade Verbindung mit Pfeil 199">
            <a:extLst>
              <a:ext uri="{FF2B5EF4-FFF2-40B4-BE49-F238E27FC236}">
                <a16:creationId xmlns:a16="http://schemas.microsoft.com/office/drawing/2014/main" id="{B6E76DB8-22E4-AB6C-2986-552B09772221}"/>
              </a:ext>
            </a:extLst>
          </p:cNvPr>
          <p:cNvCxnSpPr>
            <a:cxnSpLocks/>
            <a:stCxn id="183" idx="3"/>
            <a:endCxn id="199" idx="1"/>
          </p:cNvCxnSpPr>
          <p:nvPr/>
        </p:nvCxnSpPr>
        <p:spPr>
          <a:xfrm>
            <a:off x="12699547" y="9467161"/>
            <a:ext cx="934842" cy="2455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4" name="Wolke 243">
            <a:extLst>
              <a:ext uri="{FF2B5EF4-FFF2-40B4-BE49-F238E27FC236}">
                <a16:creationId xmlns:a16="http://schemas.microsoft.com/office/drawing/2014/main" id="{5A65A86B-9D96-F38A-CDF9-88FBEC7A5B36}"/>
              </a:ext>
            </a:extLst>
          </p:cNvPr>
          <p:cNvSpPr/>
          <p:nvPr/>
        </p:nvSpPr>
        <p:spPr>
          <a:xfrm>
            <a:off x="5440680" y="278340"/>
            <a:ext cx="3560798" cy="1203343"/>
          </a:xfrm>
          <a:prstGeom prst="cloud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Problem:</a:t>
            </a:r>
          </a:p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 DDM gets addressed to provide the operationalState of a m</a:t>
            </a:r>
            <a:r>
              <a:rPr lang="de-DE" sz="800" kern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anagementPlaneTransportFC.</a:t>
            </a:r>
          </a:p>
          <a:p>
            <a:r>
              <a:rPr lang="de-DE" sz="800" kern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FC is referencing the mediatorProcessFC by uuid</a:t>
            </a:r>
            <a:r>
              <a:rPr lang="de-DE" sz="800" ker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the DDM has to search all mediatorVmCC for the uuid.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5" name="Rechteck 244">
            <a:extLst>
              <a:ext uri="{FF2B5EF4-FFF2-40B4-BE49-F238E27FC236}">
                <a16:creationId xmlns:a16="http://schemas.microsoft.com/office/drawing/2014/main" id="{A3A50379-0F51-41DC-CD60-2A5D942DCDF5}"/>
              </a:ext>
            </a:extLst>
          </p:cNvPr>
          <p:cNvSpPr/>
          <p:nvPr/>
        </p:nvSpPr>
        <p:spPr>
          <a:xfrm>
            <a:off x="13638919" y="5300067"/>
            <a:ext cx="164680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uuid=mediator-process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layerProtocolName=mediatorProcess</a:t>
            </a:r>
          </a:p>
        </p:txBody>
      </p:sp>
      <p:cxnSp>
        <p:nvCxnSpPr>
          <p:cNvPr id="246" name="Gerade Verbindung mit Pfeil 245">
            <a:extLst>
              <a:ext uri="{FF2B5EF4-FFF2-40B4-BE49-F238E27FC236}">
                <a16:creationId xmlns:a16="http://schemas.microsoft.com/office/drawing/2014/main" id="{F1A5CE87-F769-814B-B48D-FA919087F934}"/>
              </a:ext>
            </a:extLst>
          </p:cNvPr>
          <p:cNvCxnSpPr>
            <a:cxnSpLocks/>
            <a:stCxn id="178" idx="3"/>
            <a:endCxn id="245" idx="1"/>
          </p:cNvCxnSpPr>
          <p:nvPr/>
        </p:nvCxnSpPr>
        <p:spPr>
          <a:xfrm flipV="1">
            <a:off x="12699547" y="5468104"/>
            <a:ext cx="939372" cy="332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1829812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209843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19646" y="4006916"/>
            <a:ext cx="1709165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9548568"/>
            <a:ext cx="5507681" cy="43434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811305" y="5586167"/>
            <a:ext cx="3089334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558616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10909753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558616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9456205"/>
            <a:ext cx="4084142" cy="434215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596846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cxnSpLocks/>
            <a:stCxn id="56" idx="2"/>
            <a:endCxn id="3" idx="0"/>
          </p:cNvCxnSpPr>
          <p:nvPr/>
        </p:nvCxnSpPr>
        <p:spPr>
          <a:xfrm>
            <a:off x="950586" y="6414039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243669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316863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3295258"/>
            <a:ext cx="431670" cy="961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4" y="13072471"/>
            <a:ext cx="1147836" cy="44557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2424736"/>
            <a:ext cx="1158235" cy="27413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local-id=netconfClient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2561803"/>
            <a:ext cx="419945" cy="97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243901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315925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3382042"/>
            <a:ext cx="470208" cy="93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537391" y="13168634"/>
            <a:ext cx="1682087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315925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243823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3168634"/>
            <a:ext cx="1537099" cy="49142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3382042"/>
            <a:ext cx="573606" cy="323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2399083"/>
            <a:ext cx="1537099" cy="2582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local-id=netconfServer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2528219"/>
            <a:ext cx="573606" cy="1328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537391" y="12455235"/>
            <a:ext cx="1682087" cy="264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local-id=snmpClient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2587587"/>
            <a:ext cx="470208" cy="742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597035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775785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OperationServer[*]</a:t>
            </a: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919988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847886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HttpServer [1]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851185" y="7825361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local-id=mediatorVmOperationServer[N]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851185" y="9199884"/>
            <a:ext cx="1815783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666968" y="9422670"/>
            <a:ext cx="435675" cy="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851185" y="8269283"/>
            <a:ext cx="1815783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local-id=mediator-vm-httpServer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mediatorVmTemplateName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>
            <a:off x="8666968" y="7980637"/>
            <a:ext cx="435675" cy="948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666968" y="8572594"/>
            <a:ext cx="435675" cy="1290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5989927"/>
            <a:ext cx="1425832" cy="37582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local-id=[mediatorVmName]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29" idx="1"/>
            <a:endCxn id="168" idx="3"/>
          </p:cNvCxnSpPr>
          <p:nvPr/>
        </p:nvCxnSpPr>
        <p:spPr>
          <a:xfrm flipH="1" flipV="1">
            <a:off x="10141898" y="6177841"/>
            <a:ext cx="674365" cy="152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59700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cxnSpLocks/>
            <a:stCxn id="216" idx="2"/>
            <a:endCxn id="25" idx="0"/>
          </p:cNvCxnSpPr>
          <p:nvPr/>
        </p:nvCxnSpPr>
        <p:spPr>
          <a:xfrm>
            <a:off x="22264256" y="6415572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315558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243456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3170395"/>
            <a:ext cx="1425832" cy="4344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3378371"/>
            <a:ext cx="573605" cy="924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240270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local-id=[mediatorUserName]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265735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5969361"/>
            <a:ext cx="1471132" cy="27608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6107403"/>
            <a:ext cx="578845" cy="8538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100904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ManagementPlaneTransportClient [1]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348541" y="9841552"/>
            <a:ext cx="1309953" cy="50659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 managementPlaneTransportClient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10094850"/>
            <a:ext cx="415686" cy="2184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100806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ManagementPlaneTransportServer [1]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10045015"/>
            <a:ext cx="1425832" cy="49105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managementPlaneTransportServer</a:t>
            </a: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 flipV="1">
            <a:off x="18992792" y="10290542"/>
            <a:ext cx="550745" cy="129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10909753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1140177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1184734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2199100"/>
            <a:ext cx="1579672" cy="362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linktp*[{_cc,_ltp,_lp}]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11847345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1184734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23132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267689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327854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267689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440420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440420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10909753"/>
            <a:ext cx="1949140" cy="2982214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1140305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2200385"/>
            <a:ext cx="1629369" cy="36141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linktp*[{_cc,_ltp,_lp}]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11848630"/>
            <a:ext cx="531810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1184863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1184863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1011866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12650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188419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1009625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245386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418141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372411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246378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24552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245386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4463730"/>
            <a:ext cx="1703846" cy="31059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fctp*[{_cc,_ltp,_lp}]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4404204"/>
            <a:ext cx="976788" cy="2148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3337427"/>
            <a:ext cx="17137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local-id=management-plane-transport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350546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6135649"/>
            <a:ext cx="461367" cy="5203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400" y="5959225"/>
            <a:ext cx="1311894" cy="35284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local-id=[controllerName]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227243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244046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1" idx="1"/>
            <a:endCxn id="213" idx="0"/>
          </p:cNvCxnSpPr>
          <p:nvPr/>
        </p:nvCxnSpPr>
        <p:spPr>
          <a:xfrm rot="10800000" flipV="1">
            <a:off x="5205485" y="5084494"/>
            <a:ext cx="5639334" cy="6318563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1" idx="3"/>
            <a:endCxn id="87" idx="0"/>
          </p:cNvCxnSpPr>
          <p:nvPr/>
        </p:nvCxnSpPr>
        <p:spPr>
          <a:xfrm>
            <a:off x="11382118" y="5084495"/>
            <a:ext cx="4517045" cy="6317278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FD627FB4-407B-8377-7F1C-8911B44A9742}"/>
              </a:ext>
            </a:extLst>
          </p:cNvPr>
          <p:cNvCxnSpPr>
            <a:cxnSpLocks/>
          </p:cNvCxnSpPr>
          <p:nvPr/>
        </p:nvCxnSpPr>
        <p:spPr>
          <a:xfrm rot="5400000">
            <a:off x="-4240112" y="10420090"/>
            <a:ext cx="88993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81F8CF6-7664-D3A4-0A71-6FA8CC1C8444}"/>
              </a:ext>
            </a:extLst>
          </p:cNvPr>
          <p:cNvSpPr/>
          <p:nvPr/>
        </p:nvSpPr>
        <p:spPr>
          <a:xfrm>
            <a:off x="681936" y="1118166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0CA5299D-8C38-1F55-39EE-D0750543757B}"/>
              </a:ext>
            </a:extLst>
          </p:cNvPr>
          <p:cNvSpPr/>
          <p:nvPr/>
        </p:nvSpPr>
        <p:spPr>
          <a:xfrm>
            <a:off x="681936" y="1243592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80F8A7C-F87B-9B2C-410A-345ED15A0F3E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950583" y="1162723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16475AB-66D8-F383-4DC7-0A00FAD07F5B}"/>
              </a:ext>
            </a:extLst>
          </p:cNvPr>
          <p:cNvCxnSpPr>
            <a:cxnSpLocks/>
            <a:stCxn id="62" idx="1"/>
            <a:endCxn id="4" idx="3"/>
          </p:cNvCxnSpPr>
          <p:nvPr/>
        </p:nvCxnSpPr>
        <p:spPr>
          <a:xfrm flipH="1" flipV="1">
            <a:off x="1219235" y="12658707"/>
            <a:ext cx="552167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C052C17-707D-946A-4D09-75681F8D0028}"/>
              </a:ext>
            </a:extLst>
          </p:cNvPr>
          <p:cNvCxnSpPr>
            <a:cxnSpLocks/>
            <a:stCxn id="63" idx="1"/>
            <a:endCxn id="4" idx="3"/>
          </p:cNvCxnSpPr>
          <p:nvPr/>
        </p:nvCxnSpPr>
        <p:spPr>
          <a:xfrm flipH="1" flipV="1">
            <a:off x="1219235" y="12658707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F9399A1-0115-1607-2776-B080F78B88E0}"/>
              </a:ext>
            </a:extLst>
          </p:cNvPr>
          <p:cNvCxnSpPr>
            <a:cxnSpLocks/>
            <a:stCxn id="26" idx="1"/>
            <a:endCxn id="4" idx="3"/>
          </p:cNvCxnSpPr>
          <p:nvPr/>
        </p:nvCxnSpPr>
        <p:spPr>
          <a:xfrm flipH="1">
            <a:off x="1219235" y="10313282"/>
            <a:ext cx="552167" cy="23454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9535941-4DCE-6677-6D22-A5E8B767428E}"/>
              </a:ext>
            </a:extLst>
          </p:cNvPr>
          <p:cNvCxnSpPr>
            <a:cxnSpLocks/>
            <a:stCxn id="3" idx="3"/>
            <a:endCxn id="11" idx="1"/>
          </p:cNvCxnSpPr>
          <p:nvPr/>
        </p:nvCxnSpPr>
        <p:spPr>
          <a:xfrm flipV="1">
            <a:off x="1219235" y="11338656"/>
            <a:ext cx="474802" cy="657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D5909574-AA9F-78EE-AF15-61F210D87FD2}"/>
              </a:ext>
            </a:extLst>
          </p:cNvPr>
          <p:cNvSpPr/>
          <p:nvPr/>
        </p:nvSpPr>
        <p:spPr>
          <a:xfrm>
            <a:off x="1694037" y="11181143"/>
            <a:ext cx="1083165" cy="31502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9C320F7-1BE1-119D-E122-B62DD3204440}"/>
              </a:ext>
            </a:extLst>
          </p:cNvPr>
          <p:cNvSpPr/>
          <p:nvPr/>
        </p:nvSpPr>
        <p:spPr>
          <a:xfrm>
            <a:off x="20014600" y="11194717"/>
            <a:ext cx="1083165" cy="24716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</a:t>
            </a:r>
          </a:p>
        </p:txBody>
      </p:sp>
      <p:sp>
        <p:nvSpPr>
          <p:cNvPr id="25" name="Abgerundetes Rechteck 2">
            <a:extLst>
              <a:ext uri="{FF2B5EF4-FFF2-40B4-BE49-F238E27FC236}">
                <a16:creationId xmlns:a16="http://schemas.microsoft.com/office/drawing/2014/main" id="{2AF408CD-34DB-C428-E0BF-1217C1E02073}"/>
              </a:ext>
            </a:extLst>
          </p:cNvPr>
          <p:cNvSpPr/>
          <p:nvPr/>
        </p:nvSpPr>
        <p:spPr>
          <a:xfrm>
            <a:off x="21995606" y="1118666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35" name="Abgerundetes Rechteck 3">
            <a:extLst>
              <a:ext uri="{FF2B5EF4-FFF2-40B4-BE49-F238E27FC236}">
                <a16:creationId xmlns:a16="http://schemas.microsoft.com/office/drawing/2014/main" id="{F7D26EA4-96A3-0DFE-F516-71C0AAAE8061}"/>
              </a:ext>
            </a:extLst>
          </p:cNvPr>
          <p:cNvSpPr/>
          <p:nvPr/>
        </p:nvSpPr>
        <p:spPr>
          <a:xfrm>
            <a:off x="21995606" y="1243456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8E9FC093-1E1D-AFB8-EDA1-74BB30C0EC74}"/>
              </a:ext>
            </a:extLst>
          </p:cNvPr>
          <p:cNvCxnSpPr>
            <a:stCxn id="25" idx="2"/>
            <a:endCxn id="35" idx="0"/>
          </p:cNvCxnSpPr>
          <p:nvPr/>
        </p:nvCxnSpPr>
        <p:spPr>
          <a:xfrm>
            <a:off x="22264256" y="11632235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DAA76C0-8B20-2581-751D-97C11B18D597}"/>
              </a:ext>
            </a:extLst>
          </p:cNvPr>
          <p:cNvCxnSpPr>
            <a:cxnSpLocks/>
            <a:stCxn id="223" idx="3"/>
            <a:endCxn id="35" idx="1"/>
          </p:cNvCxnSpPr>
          <p:nvPr/>
        </p:nvCxnSpPr>
        <p:spPr>
          <a:xfrm>
            <a:off x="20727159" y="12657354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E9FF65D-332E-5702-D4B7-0CD33B820016}"/>
              </a:ext>
            </a:extLst>
          </p:cNvPr>
          <p:cNvCxnSpPr>
            <a:cxnSpLocks/>
            <a:stCxn id="222" idx="3"/>
            <a:endCxn id="35" idx="1"/>
          </p:cNvCxnSpPr>
          <p:nvPr/>
        </p:nvCxnSpPr>
        <p:spPr>
          <a:xfrm flipV="1">
            <a:off x="20727159" y="12657354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95DE5A31-DF9A-E1CE-23BB-6874E3FA3579}"/>
              </a:ext>
            </a:extLst>
          </p:cNvPr>
          <p:cNvCxnSpPr>
            <a:cxnSpLocks/>
            <a:stCxn id="39" idx="3"/>
            <a:endCxn id="35" idx="1"/>
          </p:cNvCxnSpPr>
          <p:nvPr/>
        </p:nvCxnSpPr>
        <p:spPr>
          <a:xfrm>
            <a:off x="20704990" y="10303482"/>
            <a:ext cx="1290616" cy="23538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D67C123-0516-88EF-34E3-FD36957D0983}"/>
              </a:ext>
            </a:extLst>
          </p:cNvPr>
          <p:cNvCxnSpPr>
            <a:cxnSpLocks/>
            <a:stCxn id="25" idx="1"/>
            <a:endCxn id="14" idx="3"/>
          </p:cNvCxnSpPr>
          <p:nvPr/>
        </p:nvCxnSpPr>
        <p:spPr>
          <a:xfrm flipH="1" flipV="1">
            <a:off x="21097765" y="11318299"/>
            <a:ext cx="897841" cy="9115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319FF6AC-10D8-4761-C3A3-AA2085CCD928}"/>
              </a:ext>
            </a:extLst>
          </p:cNvPr>
          <p:cNvCxnSpPr>
            <a:cxnSpLocks/>
            <a:stCxn id="125" idx="3"/>
            <a:endCxn id="109" idx="1"/>
          </p:cNvCxnSpPr>
          <p:nvPr/>
        </p:nvCxnSpPr>
        <p:spPr>
          <a:xfrm flipV="1">
            <a:off x="12372737" y="11353952"/>
            <a:ext cx="474802" cy="523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9" name="Rechteck 108">
            <a:extLst>
              <a:ext uri="{FF2B5EF4-FFF2-40B4-BE49-F238E27FC236}">
                <a16:creationId xmlns:a16="http://schemas.microsoft.com/office/drawing/2014/main" id="{8D677BCD-9D02-BC68-5EE7-23DBFA48C29E}"/>
              </a:ext>
            </a:extLst>
          </p:cNvPr>
          <p:cNvSpPr/>
          <p:nvPr/>
        </p:nvSpPr>
        <p:spPr>
          <a:xfrm>
            <a:off x="12847539" y="11208132"/>
            <a:ext cx="1083165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119" name="Gerade Verbindung mit Pfeil 118">
            <a:extLst>
              <a:ext uri="{FF2B5EF4-FFF2-40B4-BE49-F238E27FC236}">
                <a16:creationId xmlns:a16="http://schemas.microsoft.com/office/drawing/2014/main" id="{18D2E143-544D-442F-7F6A-5EE88F9FE5D7}"/>
              </a:ext>
            </a:extLst>
          </p:cNvPr>
          <p:cNvCxnSpPr>
            <a:cxnSpLocks/>
            <a:stCxn id="16" idx="1"/>
            <a:endCxn id="126" idx="3"/>
          </p:cNvCxnSpPr>
          <p:nvPr/>
        </p:nvCxnSpPr>
        <p:spPr>
          <a:xfrm flipH="1" flipV="1">
            <a:off x="11353562" y="12658518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0" name="Gerade Verbindung mit Pfeil 119">
            <a:extLst>
              <a:ext uri="{FF2B5EF4-FFF2-40B4-BE49-F238E27FC236}">
                <a16:creationId xmlns:a16="http://schemas.microsoft.com/office/drawing/2014/main" id="{25DE5E17-1444-4A31-5DB1-1C8E50B266F6}"/>
              </a:ext>
            </a:extLst>
          </p:cNvPr>
          <p:cNvCxnSpPr>
            <a:cxnSpLocks/>
            <a:stCxn id="17" idx="1"/>
            <a:endCxn id="126" idx="3"/>
          </p:cNvCxnSpPr>
          <p:nvPr/>
        </p:nvCxnSpPr>
        <p:spPr>
          <a:xfrm flipH="1" flipV="1">
            <a:off x="11353562" y="1265851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E459C471-8B93-20A8-224F-9B788E7C9D01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10264097" y="12658518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47F5AA49-24E2-CB2F-6102-18AE6D0C7C6E}"/>
              </a:ext>
            </a:extLst>
          </p:cNvPr>
          <p:cNvCxnSpPr>
            <a:cxnSpLocks/>
            <a:stCxn id="28" idx="3"/>
            <a:endCxn id="126" idx="1"/>
          </p:cNvCxnSpPr>
          <p:nvPr/>
        </p:nvCxnSpPr>
        <p:spPr>
          <a:xfrm flipV="1">
            <a:off x="10264097" y="1265851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25" name="Abgerundetes Rechteck 2">
            <a:extLst>
              <a:ext uri="{FF2B5EF4-FFF2-40B4-BE49-F238E27FC236}">
                <a16:creationId xmlns:a16="http://schemas.microsoft.com/office/drawing/2014/main" id="{DB4DE718-D5F3-A5B5-C3F7-5BA5D0645841}"/>
              </a:ext>
            </a:extLst>
          </p:cNvPr>
          <p:cNvSpPr/>
          <p:nvPr/>
        </p:nvSpPr>
        <p:spPr>
          <a:xfrm>
            <a:off x="11835438" y="1118354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26" name="Abgerundetes Rechteck 3">
            <a:extLst>
              <a:ext uri="{FF2B5EF4-FFF2-40B4-BE49-F238E27FC236}">
                <a16:creationId xmlns:a16="http://schemas.microsoft.com/office/drawing/2014/main" id="{07AF8A7F-9AAD-C266-C597-FD9838FD0AED}"/>
              </a:ext>
            </a:extLst>
          </p:cNvPr>
          <p:cNvSpPr/>
          <p:nvPr/>
        </p:nvSpPr>
        <p:spPr>
          <a:xfrm>
            <a:off x="10816263" y="124357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27" name="Gerade Verbindung mit Pfeil 126">
            <a:extLst>
              <a:ext uri="{FF2B5EF4-FFF2-40B4-BE49-F238E27FC236}">
                <a16:creationId xmlns:a16="http://schemas.microsoft.com/office/drawing/2014/main" id="{ABF0B6DB-5D81-C9A6-9E34-661F1D8D3E8D}"/>
              </a:ext>
            </a:extLst>
          </p:cNvPr>
          <p:cNvCxnSpPr>
            <a:stCxn id="125" idx="2"/>
            <a:endCxn id="126" idx="0"/>
          </p:cNvCxnSpPr>
          <p:nvPr/>
        </p:nvCxnSpPr>
        <p:spPr>
          <a:xfrm flipH="1">
            <a:off x="11084913" y="11629117"/>
            <a:ext cx="1019175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A988F830-4D1D-F2C9-1087-112C9898DA36}"/>
              </a:ext>
            </a:extLst>
          </p:cNvPr>
          <p:cNvCxnSpPr>
            <a:cxnSpLocks/>
            <a:stCxn id="148" idx="3"/>
            <a:endCxn id="263" idx="1"/>
          </p:cNvCxnSpPr>
          <p:nvPr/>
        </p:nvCxnSpPr>
        <p:spPr>
          <a:xfrm flipV="1">
            <a:off x="10264096" y="8650770"/>
            <a:ext cx="552166" cy="508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20D49745-3C5C-7663-153C-A1EF71FBCE2C}"/>
              </a:ext>
            </a:extLst>
          </p:cNvPr>
          <p:cNvCxnSpPr>
            <a:cxnSpLocks/>
            <a:stCxn id="147" idx="3"/>
            <a:endCxn id="263" idx="1"/>
          </p:cNvCxnSpPr>
          <p:nvPr/>
        </p:nvCxnSpPr>
        <p:spPr>
          <a:xfrm flipV="1">
            <a:off x="10264096" y="8650770"/>
            <a:ext cx="552166" cy="771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4AD2C3A7-1543-C30B-19E9-CB195885EC19}"/>
              </a:ext>
            </a:extLst>
          </p:cNvPr>
          <p:cNvCxnSpPr>
            <a:cxnSpLocks/>
            <a:stCxn id="145" idx="3"/>
            <a:endCxn id="263" idx="1"/>
          </p:cNvCxnSpPr>
          <p:nvPr/>
        </p:nvCxnSpPr>
        <p:spPr>
          <a:xfrm>
            <a:off x="10264096" y="7980637"/>
            <a:ext cx="552166" cy="6701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5" name="Abgerundetes Rechteck 1">
            <a:extLst>
              <a:ext uri="{FF2B5EF4-FFF2-40B4-BE49-F238E27FC236}">
                <a16:creationId xmlns:a16="http://schemas.microsoft.com/office/drawing/2014/main" id="{1248D903-9440-2321-354B-14170C2F2A21}"/>
              </a:ext>
            </a:extLst>
          </p:cNvPr>
          <p:cNvSpPr/>
          <p:nvPr/>
        </p:nvSpPr>
        <p:spPr>
          <a:xfrm>
            <a:off x="9580314" y="64054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DD5C7406-3C7F-347B-3FAF-7F90934EFE1D}"/>
              </a:ext>
            </a:extLst>
          </p:cNvPr>
          <p:cNvCxnSpPr>
            <a:cxnSpLocks/>
            <a:stCxn id="175" idx="2"/>
            <a:endCxn id="117" idx="0"/>
          </p:cNvCxnSpPr>
          <p:nvPr/>
        </p:nvCxnSpPr>
        <p:spPr>
          <a:xfrm>
            <a:off x="9848964" y="1086117"/>
            <a:ext cx="1" cy="11452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Abgerundetes Rechteck 1">
            <a:extLst>
              <a:ext uri="{FF2B5EF4-FFF2-40B4-BE49-F238E27FC236}">
                <a16:creationId xmlns:a16="http://schemas.microsoft.com/office/drawing/2014/main" id="{44E48014-242B-1327-6AB6-2553D28DAC32}"/>
              </a:ext>
            </a:extLst>
          </p:cNvPr>
          <p:cNvSpPr/>
          <p:nvPr/>
        </p:nvSpPr>
        <p:spPr>
          <a:xfrm>
            <a:off x="10729609" y="64556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2" name="Abgerundetes Rechteck 1">
            <a:extLst>
              <a:ext uri="{FF2B5EF4-FFF2-40B4-BE49-F238E27FC236}">
                <a16:creationId xmlns:a16="http://schemas.microsoft.com/office/drawing/2014/main" id="{BF0C2F74-F3BA-292A-B365-41FC81CF7E1E}"/>
              </a:ext>
            </a:extLst>
          </p:cNvPr>
          <p:cNvSpPr/>
          <p:nvPr/>
        </p:nvSpPr>
        <p:spPr>
          <a:xfrm>
            <a:off x="10728176" y="145671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CA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57DF4D2C-9B0B-A33B-2C76-40E5450EAEF7}"/>
              </a:ext>
            </a:extLst>
          </p:cNvPr>
          <p:cNvCxnSpPr>
            <a:cxnSpLocks/>
            <a:stCxn id="175" idx="3"/>
            <a:endCxn id="191" idx="1"/>
          </p:cNvCxnSpPr>
          <p:nvPr/>
        </p:nvCxnSpPr>
        <p:spPr>
          <a:xfrm>
            <a:off x="10117613" y="863331"/>
            <a:ext cx="611996" cy="502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6" name="Gerade Verbindung mit Pfeil 195">
            <a:extLst>
              <a:ext uri="{FF2B5EF4-FFF2-40B4-BE49-F238E27FC236}">
                <a16:creationId xmlns:a16="http://schemas.microsoft.com/office/drawing/2014/main" id="{65958A75-08CD-E777-02D1-45615CF0D213}"/>
              </a:ext>
            </a:extLst>
          </p:cNvPr>
          <p:cNvCxnSpPr>
            <a:cxnSpLocks/>
            <a:stCxn id="191" idx="2"/>
            <a:endCxn id="192" idx="0"/>
          </p:cNvCxnSpPr>
          <p:nvPr/>
        </p:nvCxnSpPr>
        <p:spPr>
          <a:xfrm flipH="1">
            <a:off x="10996826" y="1091139"/>
            <a:ext cx="1433" cy="36558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56A1A339-04E9-5F4E-A8BE-DC660FC89A36}"/>
              </a:ext>
            </a:extLst>
          </p:cNvPr>
          <p:cNvCxnSpPr>
            <a:cxnSpLocks/>
            <a:stCxn id="129" idx="2"/>
            <a:endCxn id="262" idx="0"/>
          </p:cNvCxnSpPr>
          <p:nvPr/>
        </p:nvCxnSpPr>
        <p:spPr>
          <a:xfrm flipH="1">
            <a:off x="11084912" y="6415922"/>
            <a:ext cx="1" cy="7598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2" name="Abgerundetes Rechteck 2">
            <a:extLst>
              <a:ext uri="{FF2B5EF4-FFF2-40B4-BE49-F238E27FC236}">
                <a16:creationId xmlns:a16="http://schemas.microsoft.com/office/drawing/2014/main" id="{5CE196D1-6660-FF72-2056-778548350BFA}"/>
              </a:ext>
            </a:extLst>
          </p:cNvPr>
          <p:cNvSpPr/>
          <p:nvPr/>
        </p:nvSpPr>
        <p:spPr>
          <a:xfrm>
            <a:off x="10816262" y="717579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63" name="Abgerundetes Rechteck 3">
            <a:extLst>
              <a:ext uri="{FF2B5EF4-FFF2-40B4-BE49-F238E27FC236}">
                <a16:creationId xmlns:a16="http://schemas.microsoft.com/office/drawing/2014/main" id="{DDC4B0D3-252B-F636-C17E-BB93728D27B9}"/>
              </a:ext>
            </a:extLst>
          </p:cNvPr>
          <p:cNvSpPr/>
          <p:nvPr/>
        </p:nvSpPr>
        <p:spPr>
          <a:xfrm>
            <a:off x="10816262" y="842798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64" name="Gerade Verbindung mit Pfeil 263">
            <a:extLst>
              <a:ext uri="{FF2B5EF4-FFF2-40B4-BE49-F238E27FC236}">
                <a16:creationId xmlns:a16="http://schemas.microsoft.com/office/drawing/2014/main" id="{E2C6BED8-5229-007D-D968-B7BCBC2208E2}"/>
              </a:ext>
            </a:extLst>
          </p:cNvPr>
          <p:cNvCxnSpPr>
            <a:stCxn id="262" idx="2"/>
            <a:endCxn id="263" idx="0"/>
          </p:cNvCxnSpPr>
          <p:nvPr/>
        </p:nvCxnSpPr>
        <p:spPr>
          <a:xfrm>
            <a:off x="11084909" y="7621372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7" name="Verbinder: gewinkelt 266">
            <a:extLst>
              <a:ext uri="{FF2B5EF4-FFF2-40B4-BE49-F238E27FC236}">
                <a16:creationId xmlns:a16="http://schemas.microsoft.com/office/drawing/2014/main" id="{FACF5606-F9B9-7871-8A09-1E43C239D999}"/>
              </a:ext>
            </a:extLst>
          </p:cNvPr>
          <p:cNvCxnSpPr>
            <a:stCxn id="129" idx="2"/>
            <a:endCxn id="125" idx="0"/>
          </p:cNvCxnSpPr>
          <p:nvPr/>
        </p:nvCxnSpPr>
        <p:spPr>
          <a:xfrm rot="16200000" flipH="1">
            <a:off x="9210689" y="8290145"/>
            <a:ext cx="4767623" cy="1019175"/>
          </a:xfrm>
          <a:prstGeom prst="bentConnector3">
            <a:avLst>
              <a:gd name="adj1" fmla="val 6047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73" name="Gerade Verbindung mit Pfeil 272">
            <a:extLst>
              <a:ext uri="{FF2B5EF4-FFF2-40B4-BE49-F238E27FC236}">
                <a16:creationId xmlns:a16="http://schemas.microsoft.com/office/drawing/2014/main" id="{4799AC3F-8089-79C4-C3C5-5D947C1289F3}"/>
              </a:ext>
            </a:extLst>
          </p:cNvPr>
          <p:cNvCxnSpPr>
            <a:cxnSpLocks/>
            <a:stCxn id="262" idx="1"/>
            <a:endCxn id="274" idx="3"/>
          </p:cNvCxnSpPr>
          <p:nvPr/>
        </p:nvCxnSpPr>
        <p:spPr>
          <a:xfrm flipH="1" flipV="1">
            <a:off x="10121897" y="7183404"/>
            <a:ext cx="694365" cy="2151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4" name="Rechteck 273">
            <a:extLst>
              <a:ext uri="{FF2B5EF4-FFF2-40B4-BE49-F238E27FC236}">
                <a16:creationId xmlns:a16="http://schemas.microsoft.com/office/drawing/2014/main" id="{AE0A4A2D-3B74-F82D-ACEA-76ED4DCF66B5}"/>
              </a:ext>
            </a:extLst>
          </p:cNvPr>
          <p:cNvSpPr/>
          <p:nvPr/>
        </p:nvSpPr>
        <p:spPr>
          <a:xfrm>
            <a:off x="8716066" y="7037584"/>
            <a:ext cx="1405831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local-id=[mediatorVmName]</a:t>
            </a:r>
          </a:p>
        </p:txBody>
      </p:sp>
      <p:sp>
        <p:nvSpPr>
          <p:cNvPr id="21" name="Abgerundetes Rechteck 2">
            <a:extLst>
              <a:ext uri="{FF2B5EF4-FFF2-40B4-BE49-F238E27FC236}">
                <a16:creationId xmlns:a16="http://schemas.microsoft.com/office/drawing/2014/main" id="{4A727EEC-A892-B7D0-6A2D-BE4B5C3E9B49}"/>
              </a:ext>
            </a:extLst>
          </p:cNvPr>
          <p:cNvSpPr/>
          <p:nvPr/>
        </p:nvSpPr>
        <p:spPr>
          <a:xfrm>
            <a:off x="10844819" y="486170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R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0E73DD6D-6DA1-BAFE-B092-0D3BD0D9B4E1}"/>
              </a:ext>
            </a:extLst>
          </p:cNvPr>
          <p:cNvCxnSpPr>
            <a:cxnSpLocks/>
            <a:stCxn id="299" idx="2"/>
            <a:endCxn id="21" idx="0"/>
          </p:cNvCxnSpPr>
          <p:nvPr/>
        </p:nvCxnSpPr>
        <p:spPr>
          <a:xfrm flipH="1">
            <a:off x="11113469" y="4626990"/>
            <a:ext cx="1" cy="23471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3B25F18C-D7F8-C289-1E10-CE4CD20D5885}"/>
              </a:ext>
            </a:extLst>
          </p:cNvPr>
          <p:cNvSpPr/>
          <p:nvPr/>
        </p:nvSpPr>
        <p:spPr>
          <a:xfrm>
            <a:off x="12345529" y="5199577"/>
            <a:ext cx="1703846" cy="3284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_link*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88E602B1-8F77-D37A-F7AA-F3A7FDB797C6}"/>
              </a:ext>
            </a:extLst>
          </p:cNvPr>
          <p:cNvCxnSpPr>
            <a:cxnSpLocks/>
            <a:stCxn id="21" idx="3"/>
            <a:endCxn id="53" idx="1"/>
          </p:cNvCxnSpPr>
          <p:nvPr/>
        </p:nvCxnSpPr>
        <p:spPr>
          <a:xfrm>
            <a:off x="11382118" y="5084495"/>
            <a:ext cx="963411" cy="2793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61652A37-9D04-F68D-B47F-C856369FDE5D}"/>
              </a:ext>
            </a:extLst>
          </p:cNvPr>
          <p:cNvSpPr/>
          <p:nvPr/>
        </p:nvSpPr>
        <p:spPr>
          <a:xfrm>
            <a:off x="9848964" y="14920226"/>
            <a:ext cx="1815783" cy="64151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&lt;-MetaData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creationDate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lastModificationDate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Rechteck: gefaltete Ecke 12">
            <a:extLst>
              <a:ext uri="{FF2B5EF4-FFF2-40B4-BE49-F238E27FC236}">
                <a16:creationId xmlns:a16="http://schemas.microsoft.com/office/drawing/2014/main" id="{ECA924EB-D48C-5B3F-0146-F811DB1EF619}"/>
              </a:ext>
            </a:extLst>
          </p:cNvPr>
          <p:cNvSpPr/>
          <p:nvPr/>
        </p:nvSpPr>
        <p:spPr>
          <a:xfrm>
            <a:off x="2739729" y="6131201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category=controller</a:t>
            </a:r>
          </a:p>
        </p:txBody>
      </p:sp>
      <p:sp>
        <p:nvSpPr>
          <p:cNvPr id="19" name="Rechteck: gefaltete Ecke 18">
            <a:extLst>
              <a:ext uri="{FF2B5EF4-FFF2-40B4-BE49-F238E27FC236}">
                <a16:creationId xmlns:a16="http://schemas.microsoft.com/office/drawing/2014/main" id="{9E561952-AE67-C6AA-6BF6-2A873CEF614C}"/>
              </a:ext>
            </a:extLst>
          </p:cNvPr>
          <p:cNvSpPr/>
          <p:nvPr/>
        </p:nvSpPr>
        <p:spPr>
          <a:xfrm>
            <a:off x="7864534" y="6185488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category=mediatorVm</a:t>
            </a:r>
          </a:p>
        </p:txBody>
      </p:sp>
      <p:sp>
        <p:nvSpPr>
          <p:cNvPr id="20" name="Rechteck: gefaltete Ecke 19">
            <a:extLst>
              <a:ext uri="{FF2B5EF4-FFF2-40B4-BE49-F238E27FC236}">
                <a16:creationId xmlns:a16="http://schemas.microsoft.com/office/drawing/2014/main" id="{BC6B810D-0410-C9F5-B957-BD10214EA935}"/>
              </a:ext>
            </a:extLst>
          </p:cNvPr>
          <p:cNvSpPr/>
          <p:nvPr/>
        </p:nvSpPr>
        <p:spPr>
          <a:xfrm>
            <a:off x="19971320" y="6177841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category=device</a:t>
            </a:r>
          </a:p>
        </p:txBody>
      </p:sp>
      <p:sp>
        <p:nvSpPr>
          <p:cNvPr id="22" name="Rechteck: gefaltete Ecke 21">
            <a:extLst>
              <a:ext uri="{FF2B5EF4-FFF2-40B4-BE49-F238E27FC236}">
                <a16:creationId xmlns:a16="http://schemas.microsoft.com/office/drawing/2014/main" id="{6183E1E8-9DD5-219A-C61D-3E56B09F1F8A}"/>
              </a:ext>
            </a:extLst>
          </p:cNvPr>
          <p:cNvSpPr/>
          <p:nvPr/>
        </p:nvSpPr>
        <p:spPr>
          <a:xfrm>
            <a:off x="6123151" y="7529022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24" name="Rechteck: gefaltete Ecke 23">
            <a:extLst>
              <a:ext uri="{FF2B5EF4-FFF2-40B4-BE49-F238E27FC236}">
                <a16:creationId xmlns:a16="http://schemas.microsoft.com/office/drawing/2014/main" id="{222CEDE3-9A22-FBB1-3407-0DA0FEB06D64}"/>
              </a:ext>
            </a:extLst>
          </p:cNvPr>
          <p:cNvSpPr/>
          <p:nvPr/>
        </p:nvSpPr>
        <p:spPr>
          <a:xfrm>
            <a:off x="11201156" y="1650401"/>
            <a:ext cx="1231325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 needs to be detailed 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Rechteck: gefaltete Ecke 30">
            <a:extLst>
              <a:ext uri="{FF2B5EF4-FFF2-40B4-BE49-F238E27FC236}">
                <a16:creationId xmlns:a16="http://schemas.microsoft.com/office/drawing/2014/main" id="{2A582747-710A-3734-35D0-D6CDC3A1C3EB}"/>
              </a:ext>
            </a:extLst>
          </p:cNvPr>
          <p:cNvSpPr/>
          <p:nvPr/>
        </p:nvSpPr>
        <p:spPr>
          <a:xfrm>
            <a:off x="11353562" y="14723711"/>
            <a:ext cx="1409938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?Do we need MetaData at:</a:t>
            </a:r>
          </a:p>
          <a:p>
            <a:r>
              <a:rPr lang="de-DE" sz="800" ker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root elements of sub-domain?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70457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08766F6C-6643-F487-EA05-49C2075FD706}"/>
              </a:ext>
            </a:extLst>
          </p:cNvPr>
          <p:cNvSpPr/>
          <p:nvPr/>
        </p:nvSpPr>
        <p:spPr>
          <a:xfrm>
            <a:off x="7032066" y="690737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11693665" y="968642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8D0099E2-2E76-AD23-470B-45BF3CB6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9968" y="9765394"/>
            <a:ext cx="166165" cy="174914"/>
          </a:xfrm>
          <a:prstGeom prst="rect">
            <a:avLst/>
          </a:prstGeom>
        </p:spPr>
      </p:pic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11884423" y="994030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9320FA18-5E00-08C4-D1B1-9198B35B6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5550" y="10004731"/>
            <a:ext cx="166165" cy="174914"/>
          </a:xfrm>
          <a:prstGeom prst="rect">
            <a:avLst/>
          </a:prstGeom>
        </p:spPr>
      </p:pic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11736337" y="905777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79753B46-3760-CFFB-B858-92910CA7D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2640" y="9136744"/>
            <a:ext cx="166165" cy="174914"/>
          </a:xfrm>
          <a:prstGeom prst="rect">
            <a:avLst/>
          </a:prstGeom>
        </p:spPr>
      </p:pic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11927095" y="93116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9" name="Grafik 48">
            <a:extLst>
              <a:ext uri="{FF2B5EF4-FFF2-40B4-BE49-F238E27FC236}">
                <a16:creationId xmlns:a16="http://schemas.microsoft.com/office/drawing/2014/main" id="{F30FB4E0-9047-2FC9-990C-7F4907343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8222" y="9376081"/>
            <a:ext cx="166165" cy="174914"/>
          </a:xfrm>
          <a:prstGeom prst="rect">
            <a:avLst/>
          </a:prstGeom>
        </p:spPr>
      </p:pic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12597095" y="9412822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12597095" y="9522142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12373065" y="9160555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12373065" y="9269875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12332375" y="9807206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12332375" y="9916526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12523133" y="10094030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12523133" y="10203350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873ACF08-01F2-22FA-CD88-E50511D7E71A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A93EA5-E27E-2466-2148-49F2E5DB39B5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pic>
        <p:nvPicPr>
          <p:cNvPr id="59" name="Grafik 58">
            <a:extLst>
              <a:ext uri="{FF2B5EF4-FFF2-40B4-BE49-F238E27FC236}">
                <a16:creationId xmlns:a16="http://schemas.microsoft.com/office/drawing/2014/main" id="{60111AB6-85B4-2D81-324C-1F22D4C85A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086" y="6978953"/>
            <a:ext cx="166165" cy="174914"/>
          </a:xfrm>
          <a:prstGeom prst="rect">
            <a:avLst/>
          </a:prstGeom>
        </p:spPr>
      </p:pic>
      <p:sp>
        <p:nvSpPr>
          <p:cNvPr id="70" name="Rechteck 69">
            <a:extLst>
              <a:ext uri="{FF2B5EF4-FFF2-40B4-BE49-F238E27FC236}">
                <a16:creationId xmlns:a16="http://schemas.microsoft.com/office/drawing/2014/main" id="{CB5E82B7-7869-BBD8-4F95-A79C5974E64C}"/>
              </a:ext>
            </a:extLst>
          </p:cNvPr>
          <p:cNvSpPr/>
          <p:nvPr/>
        </p:nvSpPr>
        <p:spPr>
          <a:xfrm>
            <a:off x="7493136" y="674386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75" name="Grafik 74">
            <a:extLst>
              <a:ext uri="{FF2B5EF4-FFF2-40B4-BE49-F238E27FC236}">
                <a16:creationId xmlns:a16="http://schemas.microsoft.com/office/drawing/2014/main" id="{DD46282F-0809-C98F-3797-FC55EDA98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6156" y="6815443"/>
            <a:ext cx="166165" cy="174914"/>
          </a:xfrm>
          <a:prstGeom prst="rect">
            <a:avLst/>
          </a:prstGeom>
        </p:spPr>
      </p:pic>
      <p:sp>
        <p:nvSpPr>
          <p:cNvPr id="79" name="Rechteck 78">
            <a:extLst>
              <a:ext uri="{FF2B5EF4-FFF2-40B4-BE49-F238E27FC236}">
                <a16:creationId xmlns:a16="http://schemas.microsoft.com/office/drawing/2014/main" id="{F3E87AB5-F65A-6087-300E-12716D02A8BA}"/>
              </a:ext>
            </a:extLst>
          </p:cNvPr>
          <p:cNvSpPr/>
          <p:nvPr/>
        </p:nvSpPr>
        <p:spPr>
          <a:xfrm>
            <a:off x="7766871" y="699483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0" name="Grafik 79">
            <a:extLst>
              <a:ext uri="{FF2B5EF4-FFF2-40B4-BE49-F238E27FC236}">
                <a16:creationId xmlns:a16="http://schemas.microsoft.com/office/drawing/2014/main" id="{D30DC09C-DB14-184D-77FC-0D4EC9817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891" y="7066410"/>
            <a:ext cx="166165" cy="174914"/>
          </a:xfrm>
          <a:prstGeom prst="rect">
            <a:avLst/>
          </a:prstGeom>
        </p:spPr>
      </p:pic>
      <p:sp>
        <p:nvSpPr>
          <p:cNvPr id="81" name="Rechteck 80">
            <a:extLst>
              <a:ext uri="{FF2B5EF4-FFF2-40B4-BE49-F238E27FC236}">
                <a16:creationId xmlns:a16="http://schemas.microsoft.com/office/drawing/2014/main" id="{219D7DF1-4838-E424-4970-637CCA5F6D9F}"/>
              </a:ext>
            </a:extLst>
          </p:cNvPr>
          <p:cNvSpPr/>
          <p:nvPr/>
        </p:nvSpPr>
        <p:spPr>
          <a:xfrm>
            <a:off x="5751123" y="75826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2" name="Grafik 81">
            <a:extLst>
              <a:ext uri="{FF2B5EF4-FFF2-40B4-BE49-F238E27FC236}">
                <a16:creationId xmlns:a16="http://schemas.microsoft.com/office/drawing/2014/main" id="{7623EEA6-4908-E4EF-5496-17FC29D01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143" y="7654275"/>
            <a:ext cx="166165" cy="174914"/>
          </a:xfrm>
          <a:prstGeom prst="rect">
            <a:avLst/>
          </a:prstGeom>
        </p:spPr>
      </p:pic>
      <p:sp>
        <p:nvSpPr>
          <p:cNvPr id="83" name="Rechteck 82">
            <a:extLst>
              <a:ext uri="{FF2B5EF4-FFF2-40B4-BE49-F238E27FC236}">
                <a16:creationId xmlns:a16="http://schemas.microsoft.com/office/drawing/2014/main" id="{7B94240D-AA8F-A17A-F0A3-98BD50B820CA}"/>
              </a:ext>
            </a:extLst>
          </p:cNvPr>
          <p:cNvSpPr/>
          <p:nvPr/>
        </p:nvSpPr>
        <p:spPr>
          <a:xfrm>
            <a:off x="5893881" y="767200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4" name="Grafik 83">
            <a:extLst>
              <a:ext uri="{FF2B5EF4-FFF2-40B4-BE49-F238E27FC236}">
                <a16:creationId xmlns:a16="http://schemas.microsoft.com/office/drawing/2014/main" id="{90585C54-0A06-5DED-7224-E7ABDF59A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6901" y="7743582"/>
            <a:ext cx="166165" cy="174914"/>
          </a:xfrm>
          <a:prstGeom prst="rect">
            <a:avLst/>
          </a:prstGeom>
        </p:spPr>
      </p:pic>
      <p:sp>
        <p:nvSpPr>
          <p:cNvPr id="85" name="Rechteck 84">
            <a:extLst>
              <a:ext uri="{FF2B5EF4-FFF2-40B4-BE49-F238E27FC236}">
                <a16:creationId xmlns:a16="http://schemas.microsoft.com/office/drawing/2014/main" id="{B912B7D4-BA03-4CAC-F9EC-4328B512B88F}"/>
              </a:ext>
            </a:extLst>
          </p:cNvPr>
          <p:cNvSpPr/>
          <p:nvPr/>
        </p:nvSpPr>
        <p:spPr>
          <a:xfrm>
            <a:off x="6097010" y="775261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6" name="Grafik 85">
            <a:extLst>
              <a:ext uri="{FF2B5EF4-FFF2-40B4-BE49-F238E27FC236}">
                <a16:creationId xmlns:a16="http://schemas.microsoft.com/office/drawing/2014/main" id="{8636BC15-D9D2-0211-46EF-461DF84AF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0030" y="7824198"/>
            <a:ext cx="166165" cy="174914"/>
          </a:xfrm>
          <a:prstGeom prst="rect">
            <a:avLst/>
          </a:prstGeom>
        </p:spPr>
      </p:pic>
      <p:sp>
        <p:nvSpPr>
          <p:cNvPr id="87" name="Rechteck 86">
            <a:extLst>
              <a:ext uri="{FF2B5EF4-FFF2-40B4-BE49-F238E27FC236}">
                <a16:creationId xmlns:a16="http://schemas.microsoft.com/office/drawing/2014/main" id="{A735C89F-0933-53B9-0BCA-93B2AD0B2E1F}"/>
              </a:ext>
            </a:extLst>
          </p:cNvPr>
          <p:cNvSpPr/>
          <p:nvPr/>
        </p:nvSpPr>
        <p:spPr>
          <a:xfrm>
            <a:off x="6320757" y="784461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8" name="Grafik 87">
            <a:extLst>
              <a:ext uri="{FF2B5EF4-FFF2-40B4-BE49-F238E27FC236}">
                <a16:creationId xmlns:a16="http://schemas.microsoft.com/office/drawing/2014/main" id="{197F1DD4-8100-7640-41A6-58DFDCB09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777" y="7916189"/>
            <a:ext cx="166165" cy="174914"/>
          </a:xfrm>
          <a:prstGeom prst="rect">
            <a:avLst/>
          </a:prstGeom>
        </p:spPr>
      </p:pic>
      <p:sp>
        <p:nvSpPr>
          <p:cNvPr id="89" name="Rechteck 88">
            <a:extLst>
              <a:ext uri="{FF2B5EF4-FFF2-40B4-BE49-F238E27FC236}">
                <a16:creationId xmlns:a16="http://schemas.microsoft.com/office/drawing/2014/main" id="{95EFF100-5873-6569-3361-6737B43E0ADA}"/>
              </a:ext>
            </a:extLst>
          </p:cNvPr>
          <p:cNvSpPr/>
          <p:nvPr/>
        </p:nvSpPr>
        <p:spPr>
          <a:xfrm>
            <a:off x="6566616" y="774399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90" name="Grafik 89">
            <a:extLst>
              <a:ext uri="{FF2B5EF4-FFF2-40B4-BE49-F238E27FC236}">
                <a16:creationId xmlns:a16="http://schemas.microsoft.com/office/drawing/2014/main" id="{81701613-D132-8D16-D0EE-8BDADC27DE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9636" y="7815570"/>
            <a:ext cx="166165" cy="17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140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1327</Words>
  <Application>Microsoft Office PowerPoint</Application>
  <PresentationFormat>Benutzerdefiniert</PresentationFormat>
  <Paragraphs>659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96</cp:revision>
  <dcterms:created xsi:type="dcterms:W3CDTF">2025-01-24T13:53:29Z</dcterms:created>
  <dcterms:modified xsi:type="dcterms:W3CDTF">2025-06-27T15:47:29Z</dcterms:modified>
</cp:coreProperties>
</file>