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1"/>
  </p:notesMasterIdLst>
  <p:sldIdLst>
    <p:sldId id="302" r:id="rId2"/>
    <p:sldId id="297" r:id="rId3"/>
    <p:sldId id="287" r:id="rId4"/>
    <p:sldId id="305" r:id="rId5"/>
    <p:sldId id="300" r:id="rId6"/>
    <p:sldId id="285" r:id="rId7"/>
    <p:sldId id="298" r:id="rId8"/>
    <p:sldId id="301" r:id="rId9"/>
    <p:sldId id="303" r:id="rId10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FFFFF"/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>
        <p:scale>
          <a:sx n="100" d="100"/>
          <a:sy n="100" d="100"/>
        </p:scale>
        <p:origin x="72" y="65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13.05.2025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30"/>
            <a:ext cx="22950437" cy="144521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27253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492981" y="5397566"/>
            <a:ext cx="2240764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4"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6976817"/>
            <a:ext cx="5507681" cy="73392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8"/>
            <a:ext cx="8738197" cy="7339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1243128"/>
            <a:ext cx="8496789" cy="298220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7339258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6265" y="9789579"/>
            <a:ext cx="4082229" cy="44357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37103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7700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502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628633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405846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758111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895178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7723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715417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502009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77161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502009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715417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732458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861594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788610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2995178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local-id=mimOperationServer[N]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5122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 mediatorVmTemplateName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528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37138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48896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76794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503770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711746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736077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2975862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_template=deviceTemplateName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1243128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73514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2180720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532475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2180720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2180720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13" idx="1"/>
          </p:cNvCxnSpPr>
          <p:nvPr/>
        </p:nvCxnSpPr>
        <p:spPr>
          <a:xfrm rot="10800000" flipV="1">
            <a:off x="1118786" y="5794853"/>
            <a:ext cx="9726035" cy="158264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12" idx="7"/>
          </p:cNvCxnSpPr>
          <p:nvPr/>
        </p:nvCxnSpPr>
        <p:spPr>
          <a:xfrm>
            <a:off x="11382119" y="5794854"/>
            <a:ext cx="10715325" cy="1582894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1243128"/>
            <a:ext cx="1949140" cy="298220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736433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533760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2182005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2182005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2182005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797160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788611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585438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_template=controllerTemplateName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5"/>
            <a:ext cx="5639334" cy="526128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526000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5150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7692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960612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992082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992082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672031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514518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528092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5200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7679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965610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990729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990729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651674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687327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541507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991893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991893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991893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991893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5169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76910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962492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1886682" y="316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3"/>
            <a:endCxn id="192" idx="1"/>
          </p:cNvCxnSpPr>
          <p:nvPr/>
        </p:nvCxnSpPr>
        <p:spPr>
          <a:xfrm flipV="1">
            <a:off x="11266908" y="539576"/>
            <a:ext cx="619774" cy="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739326" y="9152158"/>
            <a:ext cx="3710348" cy="1019175"/>
          </a:xfrm>
          <a:prstGeom prst="bentConnector3">
            <a:avLst>
              <a:gd name="adj1" fmla="val 10979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70"/>
            <a:ext cx="722507" cy="3563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 flipV="1">
            <a:off x="7714446" y="536931"/>
            <a:ext cx="711743" cy="32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3210830" y="223697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>
            <a:off x="12423981" y="539576"/>
            <a:ext cx="786849" cy="9519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054B287C-B95D-A84E-8945-073DB25F09A6}"/>
              </a:ext>
            </a:extLst>
          </p:cNvPr>
          <p:cNvSpPr/>
          <p:nvPr/>
        </p:nvSpPr>
        <p:spPr>
          <a:xfrm>
            <a:off x="22058420" y="7371053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5E39724-A608-38DA-DBAC-1925AE0B6527}"/>
              </a:ext>
            </a:extLst>
          </p:cNvPr>
          <p:cNvSpPr/>
          <p:nvPr/>
        </p:nvSpPr>
        <p:spPr>
          <a:xfrm>
            <a:off x="1112090" y="7370806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Abgerundetes Rechteck 1">
            <a:extLst>
              <a:ext uri="{FF2B5EF4-FFF2-40B4-BE49-F238E27FC236}">
                <a16:creationId xmlns:a16="http://schemas.microsoft.com/office/drawing/2014/main" id="{187D5938-35E1-F691-BF8D-43A48ECF89C8}"/>
              </a:ext>
            </a:extLst>
          </p:cNvPr>
          <p:cNvSpPr/>
          <p:nvPr/>
        </p:nvSpPr>
        <p:spPr>
          <a:xfrm>
            <a:off x="8426322" y="1102850"/>
            <a:ext cx="541487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VS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44A4472-3879-87AB-B603-C9DDA630BD25}"/>
              </a:ext>
            </a:extLst>
          </p:cNvPr>
          <p:cNvCxnSpPr>
            <a:cxnSpLocks/>
            <a:stCxn id="175" idx="2"/>
            <a:endCxn id="34" idx="3"/>
          </p:cNvCxnSpPr>
          <p:nvPr/>
        </p:nvCxnSpPr>
        <p:spPr>
          <a:xfrm flipH="1">
            <a:off x="8967809" y="762267"/>
            <a:ext cx="881155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E6590A41-7C3D-FCAA-BD80-0D84788A5795}"/>
              </a:ext>
            </a:extLst>
          </p:cNvPr>
          <p:cNvSpPr/>
          <p:nvPr/>
        </p:nvSpPr>
        <p:spPr>
          <a:xfrm>
            <a:off x="10729167" y="11028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551AFAD-6773-3541-CCCE-F6AA0B12A8EC}"/>
              </a:ext>
            </a:extLst>
          </p:cNvPr>
          <p:cNvCxnSpPr>
            <a:cxnSpLocks/>
            <a:stCxn id="175" idx="2"/>
            <a:endCxn id="40" idx="1"/>
          </p:cNvCxnSpPr>
          <p:nvPr/>
        </p:nvCxnSpPr>
        <p:spPr>
          <a:xfrm>
            <a:off x="9848964" y="762267"/>
            <a:ext cx="880203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EF6C6A8D-BB5F-B017-CC71-6AE166744ED5}"/>
              </a:ext>
            </a:extLst>
          </p:cNvPr>
          <p:cNvSpPr/>
          <p:nvPr/>
        </p:nvSpPr>
        <p:spPr>
          <a:xfrm>
            <a:off x="6839829" y="1166723"/>
            <a:ext cx="874180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_trigger-function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sequence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3F2889A-8AC8-9CD3-6029-630851D60631}"/>
              </a:ext>
            </a:extLst>
          </p:cNvPr>
          <p:cNvCxnSpPr>
            <a:cxnSpLocks/>
            <a:stCxn id="34" idx="1"/>
            <a:endCxn id="43" idx="3"/>
          </p:cNvCxnSpPr>
          <p:nvPr/>
        </p:nvCxnSpPr>
        <p:spPr>
          <a:xfrm flipH="1">
            <a:off x="7714009" y="1325636"/>
            <a:ext cx="712313" cy="91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73728BB6-D891-98D5-2987-6556EE219455}"/>
              </a:ext>
            </a:extLst>
          </p:cNvPr>
          <p:cNvSpPr/>
          <p:nvPr/>
        </p:nvSpPr>
        <p:spPr>
          <a:xfrm>
            <a:off x="11878467" y="1102800"/>
            <a:ext cx="1225837" cy="4455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_implementation-function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F0C0267-C3EF-DA30-22F2-2577EF80B05C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1266466" y="1325586"/>
            <a:ext cx="612001" cy="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1142</Words>
  <Application>Microsoft Office PowerPoint</Application>
  <PresentationFormat>Benutzerdefiniert</PresentationFormat>
  <Paragraphs>574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90</cp:revision>
  <dcterms:created xsi:type="dcterms:W3CDTF">2025-01-24T13:53:29Z</dcterms:created>
  <dcterms:modified xsi:type="dcterms:W3CDTF">2025-05-13T17:34:45Z</dcterms:modified>
</cp:coreProperties>
</file>