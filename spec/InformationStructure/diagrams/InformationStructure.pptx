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5"/>
  </p:notesMasterIdLst>
  <p:sldIdLst>
    <p:sldId id="302" r:id="rId2"/>
    <p:sldId id="297" r:id="rId3"/>
    <p:sldId id="287" r:id="rId4"/>
    <p:sldId id="307" r:id="rId5"/>
    <p:sldId id="309" r:id="rId6"/>
    <p:sldId id="310" r:id="rId7"/>
    <p:sldId id="311" r:id="rId8"/>
    <p:sldId id="300" r:id="rId9"/>
    <p:sldId id="285" r:id="rId10"/>
    <p:sldId id="298" r:id="rId11"/>
    <p:sldId id="301" r:id="rId12"/>
    <p:sldId id="303" r:id="rId13"/>
    <p:sldId id="305" r:id="rId14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 varScale="1">
        <p:scale>
          <a:sx n="69" d="100"/>
          <a:sy n="69" d="100"/>
        </p:scale>
        <p:origin x="258" y="15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895178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861594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70"/>
            <a:ext cx="722507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9FBEA61-7E8F-9F10-711E-46D3904A6971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1F0E37-8768-2928-4E4F-489F5CA5E6A8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8D4D02C-4779-BE26-7C13-5C9A4EE20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80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794760" y="6764449"/>
            <a:ext cx="3665422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ValidationTestFunction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</p:spTree>
    <p:extLst>
      <p:ext uri="{BB962C8B-B14F-4D97-AF65-F5344CB8AC3E}">
        <p14:creationId xmlns:p14="http://schemas.microsoft.com/office/powerpoint/2010/main" val="200474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292034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DE2DBEC-4DDC-A927-BA50-B153AF2B50D8}"/>
              </a:ext>
            </a:extLst>
          </p:cNvPr>
          <p:cNvSpPr txBox="1"/>
          <p:nvPr/>
        </p:nvSpPr>
        <p:spPr>
          <a:xfrm>
            <a:off x="16096343" y="3338286"/>
            <a:ext cx="6995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What do we need to implement?</a:t>
            </a:r>
          </a:p>
          <a:p>
            <a:r>
              <a:rPr lang="de-DE"/>
              <a:t>(short steps from stable to stable identified by needed ErrorCode)</a:t>
            </a:r>
          </a:p>
          <a:p>
            <a:endParaRPr lang="de-DE"/>
          </a:p>
          <a:p>
            <a:r>
              <a:rPr lang="de-DE"/>
              <a:t>What can we measure?</a:t>
            </a:r>
          </a:p>
          <a:p>
            <a:r>
              <a:rPr lang="de-DE"/>
              <a:t>(Findings identified by provided ErrorCode)</a:t>
            </a:r>
          </a:p>
          <a:p>
            <a:endParaRPr lang="de-DE"/>
          </a:p>
          <a:p>
            <a:r>
              <a:rPr lang="de-DE"/>
              <a:t>Is every needed ErrorCode covered by a provided ErrorCode?</a:t>
            </a:r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869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1314</Words>
  <Application>Microsoft Office PowerPoint</Application>
  <PresentationFormat>Benutzerdefiniert</PresentationFormat>
  <Paragraphs>644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92</cp:revision>
  <dcterms:created xsi:type="dcterms:W3CDTF">2025-01-24T13:53:29Z</dcterms:created>
  <dcterms:modified xsi:type="dcterms:W3CDTF">2025-05-16T14:54:06Z</dcterms:modified>
</cp:coreProperties>
</file>