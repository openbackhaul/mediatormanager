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5"/>
  </p:notesMasterIdLst>
  <p:sldIdLst>
    <p:sldId id="302" r:id="rId2"/>
    <p:sldId id="297" r:id="rId3"/>
    <p:sldId id="287" r:id="rId4"/>
    <p:sldId id="307" r:id="rId5"/>
    <p:sldId id="309" r:id="rId6"/>
    <p:sldId id="310" r:id="rId7"/>
    <p:sldId id="311" r:id="rId8"/>
    <p:sldId id="300" r:id="rId9"/>
    <p:sldId id="285" r:id="rId10"/>
    <p:sldId id="298" r:id="rId11"/>
    <p:sldId id="301" r:id="rId12"/>
    <p:sldId id="303" r:id="rId13"/>
    <p:sldId id="305" r:id="rId14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0654AB-2524-425A-85F6-5CF4B22CDFD2}" v="1" dt="2025-06-27T15:40:55.4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7796" autoAdjust="0"/>
  </p:normalViewPr>
  <p:slideViewPr>
    <p:cSldViewPr snapToGrid="0">
      <p:cViewPr>
        <p:scale>
          <a:sx n="120" d="100"/>
          <a:sy n="120" d="100"/>
        </p:scale>
        <p:origin x="2232" y="1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C0654AB-2524-425A-85F6-5CF4B22CDFD2}"/>
    <pc:docChg chg="undo custSel modSld">
      <pc:chgData name="Thorsten Heinze" userId="8373ecd2-b5b9-4b48-849d-3bee853f6cc0" providerId="ADAL" clId="{1C0654AB-2524-425A-85F6-5CF4B22CDFD2}" dt="2025-06-27T15:47:13.050" v="25"/>
      <pc:docMkLst>
        <pc:docMk/>
      </pc:docMkLst>
      <pc:sldChg chg="addSp modSp mod">
        <pc:chgData name="Thorsten Heinze" userId="8373ecd2-b5b9-4b48-849d-3bee853f6cc0" providerId="ADAL" clId="{1C0654AB-2524-425A-85F6-5CF4B22CDFD2}" dt="2025-06-27T15:47:13.050" v="25"/>
        <pc:sldMkLst>
          <pc:docMk/>
          <pc:sldMk cId="1618497423" sldId="302"/>
        </pc:sldMkLst>
        <pc:spChg chg="add mod">
          <ac:chgData name="Thorsten Heinze" userId="8373ecd2-b5b9-4b48-849d-3bee853f6cc0" providerId="ADAL" clId="{1C0654AB-2524-425A-85F6-5CF4B22CDFD2}" dt="2025-06-27T15:40:55.414" v="8"/>
          <ac:spMkLst>
            <pc:docMk/>
            <pc:sldMk cId="1618497423" sldId="302"/>
            <ac:spMk id="19" creationId="{4356CF41-7A92-9DEA-F805-BE046ED8D18A}"/>
          </ac:spMkLst>
        </pc:spChg>
        <pc:spChg chg="mod">
          <ac:chgData name="Thorsten Heinze" userId="8373ecd2-b5b9-4b48-849d-3bee853f6cc0" providerId="ADAL" clId="{1C0654AB-2524-425A-85F6-5CF4B22CDFD2}" dt="2025-06-27T15:45:39.362" v="15" actId="14100"/>
          <ac:spMkLst>
            <pc:docMk/>
            <pc:sldMk cId="1618497423" sldId="302"/>
            <ac:spMk id="38" creationId="{D6180C09-80DE-B8FB-D98B-2D79204A965B}"/>
          </ac:spMkLst>
        </pc:spChg>
        <pc:spChg chg="mod">
          <ac:chgData name="Thorsten Heinze" userId="8373ecd2-b5b9-4b48-849d-3bee853f6cc0" providerId="ADAL" clId="{1C0654AB-2524-425A-85F6-5CF4B22CDFD2}" dt="2025-06-27T15:47:03.381" v="24" actId="20577"/>
          <ac:spMkLst>
            <pc:docMk/>
            <pc:sldMk cId="1618497423" sldId="302"/>
            <ac:spMk id="44" creationId="{DDD580D5-0B17-FEDA-A7D7-84BCAB8DD12F}"/>
          </ac:spMkLst>
        </pc:spChg>
        <pc:spChg chg="mod">
          <ac:chgData name="Thorsten Heinze" userId="8373ecd2-b5b9-4b48-849d-3bee853f6cc0" providerId="ADAL" clId="{1C0654AB-2524-425A-85F6-5CF4B22CDFD2}" dt="2025-06-27T15:45:23.424" v="12" actId="14100"/>
          <ac:spMkLst>
            <pc:docMk/>
            <pc:sldMk cId="1618497423" sldId="302"/>
            <ac:spMk id="90" creationId="{8E303147-0B25-3184-7D85-94E7D636036D}"/>
          </ac:spMkLst>
        </pc:spChg>
        <pc:spChg chg="mod">
          <ac:chgData name="Thorsten Heinze" userId="8373ecd2-b5b9-4b48-849d-3bee853f6cc0" providerId="ADAL" clId="{1C0654AB-2524-425A-85F6-5CF4B22CDFD2}" dt="2025-06-27T15:39:45.601" v="3" actId="14100"/>
          <ac:spMkLst>
            <pc:docMk/>
            <pc:sldMk cId="1618497423" sldId="302"/>
            <ac:spMk id="106" creationId="{F747143B-B3B4-B85A-5627-F9408617ABE2}"/>
          </ac:spMkLst>
        </pc:spChg>
        <pc:spChg chg="mod">
          <ac:chgData name="Thorsten Heinze" userId="8373ecd2-b5b9-4b48-849d-3bee853f6cc0" providerId="ADAL" clId="{1C0654AB-2524-425A-85F6-5CF4B22CDFD2}" dt="2025-06-27T15:40:03.876" v="7"/>
          <ac:spMkLst>
            <pc:docMk/>
            <pc:sldMk cId="1618497423" sldId="302"/>
            <ac:spMk id="107" creationId="{7A3FD0BE-3B75-BB64-F778-19F01E8B6CF0}"/>
          </ac:spMkLst>
        </pc:spChg>
        <pc:spChg chg="mod">
          <ac:chgData name="Thorsten Heinze" userId="8373ecd2-b5b9-4b48-849d-3bee853f6cc0" providerId="ADAL" clId="{1C0654AB-2524-425A-85F6-5CF4B22CDFD2}" dt="2025-06-27T15:44:58.012" v="9"/>
          <ac:spMkLst>
            <pc:docMk/>
            <pc:sldMk cId="1618497423" sldId="302"/>
            <ac:spMk id="111" creationId="{6DB0620F-1934-09FB-E04A-D999B2526230}"/>
          </ac:spMkLst>
        </pc:spChg>
        <pc:spChg chg="mod">
          <ac:chgData name="Thorsten Heinze" userId="8373ecd2-b5b9-4b48-849d-3bee853f6cc0" providerId="ADAL" clId="{1C0654AB-2524-425A-85F6-5CF4B22CDFD2}" dt="2025-06-27T15:46:03.358" v="18" actId="14100"/>
          <ac:spMkLst>
            <pc:docMk/>
            <pc:sldMk cId="1618497423" sldId="302"/>
            <ac:spMk id="156" creationId="{A2DD233B-D011-6931-E9B5-093D279C83E7}"/>
          </ac:spMkLst>
        </pc:spChg>
        <pc:spChg chg="mod">
          <ac:chgData name="Thorsten Heinze" userId="8373ecd2-b5b9-4b48-849d-3bee853f6cc0" providerId="ADAL" clId="{1C0654AB-2524-425A-85F6-5CF4B22CDFD2}" dt="2025-06-27T15:46:33.453" v="22" actId="14100"/>
          <ac:spMkLst>
            <pc:docMk/>
            <pc:sldMk cId="1618497423" sldId="302"/>
            <ac:spMk id="168" creationId="{CF8AC0D9-3EBA-3573-B442-A8577BA331CA}"/>
          </ac:spMkLst>
        </pc:spChg>
        <pc:spChg chg="mod">
          <ac:chgData name="Thorsten Heinze" userId="8373ecd2-b5b9-4b48-849d-3bee853f6cc0" providerId="ADAL" clId="{1C0654AB-2524-425A-85F6-5CF4B22CDFD2}" dt="2025-06-27T15:47:13.050" v="25"/>
          <ac:spMkLst>
            <pc:docMk/>
            <pc:sldMk cId="1618497423" sldId="302"/>
            <ac:spMk id="232" creationId="{D24AFCEE-3415-2633-C02F-42F690432881}"/>
          </ac:spMkLst>
        </pc:spChg>
        <pc:cxnChg chg="mod">
          <ac:chgData name="Thorsten Heinze" userId="8373ecd2-b5b9-4b48-849d-3bee853f6cc0" providerId="ADAL" clId="{1C0654AB-2524-425A-85F6-5CF4B22CDFD2}" dt="2025-06-27T15:45:39.362" v="15" actId="14100"/>
          <ac:cxnSpMkLst>
            <pc:docMk/>
            <pc:sldMk cId="1618497423" sldId="302"/>
            <ac:cxnSpMk id="41" creationId="{12D49DF6-85AB-4875-3211-DF09274DF36A}"/>
          </ac:cxnSpMkLst>
        </pc:cxnChg>
        <pc:cxnChg chg="mod">
          <ac:chgData name="Thorsten Heinze" userId="8373ecd2-b5b9-4b48-849d-3bee853f6cc0" providerId="ADAL" clId="{1C0654AB-2524-425A-85F6-5CF4B22CDFD2}" dt="2025-06-27T15:45:23.424" v="12" actId="14100"/>
          <ac:cxnSpMkLst>
            <pc:docMk/>
            <pc:sldMk cId="1618497423" sldId="302"/>
            <ac:cxnSpMk id="91" creationId="{3065BECA-C0D8-DABC-4838-03A9DADBC8E4}"/>
          </ac:cxnSpMkLst>
        </pc:cxnChg>
        <pc:cxnChg chg="mod">
          <ac:chgData name="Thorsten Heinze" userId="8373ecd2-b5b9-4b48-849d-3bee853f6cc0" providerId="ADAL" clId="{1C0654AB-2524-425A-85F6-5CF4B22CDFD2}" dt="2025-06-27T15:40:01.852" v="6" actId="14100"/>
          <ac:cxnSpMkLst>
            <pc:docMk/>
            <pc:sldMk cId="1618497423" sldId="302"/>
            <ac:cxnSpMk id="110" creationId="{67FF7427-9093-4E22-3C85-E5B709264C91}"/>
          </ac:cxnSpMkLst>
        </pc:cxnChg>
        <pc:cxnChg chg="mod">
          <ac:chgData name="Thorsten Heinze" userId="8373ecd2-b5b9-4b48-849d-3bee853f6cc0" providerId="ADAL" clId="{1C0654AB-2524-425A-85F6-5CF4B22CDFD2}" dt="2025-06-27T15:39:45.601" v="3" actId="14100"/>
          <ac:cxnSpMkLst>
            <pc:docMk/>
            <pc:sldMk cId="1618497423" sldId="302"/>
            <ac:cxnSpMk id="112" creationId="{F0EDDFFC-10F3-7D0E-6D6A-F2A10E9C76E4}"/>
          </ac:cxnSpMkLst>
        </pc:cxnChg>
        <pc:cxnChg chg="mod">
          <ac:chgData name="Thorsten Heinze" userId="8373ecd2-b5b9-4b48-849d-3bee853f6cc0" providerId="ADAL" clId="{1C0654AB-2524-425A-85F6-5CF4B22CDFD2}" dt="2025-06-27T15:39:55.616" v="5" actId="14100"/>
          <ac:cxnSpMkLst>
            <pc:docMk/>
            <pc:sldMk cId="1618497423" sldId="302"/>
            <ac:cxnSpMk id="113" creationId="{6EEB9E49-DE20-9A29-0EB6-0283382BCACA}"/>
          </ac:cxnSpMkLst>
        </pc:cxnChg>
        <pc:cxnChg chg="mod">
          <ac:chgData name="Thorsten Heinze" userId="8373ecd2-b5b9-4b48-849d-3bee853f6cc0" providerId="ADAL" clId="{1C0654AB-2524-425A-85F6-5CF4B22CDFD2}" dt="2025-06-27T15:46:03.358" v="18" actId="14100"/>
          <ac:cxnSpMkLst>
            <pc:docMk/>
            <pc:sldMk cId="1618497423" sldId="302"/>
            <ac:cxnSpMk id="159" creationId="{E0072063-E071-5BFA-07F7-75E642B28E77}"/>
          </ac:cxnSpMkLst>
        </pc:cxnChg>
        <pc:cxnChg chg="mod">
          <ac:chgData name="Thorsten Heinze" userId="8373ecd2-b5b9-4b48-849d-3bee853f6cc0" providerId="ADAL" clId="{1C0654AB-2524-425A-85F6-5CF4B22CDFD2}" dt="2025-06-27T15:46:33.453" v="22" actId="14100"/>
          <ac:cxnSpMkLst>
            <pc:docMk/>
            <pc:sldMk cId="1618497423" sldId="302"/>
            <ac:cxnSpMk id="169" creationId="{BA0DE7E0-3E00-4D1E-00E4-096475C7D55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11243128"/>
            <a:ext cx="4082229" cy="29822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44211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979168"/>
            <a:ext cx="419945" cy="136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955244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972353"/>
            <a:ext cx="1815783" cy="24006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=http-server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>
            <a:off x="8666968" y="10092304"/>
            <a:ext cx="435675" cy="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93580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 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defaultSnmpUserName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defaultSnmpUserPassword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defaultNetconfUserName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defaultNetconfUserPassword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2646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snmpUserName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87482" y="5844855"/>
            <a:ext cx="2528668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construct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1005363" cy="2052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2561884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-domain-name 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storage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 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running,operational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management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3931921" y="3042938"/>
            <a:ext cx="2010898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3924301" y="4417461"/>
            <a:ext cx="2018518" cy="3614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 flipV="1">
            <a:off x="5942819" y="4598210"/>
            <a:ext cx="468393" cy="9761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3931921" y="3486860"/>
            <a:ext cx="2010898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=mediator-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[{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defaultSnmpUserName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,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defaultSnmpUserPassword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9" y="3207702"/>
            <a:ext cx="468393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9" y="3790171"/>
            <a:ext cx="468393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851185" y="358770"/>
            <a:ext cx="863261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function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parameter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4356CF41-7A92-9DEA-F805-BE046ED8D18A}"/>
              </a:ext>
            </a:extLst>
          </p:cNvPr>
          <p:cNvSpPr txBox="1"/>
          <p:nvPr/>
        </p:nvSpPr>
        <p:spPr>
          <a:xfrm>
            <a:off x="361950" y="419497"/>
            <a:ext cx="19030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>
                <a:solidFill>
                  <a:srgbClr val="0070C0"/>
                </a:solidFill>
              </a:rPr>
              <a:t>DDM</a:t>
            </a: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9FBEA61-7E8F-9F10-711E-46D3904A6971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1F0E37-8768-2928-4E4F-489F5CA5E6A8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8D4D02C-4779-BE26-7C13-5C9A4EE20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80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794760" y="6764449"/>
            <a:ext cx="3665422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ValidationTestFunction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</p:spTree>
    <p:extLst>
      <p:ext uri="{BB962C8B-B14F-4D97-AF65-F5344CB8AC3E}">
        <p14:creationId xmlns:p14="http://schemas.microsoft.com/office/powerpoint/2010/main" val="200474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292034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DE2DBEC-4DDC-A927-BA50-B153AF2B50D8}"/>
              </a:ext>
            </a:extLst>
          </p:cNvPr>
          <p:cNvSpPr txBox="1"/>
          <p:nvPr/>
        </p:nvSpPr>
        <p:spPr>
          <a:xfrm>
            <a:off x="16096343" y="3338286"/>
            <a:ext cx="6995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What do we need to implement?</a:t>
            </a:r>
          </a:p>
          <a:p>
            <a:r>
              <a:rPr lang="de-DE"/>
              <a:t>(short steps from stable to stable identified by needed ErrorCode)</a:t>
            </a:r>
          </a:p>
          <a:p>
            <a:endParaRPr lang="de-DE"/>
          </a:p>
          <a:p>
            <a:r>
              <a:rPr lang="de-DE"/>
              <a:t>What can we measure?</a:t>
            </a:r>
          </a:p>
          <a:p>
            <a:r>
              <a:rPr lang="de-DE"/>
              <a:t>(Findings identified by provided ErrorCode)</a:t>
            </a:r>
          </a:p>
          <a:p>
            <a:endParaRPr lang="de-DE"/>
          </a:p>
          <a:p>
            <a:r>
              <a:rPr lang="de-DE"/>
              <a:t>Is every needed ErrorCode covered by a provided ErrorCode?</a:t>
            </a:r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869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1311</Words>
  <Application>Microsoft Office PowerPoint</Application>
  <PresentationFormat>Benutzerdefiniert</PresentationFormat>
  <Paragraphs>649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99</cp:revision>
  <dcterms:created xsi:type="dcterms:W3CDTF">2025-01-24T13:53:29Z</dcterms:created>
  <dcterms:modified xsi:type="dcterms:W3CDTF">2025-06-27T18:07:36Z</dcterms:modified>
</cp:coreProperties>
</file>