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1"/>
  </p:notesMasterIdLst>
  <p:sldIdLst>
    <p:sldId id="302" r:id="rId2"/>
    <p:sldId id="297" r:id="rId3"/>
    <p:sldId id="287" r:id="rId4"/>
    <p:sldId id="305" r:id="rId5"/>
    <p:sldId id="300" r:id="rId6"/>
    <p:sldId id="285" r:id="rId7"/>
    <p:sldId id="298" r:id="rId8"/>
    <p:sldId id="301" r:id="rId9"/>
    <p:sldId id="303" r:id="rId10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100" d="100"/>
          <a:sy n="100" d="100"/>
        </p:scale>
        <p:origin x="72" y="38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895178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861594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041452" y="780829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191898"/>
            <a:ext cx="775977" cy="163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1134</Words>
  <Application>Microsoft Office PowerPoint</Application>
  <PresentationFormat>Benutzerdefiniert</PresentationFormat>
  <Paragraphs>568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89</cp:revision>
  <dcterms:created xsi:type="dcterms:W3CDTF">2025-01-24T13:53:29Z</dcterms:created>
  <dcterms:modified xsi:type="dcterms:W3CDTF">2025-05-12T16:24:33Z</dcterms:modified>
</cp:coreProperties>
</file>