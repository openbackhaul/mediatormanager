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11"/>
  </p:notesMasterIdLst>
  <p:sldIdLst>
    <p:sldId id="302" r:id="rId2"/>
    <p:sldId id="297" r:id="rId3"/>
    <p:sldId id="287" r:id="rId4"/>
    <p:sldId id="305" r:id="rId5"/>
    <p:sldId id="300" r:id="rId6"/>
    <p:sldId id="285" r:id="rId7"/>
    <p:sldId id="298" r:id="rId8"/>
    <p:sldId id="301" r:id="rId9"/>
    <p:sldId id="303" r:id="rId10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87" autoAdjust="0"/>
    <p:restoredTop sz="96370" autoAdjust="0"/>
  </p:normalViewPr>
  <p:slideViewPr>
    <p:cSldViewPr snapToGrid="0">
      <p:cViewPr varScale="1">
        <p:scale>
          <a:sx n="58" d="100"/>
          <a:sy n="58" d="100"/>
        </p:scale>
        <p:origin x="654" y="22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hteck 233">
            <a:extLst>
              <a:ext uri="{FF2B5EF4-FFF2-40B4-BE49-F238E27FC236}">
                <a16:creationId xmlns:a16="http://schemas.microsoft.com/office/drawing/2014/main" id="{DBE03A83-E0E2-3BCA-4BCD-90FFACC4BD93}"/>
              </a:ext>
            </a:extLst>
          </p:cNvPr>
          <p:cNvSpPr/>
          <p:nvPr/>
        </p:nvSpPr>
        <p:spPr>
          <a:xfrm>
            <a:off x="211014" y="130629"/>
            <a:ext cx="22950437" cy="154242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724026"/>
            <a:ext cx="22659975" cy="136998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539756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1093921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697681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697681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230040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697681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1084685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735911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780468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382734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455928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468590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446312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381538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395245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382966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454990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477269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455928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454990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38288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455928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477269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378973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391886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3845885"/>
            <a:ext cx="1682087" cy="4874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>
            <a:off x="13067183" y="14052453"/>
            <a:ext cx="470208" cy="371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7361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91485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105905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98695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921601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local-id=mimOperationServer[N]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1059053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1081332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965993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937128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996324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326115" y="7380577"/>
            <a:ext cx="1815783" cy="5122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 mediatorVmTemplateName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>
            <a:off x="10141898" y="7583786"/>
            <a:ext cx="674365" cy="528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73606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780622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45462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38252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456104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476902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3793352"/>
            <a:ext cx="1425832" cy="4795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 flipV="1">
            <a:off x="18992101" y="14033137"/>
            <a:ext cx="573605" cy="148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7360011"/>
            <a:ext cx="1471132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_template=deviceTemplateName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21416761" y="7583436"/>
            <a:ext cx="578845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148114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1123220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148550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147134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269" y="11435665"/>
            <a:ext cx="1537071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9103340" y="11681192"/>
            <a:ext cx="440197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230040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27924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323799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358975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323799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323799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19074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353045"/>
            <a:ext cx="1235948" cy="5007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46691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353045"/>
            <a:ext cx="1264505" cy="23161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579485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579485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230040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279370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359103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323928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323928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323928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150931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2896740" y="406892"/>
            <a:ext cx="5006072" cy="8898379"/>
          </a:xfrm>
          <a:prstGeom prst="bentConnector3">
            <a:avLst>
              <a:gd name="adj1" fmla="val 15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3552808" y="-1350799"/>
            <a:ext cx="5007605" cy="12415291"/>
          </a:xfrm>
          <a:prstGeom prst="bentConnector3">
            <a:avLst>
              <a:gd name="adj1" fmla="val 165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14869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384451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55720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511476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385443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384588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384451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585438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579485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472807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489611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7572661"/>
            <a:ext cx="461366" cy="56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399" y="7349875"/>
            <a:ext cx="1672141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_template=controllerTemplateName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19485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1166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647514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647514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257231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382657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301788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404935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404935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170393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272930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257179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258536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257731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38252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302288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404800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404800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169413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270894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274460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259878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404916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404916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404916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404916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25741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382638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301976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1004142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1004142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937128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1328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762526"/>
            <a:ext cx="1433" cy="37034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780657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856644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981863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901202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968079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8" y="8574054"/>
            <a:ext cx="694364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326116" y="8428234"/>
            <a:ext cx="1795782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mediator-instance-manager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625235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601764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659022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647514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2"/>
            <a:endCxn id="74" idx="0"/>
          </p:cNvCxnSpPr>
          <p:nvPr/>
        </p:nvCxnSpPr>
        <p:spPr>
          <a:xfrm flipH="1">
            <a:off x="8574154" y="2353045"/>
            <a:ext cx="1274811" cy="13876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305504" y="374074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Abgerundetes Rechteck 8">
            <a:extLst>
              <a:ext uri="{FF2B5EF4-FFF2-40B4-BE49-F238E27FC236}">
                <a16:creationId xmlns:a16="http://schemas.microsoft.com/office/drawing/2014/main" id="{E6EB1221-E3FA-5840-B8B0-43FA0A2FF060}"/>
              </a:ext>
            </a:extLst>
          </p:cNvPr>
          <p:cNvSpPr/>
          <p:nvPr/>
        </p:nvSpPr>
        <p:spPr>
          <a:xfrm>
            <a:off x="6411212" y="374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mediatorVm [*]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50541A0E-B1E0-DAE6-FC3F-B31DA52DA5A1}"/>
              </a:ext>
            </a:extLst>
          </p:cNvPr>
          <p:cNvCxnSpPr>
            <a:cxnSpLocks/>
            <a:stCxn id="77" idx="3"/>
            <a:endCxn id="74" idx="1"/>
          </p:cNvCxnSpPr>
          <p:nvPr/>
        </p:nvCxnSpPr>
        <p:spPr>
          <a:xfrm flipV="1">
            <a:off x="7572665" y="3963526"/>
            <a:ext cx="732839" cy="126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411212" y="447303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572665" y="3963526"/>
            <a:ext cx="732839" cy="73229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0" name="Abgerundetes Rechteck 8">
            <a:extLst>
              <a:ext uri="{FF2B5EF4-FFF2-40B4-BE49-F238E27FC236}">
                <a16:creationId xmlns:a16="http://schemas.microsoft.com/office/drawing/2014/main" id="{77C2779D-86ED-425C-BE85-6BA8CC20C256}"/>
              </a:ext>
            </a:extLst>
          </p:cNvPr>
          <p:cNvSpPr/>
          <p:nvPr/>
        </p:nvSpPr>
        <p:spPr>
          <a:xfrm>
            <a:off x="6411212" y="3014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controller [*]</a:t>
            </a:r>
          </a:p>
        </p:txBody>
      </p: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B2B7FD5E-176F-B688-03E8-ADE893FECFDB}"/>
              </a:ext>
            </a:extLst>
          </p:cNvPr>
          <p:cNvCxnSpPr>
            <a:cxnSpLocks/>
            <a:stCxn id="100" idx="3"/>
            <a:endCxn id="74" idx="1"/>
          </p:cNvCxnSpPr>
          <p:nvPr/>
        </p:nvCxnSpPr>
        <p:spPr>
          <a:xfrm>
            <a:off x="7572665" y="3237417"/>
            <a:ext cx="732839" cy="7261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747143B-B3B4-B85A-5627-F9408617ABE2}"/>
              </a:ext>
            </a:extLst>
          </p:cNvPr>
          <p:cNvSpPr/>
          <p:nvPr/>
        </p:nvSpPr>
        <p:spPr>
          <a:xfrm>
            <a:off x="4127035" y="3042938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4127035" y="4417461"/>
            <a:ext cx="1815783" cy="59465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>
            <a:off x="5942818" y="4695822"/>
            <a:ext cx="468394" cy="189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6DB0620F-1934-09FB-E04A-D999B2526230}"/>
              </a:ext>
            </a:extLst>
          </p:cNvPr>
          <p:cNvSpPr/>
          <p:nvPr/>
        </p:nvSpPr>
        <p:spPr>
          <a:xfrm>
            <a:off x="4127035" y="3486860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0EDDFFC-10F3-7D0E-6D6A-F2A10E9C76E4}"/>
              </a:ext>
            </a:extLst>
          </p:cNvPr>
          <p:cNvCxnSpPr>
            <a:cxnSpLocks/>
            <a:stCxn id="100" idx="1"/>
            <a:endCxn id="106" idx="3"/>
          </p:cNvCxnSpPr>
          <p:nvPr/>
        </p:nvCxnSpPr>
        <p:spPr>
          <a:xfrm flipH="1" flipV="1">
            <a:off x="5942818" y="3207702"/>
            <a:ext cx="468394" cy="297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EEB9E49-DE20-9A29-0EB6-0283382BCACA}"/>
              </a:ext>
            </a:extLst>
          </p:cNvPr>
          <p:cNvCxnSpPr>
            <a:cxnSpLocks/>
            <a:stCxn id="77" idx="1"/>
            <a:endCxn id="111" idx="3"/>
          </p:cNvCxnSpPr>
          <p:nvPr/>
        </p:nvCxnSpPr>
        <p:spPr>
          <a:xfrm flipH="1" flipV="1">
            <a:off x="5942818" y="3790171"/>
            <a:ext cx="468394" cy="1746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991939" y="358769"/>
            <a:ext cx="722507" cy="4247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>
            <a:off x="7714446" y="540148"/>
            <a:ext cx="711743" cy="309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2041452" y="780829"/>
            <a:ext cx="1003929" cy="8221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affected-fc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affected-link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 flipV="1">
            <a:off x="11265475" y="1191898"/>
            <a:ext cx="775977" cy="163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ylinder 7">
            <a:extLst>
              <a:ext uri="{FF2B5EF4-FFF2-40B4-BE49-F238E27FC236}">
                <a16:creationId xmlns:a16="http://schemas.microsoft.com/office/drawing/2014/main" id="{58C6F6F5-FDE9-72D4-72A6-762B03B7FDF9}"/>
              </a:ext>
            </a:extLst>
          </p:cNvPr>
          <p:cNvSpPr/>
          <p:nvPr/>
        </p:nvSpPr>
        <p:spPr>
          <a:xfrm>
            <a:off x="304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Candidate</a:t>
            </a:r>
          </a:p>
        </p:txBody>
      </p:sp>
      <p:sp>
        <p:nvSpPr>
          <p:cNvPr id="23" name="Zylinder 22">
            <a:extLst>
              <a:ext uri="{FF2B5EF4-FFF2-40B4-BE49-F238E27FC236}">
                <a16:creationId xmlns:a16="http://schemas.microsoft.com/office/drawing/2014/main" id="{A9945C73-B19E-31C0-919B-03789645244D}"/>
              </a:ext>
            </a:extLst>
          </p:cNvPr>
          <p:cNvSpPr/>
          <p:nvPr/>
        </p:nvSpPr>
        <p:spPr>
          <a:xfrm>
            <a:off x="4933097" y="2612572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Running</a:t>
            </a:r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C5E74D6C-5038-AE16-6E4A-780494395AD6}"/>
              </a:ext>
            </a:extLst>
          </p:cNvPr>
          <p:cNvSpPr/>
          <p:nvPr/>
        </p:nvSpPr>
        <p:spPr>
          <a:xfrm>
            <a:off x="682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Startup</a:t>
            </a:r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DABF2D86-EEE8-57D3-6E73-9CFCC325D29E}"/>
              </a:ext>
            </a:extLst>
          </p:cNvPr>
          <p:cNvSpPr/>
          <p:nvPr/>
        </p:nvSpPr>
        <p:spPr>
          <a:xfrm>
            <a:off x="4933097" y="5370288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Operational</a:t>
            </a:r>
          </a:p>
        </p:txBody>
      </p:sp>
      <p:sp>
        <p:nvSpPr>
          <p:cNvPr id="27" name="Zylinder 26">
            <a:extLst>
              <a:ext uri="{FF2B5EF4-FFF2-40B4-BE49-F238E27FC236}">
                <a16:creationId xmlns:a16="http://schemas.microsoft.com/office/drawing/2014/main" id="{5D3E903C-0427-BEF8-08E7-9876F5058803}"/>
              </a:ext>
            </a:extLst>
          </p:cNvPr>
          <p:cNvSpPr/>
          <p:nvPr/>
        </p:nvSpPr>
        <p:spPr>
          <a:xfrm>
            <a:off x="4933097" y="3991430"/>
            <a:ext cx="1260000" cy="1132114"/>
          </a:xfrm>
          <a:prstGeom prst="can">
            <a:avLst/>
          </a:prstGeom>
          <a:solidFill>
            <a:schemeClr val="bg1">
              <a:lumMod val="50000"/>
              <a:alpha val="50000"/>
            </a:schemeClr>
          </a:solidFill>
          <a:ln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Intended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389CC2B-9887-1818-7EEB-4BE30894941C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5400000" flipH="1" flipV="1">
            <a:off x="578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EC4DD0A-5515-A63F-4346-A43798B697E4}"/>
              </a:ext>
            </a:extLst>
          </p:cNvPr>
          <p:cNvCxnSpPr>
            <a:cxnSpLocks/>
            <a:stCxn id="23" idx="1"/>
            <a:endCxn id="8" idx="4"/>
          </p:cNvCxnSpPr>
          <p:nvPr/>
        </p:nvCxnSpPr>
        <p:spPr>
          <a:xfrm rot="16200000" flipV="1">
            <a:off x="452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AF7ED06-960E-2890-D2C2-8007CA302559}"/>
              </a:ext>
            </a:extLst>
          </p:cNvPr>
          <p:cNvCxnSpPr>
            <a:cxnSpLocks/>
            <a:stCxn id="8" idx="3"/>
            <a:endCxn id="23" idx="2"/>
          </p:cNvCxnSpPr>
          <p:nvPr/>
        </p:nvCxnSpPr>
        <p:spPr>
          <a:xfrm rot="16200000" flipH="1">
            <a:off x="389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BB380CB-3A78-EA9F-1E93-FF3EE532612A}"/>
              </a:ext>
            </a:extLst>
          </p:cNvPr>
          <p:cNvCxnSpPr>
            <a:cxnSpLocks/>
            <a:stCxn id="25" idx="3"/>
            <a:endCxn id="23" idx="4"/>
          </p:cNvCxnSpPr>
          <p:nvPr/>
        </p:nvCxnSpPr>
        <p:spPr>
          <a:xfrm rot="5400000">
            <a:off x="641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3EDF634E-03E3-193D-B999-29A46C5DBA1E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>
            <a:off x="5563097" y="3744686"/>
            <a:ext cx="0" cy="246744"/>
          </a:xfrm>
          <a:prstGeom prst="straightConnector1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23207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85277" y="4788978"/>
            <a:ext cx="217278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that are changing the CandidateDS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1945550" y="6935107"/>
            <a:ext cx="242216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updating the OperationalDS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611783" y="6868712"/>
            <a:ext cx="269126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200"/>
              <a:t>Modules for comparing RunningDS with OperationalDS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4137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49275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66766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973209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87851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886410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0390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10344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529244" y="10001582"/>
            <a:ext cx="25058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OperationalDS</a:t>
            </a:r>
            <a:br>
              <a:rPr lang="de-DE" sz="1200"/>
            </a:br>
            <a:r>
              <a:rPr lang="de-DE" sz="1200"/>
              <a:t>and RunningDS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14018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24950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7616596" y="64866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899" y="65655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888791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899723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53456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64388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982139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9930711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712189" y="7474821"/>
            <a:ext cx="225693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validating the CandidateDS and transferring it to RunningDS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1133C8-DC0D-2AC6-C684-4679506A95A5}"/>
              </a:ext>
            </a:extLst>
          </p:cNvPr>
          <p:cNvSpPr/>
          <p:nvPr/>
        </p:nvSpPr>
        <p:spPr>
          <a:xfrm>
            <a:off x="7503508" y="670605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981EA9-B65F-EC95-B3DD-B0AED51F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811" y="6785020"/>
            <a:ext cx="166165" cy="174914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2520D43D-BB6C-869D-C961-86A75E1D452E}"/>
              </a:ext>
            </a:extLst>
          </p:cNvPr>
          <p:cNvSpPr/>
          <p:nvPr/>
        </p:nvSpPr>
        <p:spPr>
          <a:xfrm>
            <a:off x="7427519" y="69156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0AD98EA3-FB18-6938-7D58-4720830A0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822" y="6994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08766F6C-6643-F487-EA05-49C2075FD706}"/>
              </a:ext>
            </a:extLst>
          </p:cNvPr>
          <p:cNvSpPr/>
          <p:nvPr/>
        </p:nvSpPr>
        <p:spPr>
          <a:xfrm>
            <a:off x="7032066" y="690737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68642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765394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94030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10004731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905777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9136744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3116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376081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412822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52214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9160555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9269875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80720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91652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10094030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1020335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pic>
        <p:nvPicPr>
          <p:cNvPr id="59" name="Grafik 58">
            <a:extLst>
              <a:ext uri="{FF2B5EF4-FFF2-40B4-BE49-F238E27FC236}">
                <a16:creationId xmlns:a16="http://schemas.microsoft.com/office/drawing/2014/main" id="{60111AB6-85B4-2D81-324C-1F22D4C85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6" y="6978953"/>
            <a:ext cx="166165" cy="174914"/>
          </a:xfrm>
          <a:prstGeom prst="rect">
            <a:avLst/>
          </a:prstGeom>
        </p:spPr>
      </p:pic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493136" y="674386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75" name="Grafik 74">
            <a:extLst>
              <a:ext uri="{FF2B5EF4-FFF2-40B4-BE49-F238E27FC236}">
                <a16:creationId xmlns:a16="http://schemas.microsoft.com/office/drawing/2014/main" id="{DD46282F-0809-C98F-3797-FC55EDA9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156" y="6815443"/>
            <a:ext cx="166165" cy="174914"/>
          </a:xfrm>
          <a:prstGeom prst="rect">
            <a:avLst/>
          </a:prstGeom>
        </p:spPr>
      </p:pic>
      <p:sp>
        <p:nvSpPr>
          <p:cNvPr id="79" name="Rechteck 78">
            <a:extLst>
              <a:ext uri="{FF2B5EF4-FFF2-40B4-BE49-F238E27FC236}">
                <a16:creationId xmlns:a16="http://schemas.microsoft.com/office/drawing/2014/main" id="{F3E87AB5-F65A-6087-300E-12716D02A8BA}"/>
              </a:ext>
            </a:extLst>
          </p:cNvPr>
          <p:cNvSpPr/>
          <p:nvPr/>
        </p:nvSpPr>
        <p:spPr>
          <a:xfrm>
            <a:off x="7766871" y="699483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0" name="Grafik 79">
            <a:extLst>
              <a:ext uri="{FF2B5EF4-FFF2-40B4-BE49-F238E27FC236}">
                <a16:creationId xmlns:a16="http://schemas.microsoft.com/office/drawing/2014/main" id="{D30DC09C-DB14-184D-77FC-0D4EC9817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91" y="7066410"/>
            <a:ext cx="166165" cy="174914"/>
          </a:xfrm>
          <a:prstGeom prst="rect">
            <a:avLst/>
          </a:prstGeom>
        </p:spPr>
      </p:pic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5751123" y="75826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2" name="Grafik 81">
            <a:extLst>
              <a:ext uri="{FF2B5EF4-FFF2-40B4-BE49-F238E27FC236}">
                <a16:creationId xmlns:a16="http://schemas.microsoft.com/office/drawing/2014/main" id="{7623EEA6-4908-E4EF-5496-17FC29D01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143" y="7654275"/>
            <a:ext cx="166165" cy="174914"/>
          </a:xfrm>
          <a:prstGeom prst="rect">
            <a:avLst/>
          </a:prstGeom>
        </p:spPr>
      </p:pic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5893881" y="767200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4" name="Grafik 83">
            <a:extLst>
              <a:ext uri="{FF2B5EF4-FFF2-40B4-BE49-F238E27FC236}">
                <a16:creationId xmlns:a16="http://schemas.microsoft.com/office/drawing/2014/main" id="{90585C54-0A06-5DED-7224-E7ABDF59A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901" y="7743582"/>
            <a:ext cx="166165" cy="174914"/>
          </a:xfrm>
          <a:prstGeom prst="rect">
            <a:avLst/>
          </a:prstGeom>
        </p:spPr>
      </p:pic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097010" y="77526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8636BC15-D9D2-0211-46EF-461DF84A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30" y="7824198"/>
            <a:ext cx="166165" cy="174914"/>
          </a:xfrm>
          <a:prstGeom prst="rect">
            <a:avLst/>
          </a:prstGeom>
        </p:spPr>
      </p:pic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6320757" y="784461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8" name="Grafik 87">
            <a:extLst>
              <a:ext uri="{FF2B5EF4-FFF2-40B4-BE49-F238E27FC236}">
                <a16:creationId xmlns:a16="http://schemas.microsoft.com/office/drawing/2014/main" id="{197F1DD4-8100-7640-41A6-58DFDCB0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777" y="7916189"/>
            <a:ext cx="166165" cy="174914"/>
          </a:xfrm>
          <a:prstGeom prst="rect">
            <a:avLst/>
          </a:prstGeom>
        </p:spPr>
      </p:pic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6566616" y="774399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90" name="Grafik 89">
            <a:extLst>
              <a:ext uri="{FF2B5EF4-FFF2-40B4-BE49-F238E27FC236}">
                <a16:creationId xmlns:a16="http://schemas.microsoft.com/office/drawing/2014/main" id="{81701613-D132-8D16-D0EE-8BDADC27D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36" y="7815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298A7998-A218-5A29-8FE8-D3FACE19CF61}"/>
              </a:ext>
            </a:extLst>
          </p:cNvPr>
          <p:cNvSpPr txBox="1"/>
          <p:nvPr/>
        </p:nvSpPr>
        <p:spPr>
          <a:xfrm>
            <a:off x="7248698" y="5037512"/>
            <a:ext cx="21933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outdated</a:t>
            </a:r>
          </a:p>
        </p:txBody>
      </p:sp>
    </p:spTree>
    <p:extLst>
      <p:ext uri="{BB962C8B-B14F-4D97-AF65-F5344CB8AC3E}">
        <p14:creationId xmlns:p14="http://schemas.microsoft.com/office/powerpoint/2010/main" val="2722935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2547947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215629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5695840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6133073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272858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066369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1147738" y="892318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1255322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1255322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1255322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1523969" y="43918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1523969" y="96050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2344788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2344788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792618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792618" y="1063648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2344785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3506238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1792621" y="416902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4077979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4077979" y="1041385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3506238" y="1056990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313512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3135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0761341" y="106362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0761341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2474962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046700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8510426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8510426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9671876" y="106362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9671876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510989" y="111337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936821" y="1134995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510989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936821" y="1031092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046700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2474962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224045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224045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224045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0492692" y="43936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0492692" y="96068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8510425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8510425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8510425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9671878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9671878" y="74004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9671878" y="59584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510988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6510988" y="485871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510988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936820" y="703049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510988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936820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936820" y="466703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936820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15700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916017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0761344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107330" y="41709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123848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9549680" y="41315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007234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3453313" y="41753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5743635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5743635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168687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168687" y="41866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1570030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0492695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1570030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1838677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046700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107326" y="870039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1570030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1838677" y="892318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10761341" y="981489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6510988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936823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9582208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9582208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9582208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9850854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9850854" y="960365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7868588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7868588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9030037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9030037" y="1063512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5869151" y="111300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7294983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5869151" y="1039983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7294983" y="1063512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20671671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20119507" y="812597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5034850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5034850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5303496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6124315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5572146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3322225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4483675" y="1344585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7857502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7285768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2298883" y="1322590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2730886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5439973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5439973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5708619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6529438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977269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3727348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4888798" y="1342792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8262625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7690891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2704006" y="1320798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3136009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918171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977272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6499387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572146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59566" y="2059157"/>
            <a:ext cx="17091659" cy="6855221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11872"/>
            <a:ext cx="5507681" cy="3034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093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2" name="Rechteck 281">
            <a:extLst>
              <a:ext uri="{FF2B5EF4-FFF2-40B4-BE49-F238E27FC236}">
                <a16:creationId xmlns:a16="http://schemas.microsoft.com/office/drawing/2014/main" id="{C9453577-A74B-CA25-645C-51DCBD053ABB}"/>
              </a:ext>
            </a:extLst>
          </p:cNvPr>
          <p:cNvSpPr/>
          <p:nvPr/>
        </p:nvSpPr>
        <p:spPr>
          <a:xfrm>
            <a:off x="15463488" y="3640137"/>
            <a:ext cx="2465970" cy="2986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65076" y="8916885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16885"/>
            <a:ext cx="4084142" cy="29354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681936" y="104898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950583" y="96812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219232" y="107126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219235" y="1071267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1437558"/>
            <a:ext cx="571739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504593" y="112169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Ins="72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504593" y="10553552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0709607"/>
            <a:ext cx="571738" cy="3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1353559" y="107124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1353559" y="107124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11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1549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10264094" y="107124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10264094" y="107124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7103207" y="112226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9" y="11436012"/>
            <a:ext cx="573605" cy="28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7103207" y="10530969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9" y="10714797"/>
            <a:ext cx="573605" cy="1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816263" y="104897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1084910" y="96830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10264096" y="67556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10264096" y="74766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10264096" y="60346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4969920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7103206" y="5325435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155280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description 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>
            <a:off x="8529038" y="7476641"/>
            <a:ext cx="573605" cy="205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070761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  (?)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 (?)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8529038" y="5677763"/>
            <a:ext cx="573605" cy="35684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5133759"/>
            <a:ext cx="573605" cy="900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596503"/>
            <a:ext cx="573605" cy="1591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2162249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3508235" y="40287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1353562" y="42471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699548" y="42471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10141898" y="42077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599452" y="40400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4045531" y="42515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6335853" y="40643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6335853" y="47922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760905" y="42628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760905" y="42628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638918" y="930778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699547" y="9467161"/>
            <a:ext cx="939371" cy="86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21995606" y="104885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22264255" y="9686206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20727159" y="1071132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20727159" y="10711325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189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30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8" idx="3"/>
          </p:cNvCxnSpPr>
          <p:nvPr/>
        </p:nvCxnSpPr>
        <p:spPr>
          <a:xfrm flipH="1">
            <a:off x="1219235" y="836725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504593" y="8210529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366584"/>
            <a:ext cx="571738" cy="66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8" idx="1"/>
          </p:cNvCxnSpPr>
          <p:nvPr/>
        </p:nvCxnSpPr>
        <p:spPr>
          <a:xfrm>
            <a:off x="20704990" y="835745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8336370"/>
            <a:ext cx="550745" cy="210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16885"/>
            <a:ext cx="1930625" cy="3029052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6437313" y="9523393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>
            <a:off x="16167812" y="9678529"/>
            <a:ext cx="269501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14378"/>
            <a:ext cx="1949140" cy="303239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5741059" y="9524678"/>
            <a:ext cx="824921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3"/>
            <a:endCxn id="214" idx="1"/>
          </p:cNvCxnSpPr>
          <p:nvPr/>
        </p:nvCxnSpPr>
        <p:spPr>
          <a:xfrm>
            <a:off x="5476711" y="9679814"/>
            <a:ext cx="264348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4267" y="265811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2148" cy="3679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7" y="139139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5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92580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206088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63722"/>
            <a:ext cx="5507681" cy="29822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61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896372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72337"/>
            <a:ext cx="4084142" cy="28799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cxnSpLocks/>
            <a:stCxn id="62" idx="1"/>
            <a:endCxn id="57" idx="3"/>
          </p:cNvCxnSpPr>
          <p:nvPr/>
        </p:nvCxnSpPr>
        <p:spPr>
          <a:xfrm flipH="1" flipV="1">
            <a:off x="1219235" y="9458418"/>
            <a:ext cx="552167" cy="12550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cxnSpLocks/>
            <a:stCxn id="63" idx="1"/>
            <a:endCxn id="57" idx="3"/>
          </p:cNvCxnSpPr>
          <p:nvPr/>
        </p:nvCxnSpPr>
        <p:spPr>
          <a:xfrm flipH="1" flipV="1">
            <a:off x="1219235" y="9458418"/>
            <a:ext cx="552166" cy="19869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932854" y="11445390"/>
            <a:ext cx="431669" cy="882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3" y="11126441"/>
            <a:ext cx="1293971" cy="65554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0478705"/>
            <a:ext cx="1305694" cy="5643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>
            <a:off x="2932855" y="10713455"/>
            <a:ext cx="419945" cy="474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0" idx="3"/>
          </p:cNvCxnSpPr>
          <p:nvPr/>
        </p:nvCxnSpPr>
        <p:spPr>
          <a:xfrm flipH="1" flipV="1">
            <a:off x="11353562" y="9460301"/>
            <a:ext cx="552168" cy="1255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0" idx="3"/>
          </p:cNvCxnSpPr>
          <p:nvPr/>
        </p:nvCxnSpPr>
        <p:spPr>
          <a:xfrm flipH="1" flipV="1">
            <a:off x="11353562" y="9460301"/>
            <a:ext cx="552168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6273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22604"/>
            <a:ext cx="1425832" cy="5522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0" idx="1"/>
          </p:cNvCxnSpPr>
          <p:nvPr/>
        </p:nvCxnSpPr>
        <p:spPr>
          <a:xfrm flipV="1">
            <a:off x="10264097" y="9460301"/>
            <a:ext cx="552166" cy="1254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0" idx="1"/>
          </p:cNvCxnSpPr>
          <p:nvPr/>
        </p:nvCxnSpPr>
        <p:spPr>
          <a:xfrm flipV="1">
            <a:off x="10264097" y="9460301"/>
            <a:ext cx="552166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1222604"/>
            <a:ext cx="1537099" cy="55523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1436012"/>
            <a:ext cx="573606" cy="642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0453053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0675839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cxnSpLocks/>
            <a:stCxn id="148" idx="3"/>
            <a:endCxn id="130" idx="1"/>
          </p:cNvCxnSpPr>
          <p:nvPr/>
        </p:nvCxnSpPr>
        <p:spPr>
          <a:xfrm>
            <a:off x="10264096" y="6755624"/>
            <a:ext cx="552167" cy="27046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cxnSpLocks/>
            <a:stCxn id="147" idx="3"/>
            <a:endCxn id="130" idx="1"/>
          </p:cNvCxnSpPr>
          <p:nvPr/>
        </p:nvCxnSpPr>
        <p:spPr>
          <a:xfrm>
            <a:off x="10264096" y="7476641"/>
            <a:ext cx="552167" cy="19836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cxnSpLocks/>
            <a:stCxn id="145" idx="3"/>
            <a:endCxn id="130" idx="1"/>
          </p:cNvCxnSpPr>
          <p:nvPr/>
        </p:nvCxnSpPr>
        <p:spPr>
          <a:xfrm>
            <a:off x="10264096" y="6034607"/>
            <a:ext cx="552167" cy="3425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5879332"/>
            <a:ext cx="1425832" cy="24510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253855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529038" y="7428196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532838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6001886"/>
            <a:ext cx="573605" cy="327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707179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7"/>
            <a:ext cx="1425832" cy="6442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 flipV="1">
            <a:off x="10141898" y="4247106"/>
            <a:ext cx="674365" cy="1189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cxnSpLocks/>
            <a:stCxn id="223" idx="3"/>
            <a:endCxn id="217" idx="1"/>
          </p:cNvCxnSpPr>
          <p:nvPr/>
        </p:nvCxnSpPr>
        <p:spPr>
          <a:xfrm flipV="1">
            <a:off x="20727159" y="9463419"/>
            <a:ext cx="1268447" cy="12479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cxnSpLocks/>
            <a:stCxn id="222" idx="3"/>
            <a:endCxn id="217" idx="1"/>
          </p:cNvCxnSpPr>
          <p:nvPr/>
        </p:nvCxnSpPr>
        <p:spPr>
          <a:xfrm flipV="1">
            <a:off x="20727159" y="9463419"/>
            <a:ext cx="1268447" cy="19689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24365"/>
            <a:ext cx="1425832" cy="55051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672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7" idx="3"/>
          </p:cNvCxnSpPr>
          <p:nvPr/>
        </p:nvCxnSpPr>
        <p:spPr>
          <a:xfrm flipH="1">
            <a:off x="1219235" y="8367252"/>
            <a:ext cx="552167" cy="10911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2" y="7895521"/>
            <a:ext cx="1291228" cy="67009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230570"/>
            <a:ext cx="415687" cy="136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7" idx="1"/>
          </p:cNvCxnSpPr>
          <p:nvPr/>
        </p:nvCxnSpPr>
        <p:spPr>
          <a:xfrm>
            <a:off x="20704990" y="8357452"/>
            <a:ext cx="1290616" cy="11059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67160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clientLtp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>
            <a:off x="18992792" y="8357452"/>
            <a:ext cx="550745" cy="77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6372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0253070"/>
            <a:ext cx="1579672" cy="79000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layerProtocolName=snmpLayer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990131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6372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0254355"/>
            <a:ext cx="1594821" cy="87208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9902600"/>
            <a:ext cx="514536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2517699"/>
            <a:ext cx="2177708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route*{_fc*,_link*}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6788" cy="3048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1391397"/>
            <a:ext cx="2190409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uuid=management-plane-transport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4233825"/>
            <a:ext cx="461367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4013195"/>
            <a:ext cx="1083165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uuid=[controllerName]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32640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49443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644A63E5-CCE7-47F2-3316-9750250FD876}"/>
              </a:ext>
            </a:extLst>
          </p:cNvPr>
          <p:cNvSpPr/>
          <p:nvPr/>
        </p:nvSpPr>
        <p:spPr>
          <a:xfrm>
            <a:off x="20505060" y="3364692"/>
            <a:ext cx="1083165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99" idx="2"/>
            <a:endCxn id="213" idx="0"/>
          </p:cNvCxnSpPr>
          <p:nvPr/>
        </p:nvCxnSpPr>
        <p:spPr>
          <a:xfrm rot="5400000">
            <a:off x="4771444" y="3115002"/>
            <a:ext cx="6776068" cy="5907985"/>
          </a:xfrm>
          <a:prstGeom prst="bentConnector3">
            <a:avLst>
              <a:gd name="adj1" fmla="val 6748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99" idx="2"/>
            <a:endCxn id="87" idx="0"/>
          </p:cNvCxnSpPr>
          <p:nvPr/>
        </p:nvCxnSpPr>
        <p:spPr>
          <a:xfrm rot="16200000" flipH="1">
            <a:off x="10118925" y="3675504"/>
            <a:ext cx="6774783" cy="4785693"/>
          </a:xfrm>
          <a:prstGeom prst="bentConnector3">
            <a:avLst>
              <a:gd name="adj1" fmla="val 6740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BF9E255-0917-93C7-EB10-57F359F8E1C8}"/>
              </a:ext>
            </a:extLst>
          </p:cNvPr>
          <p:cNvCxnSpPr>
            <a:cxnSpLocks/>
            <a:stCxn id="299" idx="2"/>
            <a:endCxn id="183" idx="3"/>
          </p:cNvCxnSpPr>
          <p:nvPr/>
        </p:nvCxnSpPr>
        <p:spPr>
          <a:xfrm rot="16200000" flipH="1">
            <a:off x="8513408" y="5281021"/>
            <a:ext cx="6786201" cy="1586077"/>
          </a:xfrm>
          <a:prstGeom prst="bentConnector4">
            <a:avLst>
              <a:gd name="adj1" fmla="val 11564"/>
              <a:gd name="adj2" fmla="val 114413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5" name="Rechteck 114">
            <a:extLst>
              <a:ext uri="{FF2B5EF4-FFF2-40B4-BE49-F238E27FC236}">
                <a16:creationId xmlns:a16="http://schemas.microsoft.com/office/drawing/2014/main" id="{6DC2F35F-8489-E4CF-5EDA-73031CB9FAE1}"/>
              </a:ext>
            </a:extLst>
          </p:cNvPr>
          <p:cNvSpPr/>
          <p:nvPr/>
        </p:nvSpPr>
        <p:spPr>
          <a:xfrm>
            <a:off x="14806391" y="1007941"/>
            <a:ext cx="2672717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noch benötigt?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chteck 198">
            <a:extLst>
              <a:ext uri="{FF2B5EF4-FFF2-40B4-BE49-F238E27FC236}">
                <a16:creationId xmlns:a16="http://schemas.microsoft.com/office/drawing/2014/main" id="{328B03C8-5BF3-B623-CC54-6BCBD2621386}"/>
              </a:ext>
            </a:extLst>
          </p:cNvPr>
          <p:cNvSpPr/>
          <p:nvPr/>
        </p:nvSpPr>
        <p:spPr>
          <a:xfrm>
            <a:off x="13634389" y="9467411"/>
            <a:ext cx="1425833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</p:txBody>
      </p:sp>
      <p:cxnSp>
        <p:nvCxnSpPr>
          <p:cNvPr id="200" name="Gerade Verbindung mit Pfeil 199">
            <a:extLst>
              <a:ext uri="{FF2B5EF4-FFF2-40B4-BE49-F238E27FC236}">
                <a16:creationId xmlns:a16="http://schemas.microsoft.com/office/drawing/2014/main" id="{B6E76DB8-22E4-AB6C-2986-552B09772221}"/>
              </a:ext>
            </a:extLst>
          </p:cNvPr>
          <p:cNvCxnSpPr>
            <a:cxnSpLocks/>
            <a:stCxn id="183" idx="3"/>
            <a:endCxn id="199" idx="1"/>
          </p:cNvCxnSpPr>
          <p:nvPr/>
        </p:nvCxnSpPr>
        <p:spPr>
          <a:xfrm>
            <a:off x="12699547" y="9467161"/>
            <a:ext cx="934842" cy="2455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4" name="Wolke 243">
            <a:extLst>
              <a:ext uri="{FF2B5EF4-FFF2-40B4-BE49-F238E27FC236}">
                <a16:creationId xmlns:a16="http://schemas.microsoft.com/office/drawing/2014/main" id="{5A65A86B-9D96-F38A-CDF9-88FBEC7A5B36}"/>
              </a:ext>
            </a:extLst>
          </p:cNvPr>
          <p:cNvSpPr/>
          <p:nvPr/>
        </p:nvSpPr>
        <p:spPr>
          <a:xfrm>
            <a:off x="5440680" y="278340"/>
            <a:ext cx="3560798" cy="1203343"/>
          </a:xfrm>
          <a:prstGeom prst="cloud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</a:t>
            </a:r>
          </a:p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DDM gets addressed to provide the operationalState of a m</a:t>
            </a:r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anagementPlaneTransportFC.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FC is referencing the mediatorProcessFC by uuid</a:t>
            </a:r>
            <a:r>
              <a:rPr lang="de-DE" sz="800" ker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the DDM has to search all mediatorVmCC for the uuid.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A3A50379-0F51-41DC-CD60-2A5D942DCDF5}"/>
              </a:ext>
            </a:extLst>
          </p:cNvPr>
          <p:cNvSpPr/>
          <p:nvPr/>
        </p:nvSpPr>
        <p:spPr>
          <a:xfrm>
            <a:off x="13638919" y="5300067"/>
            <a:ext cx="164680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uuid=mediator-process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layerProtocolName=mediatorProcess</a:t>
            </a:r>
          </a:p>
        </p:txBody>
      </p:sp>
      <p:cxnSp>
        <p:nvCxnSpPr>
          <p:cNvPr id="246" name="Gerade Verbindung mit Pfeil 245">
            <a:extLst>
              <a:ext uri="{FF2B5EF4-FFF2-40B4-BE49-F238E27FC236}">
                <a16:creationId xmlns:a16="http://schemas.microsoft.com/office/drawing/2014/main" id="{F1A5CE87-F769-814B-B48D-FA919087F934}"/>
              </a:ext>
            </a:extLst>
          </p:cNvPr>
          <p:cNvCxnSpPr>
            <a:cxnSpLocks/>
            <a:stCxn id="178" idx="3"/>
            <a:endCxn id="245" idx="1"/>
          </p:cNvCxnSpPr>
          <p:nvPr/>
        </p:nvCxnSpPr>
        <p:spPr>
          <a:xfrm flipV="1">
            <a:off x="12699547" y="5468104"/>
            <a:ext cx="939372" cy="332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82981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209843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400691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954856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558616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558616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090975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558616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945620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59684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641403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43669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16863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29525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07247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42473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56180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43901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38204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16863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43823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16863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38204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39908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52821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455235"/>
            <a:ext cx="1682087" cy="264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2587587"/>
            <a:ext cx="470208" cy="742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59703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775785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91998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84788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782536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local-id=mediatorVmOperationServer[N]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919988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942267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826928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local-id=mediator-vm-httpServer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798063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857259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5989927"/>
            <a:ext cx="1425832" cy="37582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 flipV="1">
            <a:off x="10141898" y="6177841"/>
            <a:ext cx="674365" cy="152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5970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641557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1555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4345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17039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37837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40270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265735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5969361"/>
            <a:ext cx="1471132" cy="27608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6107403"/>
            <a:ext cx="578845" cy="853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00904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984155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009485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00806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10045015"/>
            <a:ext cx="1425832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10290542"/>
            <a:ext cx="550745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090975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4017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184734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19910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184734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184734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2313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67689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327854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67689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440420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440420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090975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40305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20038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184863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184863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184863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011866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12650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188419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009625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41814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372411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46378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4552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446373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440420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333742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350546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6135649"/>
            <a:ext cx="461367" cy="520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5959225"/>
            <a:ext cx="1311894" cy="35284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27243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44046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508449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508449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1816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43592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62723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65870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65870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031328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33865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18114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19471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18666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4345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63223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65735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65735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030348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31829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35395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20813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65851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65851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65851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65851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183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4357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62911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865077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865077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798063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640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108611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6455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45671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863331"/>
            <a:ext cx="611996" cy="50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1091139"/>
            <a:ext cx="1433" cy="36558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641592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717579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842798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762137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829014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7" y="7183404"/>
            <a:ext cx="694365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716066" y="7037584"/>
            <a:ext cx="1405831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486170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462699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519957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508449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61652A37-9D04-F68D-B47F-C856369FDE5D}"/>
              </a:ext>
            </a:extLst>
          </p:cNvPr>
          <p:cNvSpPr/>
          <p:nvPr/>
        </p:nvSpPr>
        <p:spPr>
          <a:xfrm>
            <a:off x="9848964" y="14920226"/>
            <a:ext cx="1815783" cy="64151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&lt;-MetaData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creationDate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lastModificationDate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Rechteck: gefaltete Ecke 12">
            <a:extLst>
              <a:ext uri="{FF2B5EF4-FFF2-40B4-BE49-F238E27FC236}">
                <a16:creationId xmlns:a16="http://schemas.microsoft.com/office/drawing/2014/main" id="{ECA924EB-D48C-5B3F-0146-F811DB1EF619}"/>
              </a:ext>
            </a:extLst>
          </p:cNvPr>
          <p:cNvSpPr/>
          <p:nvPr/>
        </p:nvSpPr>
        <p:spPr>
          <a:xfrm>
            <a:off x="2739729" y="613120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9" name="Rechteck: gefaltete Ecke 18">
            <a:extLst>
              <a:ext uri="{FF2B5EF4-FFF2-40B4-BE49-F238E27FC236}">
                <a16:creationId xmlns:a16="http://schemas.microsoft.com/office/drawing/2014/main" id="{9E561952-AE67-C6AA-6BF6-2A873CEF614C}"/>
              </a:ext>
            </a:extLst>
          </p:cNvPr>
          <p:cNvSpPr/>
          <p:nvPr/>
        </p:nvSpPr>
        <p:spPr>
          <a:xfrm>
            <a:off x="7864534" y="6185488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</p:txBody>
      </p:sp>
      <p:sp>
        <p:nvSpPr>
          <p:cNvPr id="20" name="Rechteck: gefaltete Ecke 19">
            <a:extLst>
              <a:ext uri="{FF2B5EF4-FFF2-40B4-BE49-F238E27FC236}">
                <a16:creationId xmlns:a16="http://schemas.microsoft.com/office/drawing/2014/main" id="{BC6B810D-0410-C9F5-B957-BD10214EA935}"/>
              </a:ext>
            </a:extLst>
          </p:cNvPr>
          <p:cNvSpPr/>
          <p:nvPr/>
        </p:nvSpPr>
        <p:spPr>
          <a:xfrm>
            <a:off x="19971320" y="617784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</p:txBody>
      </p:sp>
      <p:sp>
        <p:nvSpPr>
          <p:cNvPr id="22" name="Rechteck: gefaltete Ecke 21">
            <a:extLst>
              <a:ext uri="{FF2B5EF4-FFF2-40B4-BE49-F238E27FC236}">
                <a16:creationId xmlns:a16="http://schemas.microsoft.com/office/drawing/2014/main" id="{6183E1E8-9DD5-219A-C61D-3E56B09F1F8A}"/>
              </a:ext>
            </a:extLst>
          </p:cNvPr>
          <p:cNvSpPr/>
          <p:nvPr/>
        </p:nvSpPr>
        <p:spPr>
          <a:xfrm>
            <a:off x="6123151" y="7529022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24" name="Rechteck: gefaltete Ecke 23">
            <a:extLst>
              <a:ext uri="{FF2B5EF4-FFF2-40B4-BE49-F238E27FC236}">
                <a16:creationId xmlns:a16="http://schemas.microsoft.com/office/drawing/2014/main" id="{222CEDE3-9A22-FBB1-3407-0DA0FEB06D64}"/>
              </a:ext>
            </a:extLst>
          </p:cNvPr>
          <p:cNvSpPr/>
          <p:nvPr/>
        </p:nvSpPr>
        <p:spPr>
          <a:xfrm>
            <a:off x="11201156" y="1650401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 needs to be detailed 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: gefaltete Ecke 30">
            <a:extLst>
              <a:ext uri="{FF2B5EF4-FFF2-40B4-BE49-F238E27FC236}">
                <a16:creationId xmlns:a16="http://schemas.microsoft.com/office/drawing/2014/main" id="{2A582747-710A-3734-35D0-D6CDC3A1C3EB}"/>
              </a:ext>
            </a:extLst>
          </p:cNvPr>
          <p:cNvSpPr/>
          <p:nvPr/>
        </p:nvSpPr>
        <p:spPr>
          <a:xfrm>
            <a:off x="11353562" y="14723711"/>
            <a:ext cx="1409938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?Do we need MetaData at:</a:t>
            </a:r>
          </a:p>
          <a:p>
            <a:r>
              <a:rPr lang="de-DE" sz="800" ker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elements of sub-domain?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045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1156</Words>
  <Application>Microsoft Office PowerPoint</Application>
  <PresentationFormat>Benutzerdefiniert</PresentationFormat>
  <Paragraphs>574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87</cp:revision>
  <dcterms:created xsi:type="dcterms:W3CDTF">2025-01-24T13:53:29Z</dcterms:created>
  <dcterms:modified xsi:type="dcterms:W3CDTF">2025-05-12T10:56:44Z</dcterms:modified>
</cp:coreProperties>
</file>